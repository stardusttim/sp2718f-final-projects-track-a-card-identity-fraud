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y="5143500" cx="9144000"/>
  <p:notesSz cx="6858000" cy="9144000"/>
  <p:embeddedFontLst>
    <p:embeddedFont>
      <p:font typeface="DM Serif Display"/>
      <p:regular r:id="rId26"/>
      <p:italic r:id="rId27"/>
    </p:embeddedFont>
    <p:embeddedFont>
      <p:font typeface="Karla"/>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9AA0A6"/>
          </p15:clr>
        </p15:guide>
        <p15:guide id="2" pos="2880">
          <p15:clr>
            <a:srgbClr val="9AA0A6"/>
          </p15:clr>
        </p15:guide>
      </p15:sldGuideLst>
    </p:ext>
    <p:ext uri="GoogleSlidesCustomDataVersion2">
      <go:slidesCustomData xmlns:go="http://customooxmlschemas.google.com/" r:id="rId32" roundtripDataSignature="AMtx7miRD/z+UWdNu61xWGykdbz9wbI3l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8B482C4-377D-4415-85AB-681A877218AA}">
  <a:tblStyle styleId="{E8B482C4-377D-4415-85AB-681A877218AA}"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Karla-boldItalic.fntdata"/><Relationship Id="rId30" Type="http://schemas.openxmlformats.org/officeDocument/2006/relationships/font" Target="fonts/Karla-italic.fntdata"/><Relationship Id="rId32" Type="http://customschemas.google.com/relationships/presentationmetadata" Target="meta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font" Target="fonts/DMSerifDisplay-regular.fntdata"/><Relationship Id="rId25" Type="http://schemas.openxmlformats.org/officeDocument/2006/relationships/slide" Target="slides/slide19.xml"/><Relationship Id="rId28" Type="http://schemas.openxmlformats.org/officeDocument/2006/relationships/font" Target="fonts/Karla-regular.fntdata"/><Relationship Id="rId27" Type="http://schemas.openxmlformats.org/officeDocument/2006/relationships/font" Target="fonts/DMSerifDisplay-italic.fntdata"/><Relationship Id="rId29" Type="http://schemas.openxmlformats.org/officeDocument/2006/relationships/font" Target="fonts/Karla-bold.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5" name="Google Shape;485;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800"/>
              </a:spcAft>
              <a:buSzPts val="1100"/>
              <a:buNone/>
            </a:pPr>
            <a:r>
              <a:rPr lang="en">
                <a:solidFill>
                  <a:schemeClr val="dk1"/>
                </a:solidFill>
              </a:rPr>
              <a:t>Good morning. We're Track A — Card and Identity Fraud. I'm Zhang Yang, and our team is presenting for the card issuer.</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1" name="Google Shape;49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800"/>
              </a:spcAft>
              <a:buClr>
                <a:schemeClr val="dk1"/>
              </a:buClr>
              <a:buSzPts val="1100"/>
              <a:buFont typeface="Arial"/>
              <a:buNone/>
            </a:pPr>
            <a:r>
              <a:rPr lang="en">
                <a:solidFill>
                  <a:schemeClr val="dk1"/>
                </a:solidFill>
              </a:rPr>
              <a:t>Our stakeholder is the issuer — the cardholder's bank. The question we set out to answer: using the card, address, email, and identity-match evidence available </a:t>
            </a:r>
            <a:r>
              <a:rPr lang="en">
                <a:solidFill>
                  <a:srgbClr val="999999"/>
                </a:solidFill>
              </a:rPr>
              <a:t>at the moment of transaction</a:t>
            </a:r>
            <a:r>
              <a:rPr lang="en">
                <a:solidFill>
                  <a:schemeClr val="dk1"/>
                </a:solidFill>
              </a:rPr>
              <a:t>, can the issuer catch at least 25% of fraud while keeping false positives low enough that legitimate customers aren't constantly interrupted?</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4" name="Google Shape;51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800"/>
              </a:spcAft>
              <a:buClr>
                <a:schemeClr val="dk1"/>
              </a:buClr>
              <a:buSzPts val="1100"/>
              <a:buFont typeface="Arial"/>
              <a:buNone/>
            </a:pPr>
            <a:r>
              <a:rPr lang="en">
                <a:solidFill>
                  <a:schemeClr val="dk1"/>
                </a:solidFill>
              </a:rPr>
              <a:t>That target maps to one operational decision: for every transaction, should the issuer approve it normally, or send it for step-up authentication — an extra verification step, like a one-time code — or manual review?</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0" name="Google Shape;520;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800"/>
              </a:spcAft>
              <a:buClr>
                <a:schemeClr val="dk1"/>
              </a:buClr>
              <a:buSzPts val="1100"/>
              <a:buFont typeface="Arial"/>
              <a:buNone/>
            </a:pPr>
            <a:r>
              <a:rPr lang="en">
                <a:solidFill>
                  <a:schemeClr val="dk1"/>
                </a:solidFill>
              </a:rPr>
              <a:t>Three things matter here to the issuer: catching more card-not-present fraud, cutting false positives so genuine customers aren't blocked, and staying transparent enough to explain a decision when challenged. </a:t>
            </a:r>
            <a:r>
              <a:rPr lang="en">
                <a:solidFill>
                  <a:srgbClr val="9E9E9E"/>
                </a:solidFill>
              </a:rPr>
              <a:t>So the goal isn't just "detect more frauds" — it's the right balance between fraud loss and customer friction.</a:t>
            </a:r>
            <a:r>
              <a:rPr lang="en">
                <a:solidFill>
                  <a:schemeClr val="dk1"/>
                </a:solidFill>
              </a:rPr>
              <a:t> I'll hand it over to Chen Jian to walk through what we found in the data.</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5" name="Google Shape;555;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1400">
                <a:solidFill>
                  <a:schemeClr val="dk1"/>
                </a:solidFill>
              </a:rPr>
              <a:t>Before we get into the models, I want to walk you through three findings from our exploratory analysis using the first 70% of transactions in time order </a:t>
            </a:r>
            <a:endParaRPr sz="1400">
              <a:solidFill>
                <a:schemeClr val="dk1"/>
              </a:solidFill>
            </a:endParaRPr>
          </a:p>
          <a:p>
            <a:pPr indent="0" lvl="0" marL="0" rtl="0" algn="l">
              <a:lnSpc>
                <a:spcPct val="100000"/>
              </a:lnSpc>
              <a:spcBef>
                <a:spcPts val="0"/>
              </a:spcBef>
              <a:spcAft>
                <a:spcPts val="0"/>
              </a:spcAft>
              <a:buSzPts val="1100"/>
              <a:buNone/>
            </a:pPr>
            <a:r>
              <a:t/>
            </a:r>
            <a:endParaRPr sz="1400">
              <a:solidFill>
                <a:schemeClr val="dk1"/>
              </a:solidFill>
            </a:endParaRPr>
          </a:p>
          <a:p>
            <a:pPr indent="0" lvl="0" marL="0" rtl="0" algn="l">
              <a:lnSpc>
                <a:spcPct val="100000"/>
              </a:lnSpc>
              <a:spcBef>
                <a:spcPts val="0"/>
              </a:spcBef>
              <a:spcAft>
                <a:spcPts val="0"/>
              </a:spcAft>
              <a:buSzPts val="1100"/>
              <a:buNone/>
            </a:pPr>
            <a:r>
              <a:rPr lang="en" sz="1400">
                <a:solidFill>
                  <a:schemeClr val="dk1"/>
                </a:solidFill>
              </a:rPr>
              <a:t>The first is: missing match evidence mattered more than we expected. When match information simply wasn't there, that was sometimes a stronger fraud signal than a mismatch. Our theory is that fraudsters can submit information that looks internally consistent, while some legitimate transaction flows just don't generate that verification data at all. So instead of assuming 'mismatch equals fraud,' we treated missing, matched, and failed checks as three separate signals</a:t>
            </a:r>
            <a:endParaRPr sz="1400">
              <a:solidFill>
                <a:schemeClr val="dk1"/>
              </a:solidFill>
            </a:endParaRPr>
          </a:p>
          <a:p>
            <a:pPr indent="0" lvl="0" marL="0" rtl="0" algn="l">
              <a:lnSpc>
                <a:spcPct val="100000"/>
              </a:lnSpc>
              <a:spcBef>
                <a:spcPts val="0"/>
              </a:spcBef>
              <a:spcAft>
                <a:spcPts val="0"/>
              </a:spcAft>
              <a:buSzPts val="1100"/>
              <a:buNone/>
            </a:pPr>
            <a:r>
              <a:t/>
            </a:r>
            <a:endParaRPr sz="1400">
              <a:solidFill>
                <a:schemeClr val="dk1"/>
              </a:solidFill>
            </a:endParaRPr>
          </a:p>
          <a:p>
            <a:pPr indent="0" lvl="0" marL="0" rtl="0" algn="l">
              <a:lnSpc>
                <a:spcPct val="100000"/>
              </a:lnSpc>
              <a:spcBef>
                <a:spcPts val="0"/>
              </a:spcBef>
              <a:spcAft>
                <a:spcPts val="0"/>
              </a:spcAft>
              <a:buSzPts val="1100"/>
              <a:buNone/>
            </a:pPr>
            <a:r>
              <a:rPr i="1" lang="en" sz="1400">
                <a:solidFill>
                  <a:schemeClr val="dk1"/>
                </a:solidFill>
              </a:rPr>
              <a:t>Our second finding pushed back on an even more common assumption.</a:t>
            </a:r>
            <a:endParaRPr sz="1400">
              <a:solidFill>
                <a:schemeClr val="dk1"/>
              </a:solidFill>
            </a:endParaRPr>
          </a:p>
          <a:p>
            <a:pPr indent="0" lvl="0" marL="0" rtl="0" algn="l">
              <a:lnSpc>
                <a:spcPct val="100000"/>
              </a:lnSpc>
              <a:spcBef>
                <a:spcPts val="0"/>
              </a:spcBef>
              <a:spcAft>
                <a:spcPts val="0"/>
              </a:spcAft>
              <a:buSzPts val="1100"/>
              <a:buNone/>
            </a:pPr>
            <a:r>
              <a:t/>
            </a:r>
            <a:endParaRPr sz="1500">
              <a:solidFill>
                <a:srgbClr val="F4F0EB"/>
              </a:solidFill>
              <a:highlight>
                <a:srgbClr val="252523"/>
              </a:highlight>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5" name="Google Shape;565;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1500">
                <a:solidFill>
                  <a:schemeClr val="dk1"/>
                </a:solidFill>
              </a:rPr>
              <a:t>We assumed a matching email meant safety. But the data disagreed that.  The top chart compares fraud rates with and without a recipient email present — having one actually correlates with </a:t>
            </a:r>
            <a:r>
              <a:rPr i="1" lang="en" sz="1500">
                <a:solidFill>
                  <a:schemeClr val="dk1"/>
                </a:solidFill>
              </a:rPr>
              <a:t>higher</a:t>
            </a:r>
            <a:r>
              <a:rPr lang="en" sz="1500">
                <a:solidFill>
                  <a:schemeClr val="dk1"/>
                </a:solidFill>
              </a:rPr>
              <a:t> fraud. The bottom chart compares matching versus non-matching email domains — again, a match came with a fraud rate nearly three times higher. Same logic as before: consistency can be faked. So a match alone was never treated as proof of safety.</a:t>
            </a:r>
            <a:endParaRPr sz="1500">
              <a:solidFill>
                <a:schemeClr val="dk1"/>
              </a:solidFill>
            </a:endParaRPr>
          </a:p>
          <a:p>
            <a:pPr indent="0" lvl="0" marL="0" rtl="0" algn="l">
              <a:lnSpc>
                <a:spcPct val="100000"/>
              </a:lnSpc>
              <a:spcBef>
                <a:spcPts val="0"/>
              </a:spcBef>
              <a:spcAft>
                <a:spcPts val="0"/>
              </a:spcAft>
              <a:buSzPts val="1100"/>
              <a:buNone/>
            </a:pPr>
            <a:r>
              <a:t/>
            </a:r>
            <a:endParaRPr sz="1500">
              <a:solidFill>
                <a:schemeClr val="dk1"/>
              </a:solidFill>
            </a:endParaRPr>
          </a:p>
          <a:p>
            <a:pPr indent="0" lvl="0" marL="0" rtl="0" algn="l">
              <a:lnSpc>
                <a:spcPct val="100000"/>
              </a:lnSpc>
              <a:spcBef>
                <a:spcPts val="0"/>
              </a:spcBef>
              <a:spcAft>
                <a:spcPts val="0"/>
              </a:spcAft>
              <a:buSzPts val="1100"/>
              <a:buNone/>
            </a:pPr>
            <a:r>
              <a:rPr i="1" lang="en" sz="1500">
                <a:solidFill>
                  <a:schemeClr val="dk1"/>
                </a:solidFill>
              </a:rPr>
              <a:t>And the same pattern showed up a third time.</a:t>
            </a:r>
            <a:endParaRPr sz="1500">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6" name="Google Shape;576;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1500">
                <a:solidFill>
                  <a:schemeClr val="dk1"/>
                </a:solidFill>
              </a:rPr>
              <a:t>Transactions with identity or device data present had a fraud rate over three times higher than those without it. Likely because these fields show up more in digitally intensive flows — where device reuse or account takeover happens. So we used identity-data presence as </a:t>
            </a:r>
            <a:r>
              <a:rPr i="1" lang="en" sz="1500">
                <a:solidFill>
                  <a:schemeClr val="dk1"/>
                </a:solidFill>
              </a:rPr>
              <a:t>context</a:t>
            </a:r>
            <a:r>
              <a:rPr lang="en" sz="1500">
                <a:solidFill>
                  <a:schemeClr val="dk1"/>
                </a:solidFill>
              </a:rPr>
              <a:t>, never as proof a transaction was safe.</a:t>
            </a:r>
            <a:endParaRPr sz="1500">
              <a:solidFill>
                <a:schemeClr val="dk1"/>
              </a:solidFill>
            </a:endParaRPr>
          </a:p>
          <a:p>
            <a:pPr indent="0" lvl="0" marL="0" rtl="0" algn="l">
              <a:lnSpc>
                <a:spcPct val="100000"/>
              </a:lnSpc>
              <a:spcBef>
                <a:spcPts val="0"/>
              </a:spcBef>
              <a:spcAft>
                <a:spcPts val="0"/>
              </a:spcAft>
              <a:buSzPts val="1100"/>
              <a:buNone/>
            </a:pPr>
            <a:r>
              <a:t/>
            </a:r>
            <a:endParaRPr sz="1500">
              <a:solidFill>
                <a:schemeClr val="dk1"/>
              </a:solidFill>
            </a:endParaRPr>
          </a:p>
          <a:p>
            <a:pPr indent="0" lvl="0" marL="0" rtl="0" algn="l">
              <a:lnSpc>
                <a:spcPct val="100000"/>
              </a:lnSpc>
              <a:spcBef>
                <a:spcPts val="0"/>
              </a:spcBef>
              <a:spcAft>
                <a:spcPts val="0"/>
              </a:spcAft>
              <a:buSzPts val="1100"/>
              <a:buNone/>
            </a:pPr>
            <a:r>
              <a:rPr i="1" lang="en" sz="1500">
                <a:solidFill>
                  <a:schemeClr val="dk1"/>
                </a:solidFill>
              </a:rPr>
              <a:t>With these insights guiding our feature choices, we split the modeling work across four pipelines.</a:t>
            </a:r>
            <a:endParaRPr sz="1500">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4" name="Google Shape;584;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1500">
                <a:solidFill>
                  <a:schemeClr val="dk1"/>
                </a:solidFill>
              </a:rPr>
              <a:t>We built a logistic regression on the M-pattern summary features. And we also built an XGBoost tree around card-address-email relationships. A transparent rule-based points score is also created. And Isolation Forest to flag unusual transactions. </a:t>
            </a:r>
            <a:endParaRPr sz="1500">
              <a:solidFill>
                <a:schemeClr val="dk1"/>
              </a:solidFill>
            </a:endParaRPr>
          </a:p>
          <a:p>
            <a:pPr indent="0" lvl="0" marL="0" rtl="0" algn="l">
              <a:lnSpc>
                <a:spcPct val="100000"/>
              </a:lnSpc>
              <a:spcBef>
                <a:spcPts val="0"/>
              </a:spcBef>
              <a:spcAft>
                <a:spcPts val="0"/>
              </a:spcAft>
              <a:buSzPts val="1100"/>
              <a:buNone/>
            </a:pPr>
            <a:r>
              <a:t/>
            </a:r>
            <a:endParaRPr sz="1500">
              <a:solidFill>
                <a:schemeClr val="dk1"/>
              </a:solidFill>
            </a:endParaRPr>
          </a:p>
          <a:p>
            <a:pPr indent="0" lvl="0" marL="0" rtl="0" algn="l">
              <a:lnSpc>
                <a:spcPct val="100000"/>
              </a:lnSpc>
              <a:spcBef>
                <a:spcPts val="0"/>
              </a:spcBef>
              <a:spcAft>
                <a:spcPts val="0"/>
              </a:spcAft>
              <a:buSzPts val="1100"/>
              <a:buNone/>
            </a:pPr>
            <a:r>
              <a:rPr i="1" lang="en" sz="1500">
                <a:solidFill>
                  <a:schemeClr val="dk1"/>
                </a:solidFill>
              </a:rPr>
              <a:t>Let's zoom into the first of these.</a:t>
            </a:r>
            <a:endParaRPr sz="1500">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0" name="Google Shape;590;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1500">
                <a:solidFill>
                  <a:schemeClr val="dk1"/>
                </a:solidFill>
              </a:rPr>
              <a:t>This pipeline tested whether the summary patterns from the M-fields could support fraud detection in a simple, explainable model. it separates missing from failed match evidence, shows the direction of each risk signal, and gives us an interpretable way to check whether our reasoning about these features actually holds up. For the issuer, that means it's useful supporting evidence — but on its own, it's not strong enough to drive decisions. That's where the other three pipelines come in.</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3" name="Google Shape;613;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SzPts val="1100"/>
              <a:buNone/>
            </a:pPr>
            <a:r>
              <a:t/>
            </a:r>
            <a:endParaRPr>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3" name="Google Shape;623;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Clr>
                <a:schemeClr val="dk1"/>
              </a:buClr>
              <a:buSzPts val="1100"/>
              <a:buFont typeface="Arial"/>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3" name="Google Shape;653;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6" name="Shape 676"/>
        <p:cNvGrpSpPr/>
        <p:nvPr/>
      </p:nvGrpSpPr>
      <p:grpSpPr>
        <a:xfrm>
          <a:off x="0" y="0"/>
          <a:ext cx="0" cy="0"/>
          <a:chOff x="0" y="0"/>
          <a:chExt cx="0" cy="0"/>
        </a:xfrm>
      </p:grpSpPr>
      <p:sp>
        <p:nvSpPr>
          <p:cNvPr id="677" name="Google Shape;677;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8" name="Google Shape;678;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00" name="Google Shape;700;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800"/>
              </a:spcAft>
              <a:buClr>
                <a:schemeClr val="dk1"/>
              </a:buClr>
              <a:buSzPts val="1100"/>
              <a:buFont typeface="Arial"/>
              <a:buNone/>
            </a:pPr>
            <a:r>
              <a:rPr lang="en">
                <a:solidFill>
                  <a:schemeClr val="dk1"/>
                </a:solidFill>
              </a:rPr>
              <a:t>My pipeline is the fourth: an Isolation Forest. It's different from the other three because it doesn't learn from fraud labels at all — it just looks for transactions whose combination of amount, card, address, email, and match signals looks unlike normal traffic. That matters because it can catch cases the supervised models miss, since they don't resemble any fraud we've already labelled. The trade-off: unusual isn't always fraudulent, so we had to control its threshold carefully to avoid flooding the issuer with false positives.</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21" name="Google Shape;721;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800"/>
              </a:spcAft>
              <a:buSzPts val="1100"/>
              <a:buNone/>
            </a:pPr>
            <a:r>
              <a:rPr lang="en">
                <a:solidFill>
                  <a:schemeClr val="dk1"/>
                </a:solidFill>
              </a:rPr>
              <a:t>All four pipelines feed one score each — the M-pattern model, the relationship model, the rule-based score, and my anomaly score. We combined them with a logistic regression stacking layer, which weights the strongest signals while still keeping the others as supporting evidence. The output is one consistent number the issuer can act on: approve normally, or send for step-up authentication and review.</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3" name="Shape 733"/>
        <p:cNvGrpSpPr/>
        <p:nvPr/>
      </p:nvGrpSpPr>
      <p:grpSpPr>
        <a:xfrm>
          <a:off x="0" y="0"/>
          <a:ext cx="0" cy="0"/>
          <a:chOff x="0" y="0"/>
          <a:chExt cx="0" cy="0"/>
        </a:xfrm>
      </p:grpSpPr>
      <p:sp>
        <p:nvSpPr>
          <p:cNvPr id="734" name="Google Shape;734;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5" name="Google Shape;735;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800"/>
              </a:spcAft>
              <a:buSzPts val="1100"/>
              <a:buNone/>
            </a:pPr>
            <a:r>
              <a:rPr lang="en">
                <a:solidFill>
                  <a:schemeClr val="dk1"/>
                </a:solidFill>
              </a:rPr>
              <a:t>Here's what that combined system delivers against our baseline — a simple XGBoost model on the raw columns. The baseline caught about 25% of fraud at 73% precision. Our combined decision layer catches 39% of fraud, with a false-positive rate of just 1.2%, and an AUC of 0.892 — the best separation of any single component.</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3" name="Shape 743"/>
        <p:cNvGrpSpPr/>
        <p:nvPr/>
      </p:nvGrpSpPr>
      <p:grpSpPr>
        <a:xfrm>
          <a:off x="0" y="0"/>
          <a:ext cx="0" cy="0"/>
          <a:chOff x="0" y="0"/>
          <a:chExt cx="0" cy="0"/>
        </a:xfrm>
      </p:grpSpPr>
      <p:sp>
        <p:nvSpPr>
          <p:cNvPr id="744" name="Google Shape;744;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45" name="Google Shape;745;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800"/>
              </a:spcAft>
              <a:buClr>
                <a:schemeClr val="dk1"/>
              </a:buClr>
              <a:buSzPts val="1100"/>
              <a:buFont typeface="Arial"/>
              <a:buNone/>
            </a:pPr>
            <a:r>
              <a:rPr lang="en">
                <a:solidFill>
                  <a:schemeClr val="dk1"/>
                </a:solidFill>
              </a:rPr>
              <a:t>In plain terms: we exceed the 25% recall target at nearly 39%, while keeping false positives to about 1 in 80 legitimate transactions. Compared to running XGBoost alone, we catch somewhat less fraud, but we cut false positives significantly — which matters, because every false positive is a real customer getting stopped at checkout.</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5" name="Google Shape;755;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800"/>
              </a:spcAft>
              <a:buClr>
                <a:schemeClr val="dk1"/>
              </a:buClr>
              <a:buSzPts val="1100"/>
              <a:buFont typeface="Arial"/>
              <a:buNone/>
            </a:pPr>
            <a:r>
              <a:rPr lang="en">
                <a:solidFill>
                  <a:schemeClr val="dk1"/>
                </a:solidFill>
              </a:rPr>
              <a:t>Our recommendation: the issuer should use this combined decision layer to drive the step-up decision, not any single pipeline alone. It clears the recall target, keeps friction low, and combines complementary evidence — XGBoost for raw predictive power, the other three for explainability, relationship context, and anomaly detection. And importantly, its output should trigger extra verification, not an automatic decline — false positives still happen, and a decline is a harder cost to reverse than a step-up.</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9" name="Shape 769"/>
        <p:cNvGrpSpPr/>
        <p:nvPr/>
      </p:nvGrpSpPr>
      <p:grpSpPr>
        <a:xfrm>
          <a:off x="0" y="0"/>
          <a:ext cx="0" cy="0"/>
          <a:chOff x="0" y="0"/>
          <a:chExt cx="0" cy="0"/>
        </a:xfrm>
      </p:grpSpPr>
      <p:sp>
        <p:nvSpPr>
          <p:cNvPr id="770" name="Google Shape;770;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71" name="Google Shape;771;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4.png"/><Relationship Id="rId4" Type="http://schemas.openxmlformats.org/officeDocument/2006/relationships/image" Target="../media/image7.png"/><Relationship Id="rId5" Type="http://schemas.openxmlformats.org/officeDocument/2006/relationships/image" Target="../media/image1.png"/><Relationship Id="rId6"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7.png"/><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8.png"/><Relationship Id="rId6" Type="http://schemas.openxmlformats.org/officeDocument/2006/relationships/image" Target="../media/image7.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6.png"/><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6.png"/><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3.png"/><Relationship Id="rId4" Type="http://schemas.openxmlformats.org/officeDocument/2006/relationships/image" Target="../media/image9.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slidesgo.com/" TargetMode="External"/><Relationship Id="rId3" Type="http://schemas.openxmlformats.org/officeDocument/2006/relationships/hyperlink" Target="https://www.flaticon.com/" TargetMode="External"/><Relationship Id="rId4" Type="http://schemas.openxmlformats.org/officeDocument/2006/relationships/hyperlink" Target="https://www.freepik.com/" TargetMode="External"/><Relationship Id="rId9" Type="http://schemas.openxmlformats.org/officeDocument/2006/relationships/image" Target="../media/image2.png"/><Relationship Id="rId5" Type="http://schemas.openxmlformats.org/officeDocument/2006/relationships/image" Target="../media/image4.png"/><Relationship Id="rId6" Type="http://schemas.openxmlformats.org/officeDocument/2006/relationships/image" Target="../media/image7.png"/><Relationship Id="rId7" Type="http://schemas.openxmlformats.org/officeDocument/2006/relationships/image" Target="../media/image1.png"/><Relationship Id="rId8"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7.png"/><Relationship Id="rId4" Type="http://schemas.openxmlformats.org/officeDocument/2006/relationships/image" Target="../media/image3.png"/><Relationship Id="rId5" Type="http://schemas.openxmlformats.org/officeDocument/2006/relationships/image" Target="../media/image9.png"/><Relationship Id="rId6" Type="http://schemas.openxmlformats.org/officeDocument/2006/relationships/image" Target="../media/image5.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8.png"/><Relationship Id="rId4" Type="http://schemas.openxmlformats.org/officeDocument/2006/relationships/image" Target="../media/image7.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9.png"/><Relationship Id="rId4" Type="http://schemas.openxmlformats.org/officeDocument/2006/relationships/image" Target="../media/image1.png"/><Relationship Id="rId5"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7.png"/><Relationship Id="rId5"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8.png"/><Relationship Id="rId6" Type="http://schemas.openxmlformats.org/officeDocument/2006/relationships/image" Target="../media/image7.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9.png"/><Relationship Id="rId4" Type="http://schemas.openxmlformats.org/officeDocument/2006/relationships/image" Target="../media/image2.png"/><Relationship Id="rId5" Type="http://schemas.openxmlformats.org/officeDocument/2006/relationships/image" Target="../media/image6.png"/><Relationship Id="rId6" Type="http://schemas.openxmlformats.org/officeDocument/2006/relationships/image" Target="../media/image4.png"/><Relationship Id="rId7"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9.png"/><Relationship Id="rId5" Type="http://schemas.openxmlformats.org/officeDocument/2006/relationships/image" Target="../media/image6.png"/><Relationship Id="rId6" Type="http://schemas.openxmlformats.org/officeDocument/2006/relationships/image" Target="../media/image8.png"/><Relationship Id="rId7" Type="http://schemas.openxmlformats.org/officeDocument/2006/relationships/image" Target="../media/image7.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7.png"/><Relationship Id="rId4" Type="http://schemas.openxmlformats.org/officeDocument/2006/relationships/image" Target="../media/image3.png"/><Relationship Id="rId5" Type="http://schemas.openxmlformats.org/officeDocument/2006/relationships/image" Target="../media/image5.png"/><Relationship Id="rId6"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9.png"/><Relationship Id="rId5" Type="http://schemas.openxmlformats.org/officeDocument/2006/relationships/image" Target="../media/image6.png"/><Relationship Id="rId6" Type="http://schemas.openxmlformats.org/officeDocument/2006/relationships/image" Target="../media/image8.png"/><Relationship Id="rId7" Type="http://schemas.openxmlformats.org/officeDocument/2006/relationships/image" Target="../media/image7.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9.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3.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6.png"/><Relationship Id="rId4" Type="http://schemas.openxmlformats.org/officeDocument/2006/relationships/image" Target="../media/image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6.png"/><Relationship Id="rId4" Type="http://schemas.openxmlformats.org/officeDocument/2006/relationships/image" Target="../media/image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7.png"/><Relationship Id="rId4" Type="http://schemas.openxmlformats.org/officeDocument/2006/relationships/image" Target="../media/image9.png"/><Relationship Id="rId5" Type="http://schemas.openxmlformats.org/officeDocument/2006/relationships/image" Target="../media/image1.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7.png"/><Relationship Id="rId4" Type="http://schemas.openxmlformats.org/officeDocument/2006/relationships/image" Target="../media/image9.png"/><Relationship Id="rId5" Type="http://schemas.openxmlformats.org/officeDocument/2006/relationships/image" Target="../media/image1.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3.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9.png"/><Relationship Id="rId5" Type="http://schemas.openxmlformats.org/officeDocument/2006/relationships/image" Target="../media/image6.png"/><Relationship Id="rId6" Type="http://schemas.openxmlformats.org/officeDocument/2006/relationships/image" Target="../media/image8.png"/><Relationship Id="rId7" Type="http://schemas.openxmlformats.org/officeDocument/2006/relationships/image" Target="../media/image7.png"/><Relationship Id="rId8" Type="http://schemas.openxmlformats.org/officeDocument/2006/relationships/image" Target="../media/image5.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9.png"/><Relationship Id="rId4" Type="http://schemas.openxmlformats.org/officeDocument/2006/relationships/image" Target="../media/image2.png"/><Relationship Id="rId5" Type="http://schemas.openxmlformats.org/officeDocument/2006/relationships/image" Target="../media/image1.png"/><Relationship Id="rId6" Type="http://schemas.openxmlformats.org/officeDocument/2006/relationships/image" Target="../media/image3.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8.png"/><Relationship Id="rId4" Type="http://schemas.openxmlformats.org/officeDocument/2006/relationships/image" Target="../media/image1.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3.png"/><Relationship Id="rId4" Type="http://schemas.openxmlformats.org/officeDocument/2006/relationships/image" Target="../media/image8.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8.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7.png"/><Relationship Id="rId4" Type="http://schemas.openxmlformats.org/officeDocument/2006/relationships/image" Target="../media/image3.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9.png"/><Relationship Id="rId4" Type="http://schemas.openxmlformats.org/officeDocument/2006/relationships/image" Target="../media/image2.png"/><Relationship Id="rId5" Type="http://schemas.openxmlformats.org/officeDocument/2006/relationships/image" Target="../media/image3.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7.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3.png"/><Relationship Id="rId6" Type="http://schemas.openxmlformats.org/officeDocument/2006/relationships/image" Target="../media/image8.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image" Target="../media/image3.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7.png"/><Relationship Id="rId4" Type="http://schemas.openxmlformats.org/officeDocument/2006/relationships/image" Target="../media/image3.png"/><Relationship Id="rId5" Type="http://schemas.openxmlformats.org/officeDocument/2006/relationships/image" Target="../media/image9.png"/><Relationship Id="rId6" Type="http://schemas.openxmlformats.org/officeDocument/2006/relationships/image" Target="../media/image5.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8.png"/><Relationship Id="rId4" Type="http://schemas.openxmlformats.org/officeDocument/2006/relationships/image" Target="../media/image7.png"/><Relationship Id="rId5" Type="http://schemas.openxmlformats.org/officeDocument/2006/relationships/image" Target="../media/image1.png"/><Relationship Id="rId6" Type="http://schemas.openxmlformats.org/officeDocument/2006/relationships/image" Target="../media/image2.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5.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7.png"/><Relationship Id="rId6" Type="http://schemas.openxmlformats.org/officeDocument/2006/relationships/image" Target="../media/image3.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6.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7.png"/><Relationship Id="rId5" Type="http://schemas.openxmlformats.org/officeDocument/2006/relationships/image" Target="../media/image5.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8.png"/><Relationship Id="rId5" Type="http://schemas.openxmlformats.org/officeDocument/2006/relationships/image" Target="../media/image7.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7.png"/><Relationship Id="rId5" Type="http://schemas.openxmlformats.org/officeDocument/2006/relationships/image" Target="../media/image5.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7.png"/><Relationship Id="rId5" Type="http://schemas.openxmlformats.org/officeDocument/2006/relationships/image" Target="../media/image5.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3.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7.png"/><Relationship Id="rId6" Type="http://schemas.openxmlformats.org/officeDocument/2006/relationships/image" Target="../media/image9.png"/><Relationship Id="rId7" Type="http://schemas.openxmlformats.org/officeDocument/2006/relationships/image" Target="../media/image6.png"/><Relationship Id="rId8"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pic>
        <p:nvPicPr>
          <p:cNvPr id="9" name="Google Shape;9;p21"/>
          <p:cNvPicPr preferRelativeResize="0"/>
          <p:nvPr/>
        </p:nvPicPr>
        <p:blipFill rotWithShape="1">
          <a:blip r:embed="rId2">
            <a:alphaModFix/>
          </a:blip>
          <a:srcRect b="0" l="0" r="0" t="0"/>
          <a:stretch/>
        </p:blipFill>
        <p:spPr>
          <a:xfrm>
            <a:off x="5600900" y="2715863"/>
            <a:ext cx="4000500" cy="2295525"/>
          </a:xfrm>
          <a:prstGeom prst="rect">
            <a:avLst/>
          </a:prstGeom>
          <a:noFill/>
          <a:ln>
            <a:noFill/>
          </a:ln>
        </p:spPr>
      </p:pic>
      <p:pic>
        <p:nvPicPr>
          <p:cNvPr id="10" name="Google Shape;10;p21"/>
          <p:cNvPicPr preferRelativeResize="0"/>
          <p:nvPr/>
        </p:nvPicPr>
        <p:blipFill rotWithShape="1">
          <a:blip r:embed="rId3">
            <a:alphaModFix/>
          </a:blip>
          <a:srcRect b="0" l="0" r="0" t="0"/>
          <a:stretch/>
        </p:blipFill>
        <p:spPr>
          <a:xfrm>
            <a:off x="1295550" y="184925"/>
            <a:ext cx="3262450" cy="2530950"/>
          </a:xfrm>
          <a:prstGeom prst="rect">
            <a:avLst/>
          </a:prstGeom>
          <a:noFill/>
          <a:ln>
            <a:noFill/>
          </a:ln>
        </p:spPr>
      </p:pic>
      <p:pic>
        <p:nvPicPr>
          <p:cNvPr id="11" name="Google Shape;11;p21"/>
          <p:cNvPicPr preferRelativeResize="0"/>
          <p:nvPr/>
        </p:nvPicPr>
        <p:blipFill rotWithShape="1">
          <a:blip r:embed="rId4">
            <a:alphaModFix/>
          </a:blip>
          <a:srcRect b="0" l="0" r="0" t="0"/>
          <a:stretch/>
        </p:blipFill>
        <p:spPr>
          <a:xfrm>
            <a:off x="337913" y="-438012"/>
            <a:ext cx="2409825" cy="2333625"/>
          </a:xfrm>
          <a:prstGeom prst="rect">
            <a:avLst/>
          </a:prstGeom>
          <a:noFill/>
          <a:ln>
            <a:noFill/>
          </a:ln>
        </p:spPr>
      </p:pic>
      <p:pic>
        <p:nvPicPr>
          <p:cNvPr id="12" name="Google Shape;12;p21"/>
          <p:cNvPicPr preferRelativeResize="0"/>
          <p:nvPr/>
        </p:nvPicPr>
        <p:blipFill rotWithShape="1">
          <a:blip r:embed="rId5">
            <a:alphaModFix/>
          </a:blip>
          <a:srcRect b="0" l="0" r="0" t="0"/>
          <a:stretch/>
        </p:blipFill>
        <p:spPr>
          <a:xfrm rot="5400000">
            <a:off x="6910775" y="206125"/>
            <a:ext cx="4339950" cy="3111650"/>
          </a:xfrm>
          <a:prstGeom prst="rect">
            <a:avLst/>
          </a:prstGeom>
          <a:noFill/>
          <a:ln>
            <a:noFill/>
          </a:ln>
        </p:spPr>
      </p:pic>
      <p:pic>
        <p:nvPicPr>
          <p:cNvPr id="13" name="Google Shape;13;p21"/>
          <p:cNvPicPr preferRelativeResize="0"/>
          <p:nvPr/>
        </p:nvPicPr>
        <p:blipFill rotWithShape="1">
          <a:blip r:embed="rId6">
            <a:alphaModFix/>
          </a:blip>
          <a:srcRect b="0" l="0" r="0" t="0"/>
          <a:stretch/>
        </p:blipFill>
        <p:spPr>
          <a:xfrm rot="5400000">
            <a:off x="941800" y="2746450"/>
            <a:ext cx="1733750" cy="3947449"/>
          </a:xfrm>
          <a:prstGeom prst="rect">
            <a:avLst/>
          </a:prstGeom>
          <a:noFill/>
          <a:ln>
            <a:noFill/>
          </a:ln>
        </p:spPr>
      </p:pic>
      <p:sp>
        <p:nvSpPr>
          <p:cNvPr id="14" name="Google Shape;14;p21"/>
          <p:cNvSpPr txBox="1"/>
          <p:nvPr>
            <p:ph type="ctrTitle"/>
          </p:nvPr>
        </p:nvSpPr>
        <p:spPr>
          <a:xfrm>
            <a:off x="953325" y="1452750"/>
            <a:ext cx="7237500" cy="1814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5" name="Google Shape;15;p21"/>
          <p:cNvSpPr txBox="1"/>
          <p:nvPr>
            <p:ph idx="1" type="subTitle"/>
          </p:nvPr>
        </p:nvSpPr>
        <p:spPr>
          <a:xfrm>
            <a:off x="1540125" y="3266850"/>
            <a:ext cx="6063900" cy="4239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2">
  <p:cSld name="CUSTOM_2_1">
    <p:spTree>
      <p:nvGrpSpPr>
        <p:cNvPr id="16" name="Shape 16"/>
        <p:cNvGrpSpPr/>
        <p:nvPr/>
      </p:nvGrpSpPr>
      <p:grpSpPr>
        <a:xfrm>
          <a:off x="0" y="0"/>
          <a:ext cx="0" cy="0"/>
          <a:chOff x="0" y="0"/>
          <a:chExt cx="0" cy="0"/>
        </a:xfrm>
      </p:grpSpPr>
      <p:sp>
        <p:nvSpPr>
          <p:cNvPr id="17" name="Google Shape;17;p22"/>
          <p:cNvSpPr txBox="1"/>
          <p:nvPr>
            <p:ph type="title"/>
          </p:nvPr>
        </p:nvSpPr>
        <p:spPr>
          <a:xfrm>
            <a:off x="1624450" y="1629147"/>
            <a:ext cx="2694000" cy="421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None/>
              <a:defRPr sz="22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18" name="Google Shape;18;p22"/>
          <p:cNvSpPr txBox="1"/>
          <p:nvPr>
            <p:ph idx="1" type="subTitle"/>
          </p:nvPr>
        </p:nvSpPr>
        <p:spPr>
          <a:xfrm>
            <a:off x="1624450" y="1990162"/>
            <a:ext cx="2694000" cy="885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600"/>
              <a:buNone/>
              <a:defRPr/>
            </a:lvl1pPr>
            <a:lvl2pPr lvl="1" algn="l">
              <a:lnSpc>
                <a:spcPct val="100000"/>
              </a:lnSpc>
              <a:spcBef>
                <a:spcPts val="0"/>
              </a:spcBef>
              <a:spcAft>
                <a:spcPts val="0"/>
              </a:spcAft>
              <a:buSzPts val="1600"/>
              <a:buNone/>
              <a:defRPr/>
            </a:lvl2pPr>
            <a:lvl3pPr lvl="2" algn="l">
              <a:lnSpc>
                <a:spcPct val="100000"/>
              </a:lnSpc>
              <a:spcBef>
                <a:spcPts val="0"/>
              </a:spcBef>
              <a:spcAft>
                <a:spcPts val="0"/>
              </a:spcAft>
              <a:buSzPts val="1600"/>
              <a:buNone/>
              <a:defRPr/>
            </a:lvl3pPr>
            <a:lvl4pPr lvl="3" algn="l">
              <a:lnSpc>
                <a:spcPct val="100000"/>
              </a:lnSpc>
              <a:spcBef>
                <a:spcPts val="0"/>
              </a:spcBef>
              <a:spcAft>
                <a:spcPts val="0"/>
              </a:spcAft>
              <a:buSzPts val="1600"/>
              <a:buNone/>
              <a:defRPr/>
            </a:lvl4pPr>
            <a:lvl5pPr lvl="4" algn="l">
              <a:lnSpc>
                <a:spcPct val="100000"/>
              </a:lnSpc>
              <a:spcBef>
                <a:spcPts val="0"/>
              </a:spcBef>
              <a:spcAft>
                <a:spcPts val="0"/>
              </a:spcAft>
              <a:buSzPts val="1600"/>
              <a:buNone/>
              <a:defRPr/>
            </a:lvl5pPr>
            <a:lvl6pPr lvl="5" algn="l">
              <a:lnSpc>
                <a:spcPct val="100000"/>
              </a:lnSpc>
              <a:spcBef>
                <a:spcPts val="0"/>
              </a:spcBef>
              <a:spcAft>
                <a:spcPts val="0"/>
              </a:spcAft>
              <a:buSzPts val="1600"/>
              <a:buNone/>
              <a:defRPr/>
            </a:lvl6pPr>
            <a:lvl7pPr lvl="6" algn="l">
              <a:lnSpc>
                <a:spcPct val="100000"/>
              </a:lnSpc>
              <a:spcBef>
                <a:spcPts val="0"/>
              </a:spcBef>
              <a:spcAft>
                <a:spcPts val="0"/>
              </a:spcAft>
              <a:buSzPts val="1600"/>
              <a:buNone/>
              <a:defRPr/>
            </a:lvl7pPr>
            <a:lvl8pPr lvl="7" algn="l">
              <a:lnSpc>
                <a:spcPct val="100000"/>
              </a:lnSpc>
              <a:spcBef>
                <a:spcPts val="0"/>
              </a:spcBef>
              <a:spcAft>
                <a:spcPts val="0"/>
              </a:spcAft>
              <a:buSzPts val="1600"/>
              <a:buNone/>
              <a:defRPr/>
            </a:lvl8pPr>
            <a:lvl9pPr lvl="8" algn="l">
              <a:lnSpc>
                <a:spcPct val="100000"/>
              </a:lnSpc>
              <a:spcBef>
                <a:spcPts val="0"/>
              </a:spcBef>
              <a:spcAft>
                <a:spcPts val="0"/>
              </a:spcAft>
              <a:buSzPts val="1600"/>
              <a:buNone/>
              <a:defRPr/>
            </a:lvl9pPr>
          </a:lstStyle>
          <a:p/>
        </p:txBody>
      </p:sp>
      <p:sp>
        <p:nvSpPr>
          <p:cNvPr id="19" name="Google Shape;19;p22"/>
          <p:cNvSpPr txBox="1"/>
          <p:nvPr>
            <p:ph idx="2" type="title"/>
          </p:nvPr>
        </p:nvSpPr>
        <p:spPr>
          <a:xfrm>
            <a:off x="713225" y="539500"/>
            <a:ext cx="77175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a:lvl2pPr>
            <a:lvl3pPr lvl="2" algn="ctr">
              <a:lnSpc>
                <a:spcPct val="100000"/>
              </a:lnSpc>
              <a:spcBef>
                <a:spcPts val="0"/>
              </a:spcBef>
              <a:spcAft>
                <a:spcPts val="0"/>
              </a:spcAft>
              <a:buSzPts val="2800"/>
              <a:buNone/>
              <a:defRPr/>
            </a:lvl3pPr>
            <a:lvl4pPr lvl="3" algn="ctr">
              <a:lnSpc>
                <a:spcPct val="100000"/>
              </a:lnSpc>
              <a:spcBef>
                <a:spcPts val="0"/>
              </a:spcBef>
              <a:spcAft>
                <a:spcPts val="0"/>
              </a:spcAft>
              <a:buSzPts val="2800"/>
              <a:buNone/>
              <a:defRPr/>
            </a:lvl4pPr>
            <a:lvl5pPr lvl="4" algn="ctr">
              <a:lnSpc>
                <a:spcPct val="100000"/>
              </a:lnSpc>
              <a:spcBef>
                <a:spcPts val="0"/>
              </a:spcBef>
              <a:spcAft>
                <a:spcPts val="0"/>
              </a:spcAft>
              <a:buSzPts val="2800"/>
              <a:buNone/>
              <a:defRPr/>
            </a:lvl5pPr>
            <a:lvl6pPr lvl="5" algn="ctr">
              <a:lnSpc>
                <a:spcPct val="100000"/>
              </a:lnSpc>
              <a:spcBef>
                <a:spcPts val="0"/>
              </a:spcBef>
              <a:spcAft>
                <a:spcPts val="0"/>
              </a:spcAft>
              <a:buSzPts val="2800"/>
              <a:buNone/>
              <a:defRPr/>
            </a:lvl6pPr>
            <a:lvl7pPr lvl="6" algn="ctr">
              <a:lnSpc>
                <a:spcPct val="100000"/>
              </a:lnSpc>
              <a:spcBef>
                <a:spcPts val="0"/>
              </a:spcBef>
              <a:spcAft>
                <a:spcPts val="0"/>
              </a:spcAft>
              <a:buSzPts val="2800"/>
              <a:buNone/>
              <a:defRPr/>
            </a:lvl7pPr>
            <a:lvl8pPr lvl="7" algn="ctr">
              <a:lnSpc>
                <a:spcPct val="100000"/>
              </a:lnSpc>
              <a:spcBef>
                <a:spcPts val="0"/>
              </a:spcBef>
              <a:spcAft>
                <a:spcPts val="0"/>
              </a:spcAft>
              <a:buSzPts val="2800"/>
              <a:buNone/>
              <a:defRPr/>
            </a:lvl8pPr>
            <a:lvl9pPr lvl="8" algn="ctr">
              <a:lnSpc>
                <a:spcPct val="100000"/>
              </a:lnSpc>
              <a:spcBef>
                <a:spcPts val="0"/>
              </a:spcBef>
              <a:spcAft>
                <a:spcPts val="0"/>
              </a:spcAft>
              <a:buSzPts val="2800"/>
              <a:buNone/>
              <a:defRPr/>
            </a:lvl9pPr>
          </a:lstStyle>
          <a:p/>
        </p:txBody>
      </p:sp>
      <p:sp>
        <p:nvSpPr>
          <p:cNvPr id="20" name="Google Shape;20;p22"/>
          <p:cNvSpPr txBox="1"/>
          <p:nvPr>
            <p:ph idx="3" type="title"/>
          </p:nvPr>
        </p:nvSpPr>
        <p:spPr>
          <a:xfrm>
            <a:off x="4825396" y="1629147"/>
            <a:ext cx="2694000" cy="4215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2400"/>
              <a:buNone/>
              <a:defRPr sz="22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21" name="Google Shape;21;p22"/>
          <p:cNvSpPr txBox="1"/>
          <p:nvPr>
            <p:ph idx="4" type="subTitle"/>
          </p:nvPr>
        </p:nvSpPr>
        <p:spPr>
          <a:xfrm>
            <a:off x="4825389" y="1990162"/>
            <a:ext cx="2694000" cy="8853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1600"/>
              <a:buNone/>
              <a:defRPr/>
            </a:lvl1pPr>
            <a:lvl2pPr lvl="1" algn="l">
              <a:lnSpc>
                <a:spcPct val="100000"/>
              </a:lnSpc>
              <a:spcBef>
                <a:spcPts val="0"/>
              </a:spcBef>
              <a:spcAft>
                <a:spcPts val="0"/>
              </a:spcAft>
              <a:buSzPts val="1600"/>
              <a:buNone/>
              <a:defRPr/>
            </a:lvl2pPr>
            <a:lvl3pPr lvl="2" algn="l">
              <a:lnSpc>
                <a:spcPct val="100000"/>
              </a:lnSpc>
              <a:spcBef>
                <a:spcPts val="0"/>
              </a:spcBef>
              <a:spcAft>
                <a:spcPts val="0"/>
              </a:spcAft>
              <a:buSzPts val="1600"/>
              <a:buNone/>
              <a:defRPr/>
            </a:lvl3pPr>
            <a:lvl4pPr lvl="3" algn="l">
              <a:lnSpc>
                <a:spcPct val="100000"/>
              </a:lnSpc>
              <a:spcBef>
                <a:spcPts val="0"/>
              </a:spcBef>
              <a:spcAft>
                <a:spcPts val="0"/>
              </a:spcAft>
              <a:buSzPts val="1600"/>
              <a:buNone/>
              <a:defRPr/>
            </a:lvl4pPr>
            <a:lvl5pPr lvl="4" algn="l">
              <a:lnSpc>
                <a:spcPct val="100000"/>
              </a:lnSpc>
              <a:spcBef>
                <a:spcPts val="0"/>
              </a:spcBef>
              <a:spcAft>
                <a:spcPts val="0"/>
              </a:spcAft>
              <a:buSzPts val="1600"/>
              <a:buNone/>
              <a:defRPr/>
            </a:lvl5pPr>
            <a:lvl6pPr lvl="5" algn="l">
              <a:lnSpc>
                <a:spcPct val="100000"/>
              </a:lnSpc>
              <a:spcBef>
                <a:spcPts val="0"/>
              </a:spcBef>
              <a:spcAft>
                <a:spcPts val="0"/>
              </a:spcAft>
              <a:buSzPts val="1600"/>
              <a:buNone/>
              <a:defRPr/>
            </a:lvl6pPr>
            <a:lvl7pPr lvl="6" algn="l">
              <a:lnSpc>
                <a:spcPct val="100000"/>
              </a:lnSpc>
              <a:spcBef>
                <a:spcPts val="0"/>
              </a:spcBef>
              <a:spcAft>
                <a:spcPts val="0"/>
              </a:spcAft>
              <a:buSzPts val="1600"/>
              <a:buNone/>
              <a:defRPr/>
            </a:lvl7pPr>
            <a:lvl8pPr lvl="7" algn="l">
              <a:lnSpc>
                <a:spcPct val="100000"/>
              </a:lnSpc>
              <a:spcBef>
                <a:spcPts val="0"/>
              </a:spcBef>
              <a:spcAft>
                <a:spcPts val="0"/>
              </a:spcAft>
              <a:buSzPts val="1600"/>
              <a:buNone/>
              <a:defRPr/>
            </a:lvl8pPr>
            <a:lvl9pPr lvl="8" algn="l">
              <a:lnSpc>
                <a:spcPct val="100000"/>
              </a:lnSpc>
              <a:spcBef>
                <a:spcPts val="0"/>
              </a:spcBef>
              <a:spcAft>
                <a:spcPts val="0"/>
              </a:spcAft>
              <a:buSzPts val="1600"/>
              <a:buNone/>
              <a:defRPr/>
            </a:lvl9pPr>
          </a:lstStyle>
          <a:p/>
        </p:txBody>
      </p:sp>
      <p:sp>
        <p:nvSpPr>
          <p:cNvPr id="22" name="Google Shape;22;p22"/>
          <p:cNvSpPr txBox="1"/>
          <p:nvPr>
            <p:ph idx="5" type="title"/>
          </p:nvPr>
        </p:nvSpPr>
        <p:spPr>
          <a:xfrm>
            <a:off x="1624450" y="2998172"/>
            <a:ext cx="2694000" cy="421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None/>
              <a:defRPr sz="22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23" name="Google Shape;23;p22"/>
          <p:cNvSpPr txBox="1"/>
          <p:nvPr>
            <p:ph idx="6" type="subTitle"/>
          </p:nvPr>
        </p:nvSpPr>
        <p:spPr>
          <a:xfrm>
            <a:off x="1624450" y="3364383"/>
            <a:ext cx="2694000" cy="885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600"/>
              <a:buNone/>
              <a:defRPr/>
            </a:lvl1pPr>
            <a:lvl2pPr lvl="1" algn="l">
              <a:lnSpc>
                <a:spcPct val="100000"/>
              </a:lnSpc>
              <a:spcBef>
                <a:spcPts val="0"/>
              </a:spcBef>
              <a:spcAft>
                <a:spcPts val="0"/>
              </a:spcAft>
              <a:buSzPts val="1600"/>
              <a:buNone/>
              <a:defRPr/>
            </a:lvl2pPr>
            <a:lvl3pPr lvl="2" algn="l">
              <a:lnSpc>
                <a:spcPct val="100000"/>
              </a:lnSpc>
              <a:spcBef>
                <a:spcPts val="0"/>
              </a:spcBef>
              <a:spcAft>
                <a:spcPts val="0"/>
              </a:spcAft>
              <a:buSzPts val="1600"/>
              <a:buNone/>
              <a:defRPr/>
            </a:lvl3pPr>
            <a:lvl4pPr lvl="3" algn="l">
              <a:lnSpc>
                <a:spcPct val="100000"/>
              </a:lnSpc>
              <a:spcBef>
                <a:spcPts val="0"/>
              </a:spcBef>
              <a:spcAft>
                <a:spcPts val="0"/>
              </a:spcAft>
              <a:buSzPts val="1600"/>
              <a:buNone/>
              <a:defRPr/>
            </a:lvl4pPr>
            <a:lvl5pPr lvl="4" algn="l">
              <a:lnSpc>
                <a:spcPct val="100000"/>
              </a:lnSpc>
              <a:spcBef>
                <a:spcPts val="0"/>
              </a:spcBef>
              <a:spcAft>
                <a:spcPts val="0"/>
              </a:spcAft>
              <a:buSzPts val="1600"/>
              <a:buNone/>
              <a:defRPr/>
            </a:lvl5pPr>
            <a:lvl6pPr lvl="5" algn="l">
              <a:lnSpc>
                <a:spcPct val="100000"/>
              </a:lnSpc>
              <a:spcBef>
                <a:spcPts val="0"/>
              </a:spcBef>
              <a:spcAft>
                <a:spcPts val="0"/>
              </a:spcAft>
              <a:buSzPts val="1600"/>
              <a:buNone/>
              <a:defRPr/>
            </a:lvl6pPr>
            <a:lvl7pPr lvl="6" algn="l">
              <a:lnSpc>
                <a:spcPct val="100000"/>
              </a:lnSpc>
              <a:spcBef>
                <a:spcPts val="0"/>
              </a:spcBef>
              <a:spcAft>
                <a:spcPts val="0"/>
              </a:spcAft>
              <a:buSzPts val="1600"/>
              <a:buNone/>
              <a:defRPr/>
            </a:lvl7pPr>
            <a:lvl8pPr lvl="7" algn="l">
              <a:lnSpc>
                <a:spcPct val="100000"/>
              </a:lnSpc>
              <a:spcBef>
                <a:spcPts val="0"/>
              </a:spcBef>
              <a:spcAft>
                <a:spcPts val="0"/>
              </a:spcAft>
              <a:buSzPts val="1600"/>
              <a:buNone/>
              <a:defRPr/>
            </a:lvl8pPr>
            <a:lvl9pPr lvl="8" algn="l">
              <a:lnSpc>
                <a:spcPct val="100000"/>
              </a:lnSpc>
              <a:spcBef>
                <a:spcPts val="0"/>
              </a:spcBef>
              <a:spcAft>
                <a:spcPts val="0"/>
              </a:spcAft>
              <a:buSzPts val="1600"/>
              <a:buNone/>
              <a:defRPr/>
            </a:lvl9pPr>
          </a:lstStyle>
          <a:p/>
        </p:txBody>
      </p:sp>
      <p:sp>
        <p:nvSpPr>
          <p:cNvPr id="24" name="Google Shape;24;p22"/>
          <p:cNvSpPr txBox="1"/>
          <p:nvPr>
            <p:ph idx="7" type="title"/>
          </p:nvPr>
        </p:nvSpPr>
        <p:spPr>
          <a:xfrm>
            <a:off x="4825396" y="2998172"/>
            <a:ext cx="2694000" cy="4215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2400"/>
              <a:buNone/>
              <a:defRPr sz="22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25" name="Google Shape;25;p22"/>
          <p:cNvSpPr txBox="1"/>
          <p:nvPr>
            <p:ph idx="8" type="subTitle"/>
          </p:nvPr>
        </p:nvSpPr>
        <p:spPr>
          <a:xfrm>
            <a:off x="4825389" y="3364383"/>
            <a:ext cx="2694000" cy="8853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1600"/>
              <a:buNone/>
              <a:defRPr/>
            </a:lvl1pPr>
            <a:lvl2pPr lvl="1" algn="l">
              <a:lnSpc>
                <a:spcPct val="100000"/>
              </a:lnSpc>
              <a:spcBef>
                <a:spcPts val="0"/>
              </a:spcBef>
              <a:spcAft>
                <a:spcPts val="0"/>
              </a:spcAft>
              <a:buSzPts val="1600"/>
              <a:buNone/>
              <a:defRPr/>
            </a:lvl2pPr>
            <a:lvl3pPr lvl="2" algn="l">
              <a:lnSpc>
                <a:spcPct val="100000"/>
              </a:lnSpc>
              <a:spcBef>
                <a:spcPts val="0"/>
              </a:spcBef>
              <a:spcAft>
                <a:spcPts val="0"/>
              </a:spcAft>
              <a:buSzPts val="1600"/>
              <a:buNone/>
              <a:defRPr/>
            </a:lvl3pPr>
            <a:lvl4pPr lvl="3" algn="l">
              <a:lnSpc>
                <a:spcPct val="100000"/>
              </a:lnSpc>
              <a:spcBef>
                <a:spcPts val="0"/>
              </a:spcBef>
              <a:spcAft>
                <a:spcPts val="0"/>
              </a:spcAft>
              <a:buSzPts val="1600"/>
              <a:buNone/>
              <a:defRPr/>
            </a:lvl4pPr>
            <a:lvl5pPr lvl="4" algn="l">
              <a:lnSpc>
                <a:spcPct val="100000"/>
              </a:lnSpc>
              <a:spcBef>
                <a:spcPts val="0"/>
              </a:spcBef>
              <a:spcAft>
                <a:spcPts val="0"/>
              </a:spcAft>
              <a:buSzPts val="1600"/>
              <a:buNone/>
              <a:defRPr/>
            </a:lvl5pPr>
            <a:lvl6pPr lvl="5" algn="l">
              <a:lnSpc>
                <a:spcPct val="100000"/>
              </a:lnSpc>
              <a:spcBef>
                <a:spcPts val="0"/>
              </a:spcBef>
              <a:spcAft>
                <a:spcPts val="0"/>
              </a:spcAft>
              <a:buSzPts val="1600"/>
              <a:buNone/>
              <a:defRPr/>
            </a:lvl6pPr>
            <a:lvl7pPr lvl="6" algn="l">
              <a:lnSpc>
                <a:spcPct val="100000"/>
              </a:lnSpc>
              <a:spcBef>
                <a:spcPts val="0"/>
              </a:spcBef>
              <a:spcAft>
                <a:spcPts val="0"/>
              </a:spcAft>
              <a:buSzPts val="1600"/>
              <a:buNone/>
              <a:defRPr/>
            </a:lvl7pPr>
            <a:lvl8pPr lvl="7" algn="l">
              <a:lnSpc>
                <a:spcPct val="100000"/>
              </a:lnSpc>
              <a:spcBef>
                <a:spcPts val="0"/>
              </a:spcBef>
              <a:spcAft>
                <a:spcPts val="0"/>
              </a:spcAft>
              <a:buSzPts val="1600"/>
              <a:buNone/>
              <a:defRPr/>
            </a:lvl8pPr>
            <a:lvl9pPr lvl="8" algn="l">
              <a:lnSpc>
                <a:spcPct val="100000"/>
              </a:lnSpc>
              <a:spcBef>
                <a:spcPts val="0"/>
              </a:spcBef>
              <a:spcAft>
                <a:spcPts val="0"/>
              </a:spcAft>
              <a:buSzPts val="1600"/>
              <a:buNone/>
              <a:defRPr/>
            </a:lvl9pPr>
          </a:lstStyle>
          <a:p/>
        </p:txBody>
      </p:sp>
      <p:pic>
        <p:nvPicPr>
          <p:cNvPr id="26" name="Google Shape;26;p22"/>
          <p:cNvPicPr preferRelativeResize="0"/>
          <p:nvPr/>
        </p:nvPicPr>
        <p:blipFill rotWithShape="1">
          <a:blip r:embed="rId2">
            <a:alphaModFix/>
          </a:blip>
          <a:srcRect b="0" l="0" r="0" t="0"/>
          <a:stretch/>
        </p:blipFill>
        <p:spPr>
          <a:xfrm rot="7138799">
            <a:off x="7705970" y="-1163991"/>
            <a:ext cx="1449612" cy="3300532"/>
          </a:xfrm>
          <a:prstGeom prst="rect">
            <a:avLst/>
          </a:prstGeom>
          <a:noFill/>
          <a:ln>
            <a:noFill/>
          </a:ln>
        </p:spPr>
      </p:pic>
      <p:pic>
        <p:nvPicPr>
          <p:cNvPr id="27" name="Google Shape;27;p22"/>
          <p:cNvPicPr preferRelativeResize="0"/>
          <p:nvPr/>
        </p:nvPicPr>
        <p:blipFill rotWithShape="1">
          <a:blip r:embed="rId3">
            <a:alphaModFix/>
          </a:blip>
          <a:srcRect b="0" l="0" r="0" t="0"/>
          <a:stretch/>
        </p:blipFill>
        <p:spPr>
          <a:xfrm rot="5400000">
            <a:off x="-616525" y="385275"/>
            <a:ext cx="1393300" cy="1349250"/>
          </a:xfrm>
          <a:prstGeom prst="rect">
            <a:avLst/>
          </a:prstGeom>
          <a:noFill/>
          <a:ln>
            <a:noFill/>
          </a:ln>
        </p:spPr>
      </p:pic>
      <p:pic>
        <p:nvPicPr>
          <p:cNvPr id="28" name="Google Shape;28;p22"/>
          <p:cNvPicPr preferRelativeResize="0"/>
          <p:nvPr/>
        </p:nvPicPr>
        <p:blipFill rotWithShape="1">
          <a:blip r:embed="rId4">
            <a:alphaModFix/>
          </a:blip>
          <a:srcRect b="0" l="0" r="0" t="0"/>
          <a:stretch/>
        </p:blipFill>
        <p:spPr>
          <a:xfrm rot="-5400000">
            <a:off x="5172175" y="3734100"/>
            <a:ext cx="1315650" cy="319145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9" name="Shape 29"/>
        <p:cNvGrpSpPr/>
        <p:nvPr/>
      </p:nvGrpSpPr>
      <p:grpSpPr>
        <a:xfrm>
          <a:off x="0" y="0"/>
          <a:ext cx="0" cy="0"/>
          <a:chOff x="0" y="0"/>
          <a:chExt cx="0" cy="0"/>
        </a:xfrm>
      </p:grpSpPr>
      <p:sp>
        <p:nvSpPr>
          <p:cNvPr id="30" name="Google Shape;30;p23"/>
          <p:cNvSpPr txBox="1"/>
          <p:nvPr>
            <p:ph type="title"/>
          </p:nvPr>
        </p:nvSpPr>
        <p:spPr>
          <a:xfrm>
            <a:off x="2683650" y="1533327"/>
            <a:ext cx="3776700" cy="649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1" name="Google Shape;31;p23"/>
          <p:cNvSpPr txBox="1"/>
          <p:nvPr>
            <p:ph idx="1" type="subTitle"/>
          </p:nvPr>
        </p:nvSpPr>
        <p:spPr>
          <a:xfrm>
            <a:off x="2683500" y="2353900"/>
            <a:ext cx="3777000" cy="1437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pic>
        <p:nvPicPr>
          <p:cNvPr id="32" name="Google Shape;32;p23"/>
          <p:cNvPicPr preferRelativeResize="0"/>
          <p:nvPr/>
        </p:nvPicPr>
        <p:blipFill rotWithShape="1">
          <a:blip r:embed="rId2">
            <a:alphaModFix/>
          </a:blip>
          <a:srcRect b="0" l="0" r="0" t="0"/>
          <a:stretch/>
        </p:blipFill>
        <p:spPr>
          <a:xfrm rot="3905281">
            <a:off x="1835275" y="-2291450"/>
            <a:ext cx="1924050" cy="4667250"/>
          </a:xfrm>
          <a:prstGeom prst="rect">
            <a:avLst/>
          </a:prstGeom>
          <a:noFill/>
          <a:ln>
            <a:noFill/>
          </a:ln>
        </p:spPr>
      </p:pic>
      <p:pic>
        <p:nvPicPr>
          <p:cNvPr id="33" name="Google Shape;33;p23"/>
          <p:cNvPicPr preferRelativeResize="0"/>
          <p:nvPr/>
        </p:nvPicPr>
        <p:blipFill rotWithShape="1">
          <a:blip r:embed="rId3">
            <a:alphaModFix/>
          </a:blip>
          <a:srcRect b="0" l="0" r="0" t="0"/>
          <a:stretch/>
        </p:blipFill>
        <p:spPr>
          <a:xfrm rot="-1">
            <a:off x="618850" y="-1483600"/>
            <a:ext cx="3810950" cy="2732349"/>
          </a:xfrm>
          <a:prstGeom prst="rect">
            <a:avLst/>
          </a:prstGeom>
          <a:noFill/>
          <a:ln>
            <a:noFill/>
          </a:ln>
        </p:spPr>
      </p:pic>
      <p:pic>
        <p:nvPicPr>
          <p:cNvPr id="34" name="Google Shape;34;p23"/>
          <p:cNvPicPr preferRelativeResize="0"/>
          <p:nvPr/>
        </p:nvPicPr>
        <p:blipFill rotWithShape="1">
          <a:blip r:embed="rId4">
            <a:alphaModFix/>
          </a:blip>
          <a:srcRect b="0" l="0" r="0" t="0"/>
          <a:stretch/>
        </p:blipFill>
        <p:spPr>
          <a:xfrm rot="-3282886">
            <a:off x="790253" y="2486470"/>
            <a:ext cx="1774245" cy="4039661"/>
          </a:xfrm>
          <a:prstGeom prst="rect">
            <a:avLst/>
          </a:prstGeom>
          <a:noFill/>
          <a:ln>
            <a:noFill/>
          </a:ln>
        </p:spPr>
      </p:pic>
      <p:pic>
        <p:nvPicPr>
          <p:cNvPr id="35" name="Google Shape;35;p23"/>
          <p:cNvPicPr preferRelativeResize="0"/>
          <p:nvPr/>
        </p:nvPicPr>
        <p:blipFill rotWithShape="1">
          <a:blip r:embed="rId5">
            <a:alphaModFix/>
          </a:blip>
          <a:srcRect b="0" l="0" r="0" t="0"/>
          <a:stretch/>
        </p:blipFill>
        <p:spPr>
          <a:xfrm rot="10800000">
            <a:off x="7253475" y="3556568"/>
            <a:ext cx="2504350" cy="1437030"/>
          </a:xfrm>
          <a:prstGeom prst="rect">
            <a:avLst/>
          </a:prstGeom>
          <a:noFill/>
          <a:ln>
            <a:noFill/>
          </a:ln>
        </p:spPr>
      </p:pic>
      <p:pic>
        <p:nvPicPr>
          <p:cNvPr id="36" name="Google Shape;36;p23"/>
          <p:cNvPicPr preferRelativeResize="0"/>
          <p:nvPr/>
        </p:nvPicPr>
        <p:blipFill rotWithShape="1">
          <a:blip r:embed="rId6">
            <a:alphaModFix/>
          </a:blip>
          <a:srcRect b="0" l="0" r="0" t="0"/>
          <a:stretch/>
        </p:blipFill>
        <p:spPr>
          <a:xfrm rot="4511836">
            <a:off x="7354915" y="2408773"/>
            <a:ext cx="1697478" cy="1643807"/>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2">
    <p:spTree>
      <p:nvGrpSpPr>
        <p:cNvPr id="37" name="Shape 37"/>
        <p:cNvGrpSpPr/>
        <p:nvPr/>
      </p:nvGrpSpPr>
      <p:grpSpPr>
        <a:xfrm>
          <a:off x="0" y="0"/>
          <a:ext cx="0" cy="0"/>
          <a:chOff x="0" y="0"/>
          <a:chExt cx="0" cy="0"/>
        </a:xfrm>
      </p:grpSpPr>
      <p:sp>
        <p:nvSpPr>
          <p:cNvPr id="38" name="Google Shape;38;p24"/>
          <p:cNvSpPr txBox="1"/>
          <p:nvPr>
            <p:ph type="title"/>
          </p:nvPr>
        </p:nvSpPr>
        <p:spPr>
          <a:xfrm>
            <a:off x="909400" y="2363522"/>
            <a:ext cx="2169600" cy="449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400"/>
              <a:buNone/>
              <a:defRPr sz="22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39" name="Google Shape;39;p24"/>
          <p:cNvSpPr txBox="1"/>
          <p:nvPr>
            <p:ph idx="1" type="subTitle"/>
          </p:nvPr>
        </p:nvSpPr>
        <p:spPr>
          <a:xfrm>
            <a:off x="909400" y="2720558"/>
            <a:ext cx="2169600" cy="8853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a:lvl1pPr>
            <a:lvl2pPr lvl="1" algn="l">
              <a:lnSpc>
                <a:spcPct val="100000"/>
              </a:lnSpc>
              <a:spcBef>
                <a:spcPts val="0"/>
              </a:spcBef>
              <a:spcAft>
                <a:spcPts val="0"/>
              </a:spcAft>
              <a:buSzPts val="1600"/>
              <a:buNone/>
              <a:defRPr/>
            </a:lvl2pPr>
            <a:lvl3pPr lvl="2" algn="l">
              <a:lnSpc>
                <a:spcPct val="100000"/>
              </a:lnSpc>
              <a:spcBef>
                <a:spcPts val="0"/>
              </a:spcBef>
              <a:spcAft>
                <a:spcPts val="0"/>
              </a:spcAft>
              <a:buSzPts val="1600"/>
              <a:buNone/>
              <a:defRPr/>
            </a:lvl3pPr>
            <a:lvl4pPr lvl="3" algn="l">
              <a:lnSpc>
                <a:spcPct val="100000"/>
              </a:lnSpc>
              <a:spcBef>
                <a:spcPts val="0"/>
              </a:spcBef>
              <a:spcAft>
                <a:spcPts val="0"/>
              </a:spcAft>
              <a:buSzPts val="1600"/>
              <a:buNone/>
              <a:defRPr/>
            </a:lvl4pPr>
            <a:lvl5pPr lvl="4" algn="l">
              <a:lnSpc>
                <a:spcPct val="100000"/>
              </a:lnSpc>
              <a:spcBef>
                <a:spcPts val="0"/>
              </a:spcBef>
              <a:spcAft>
                <a:spcPts val="0"/>
              </a:spcAft>
              <a:buSzPts val="1600"/>
              <a:buNone/>
              <a:defRPr/>
            </a:lvl5pPr>
            <a:lvl6pPr lvl="5" algn="l">
              <a:lnSpc>
                <a:spcPct val="100000"/>
              </a:lnSpc>
              <a:spcBef>
                <a:spcPts val="0"/>
              </a:spcBef>
              <a:spcAft>
                <a:spcPts val="0"/>
              </a:spcAft>
              <a:buSzPts val="1600"/>
              <a:buNone/>
              <a:defRPr/>
            </a:lvl6pPr>
            <a:lvl7pPr lvl="6" algn="l">
              <a:lnSpc>
                <a:spcPct val="100000"/>
              </a:lnSpc>
              <a:spcBef>
                <a:spcPts val="0"/>
              </a:spcBef>
              <a:spcAft>
                <a:spcPts val="0"/>
              </a:spcAft>
              <a:buSzPts val="1600"/>
              <a:buNone/>
              <a:defRPr/>
            </a:lvl7pPr>
            <a:lvl8pPr lvl="7" algn="l">
              <a:lnSpc>
                <a:spcPct val="100000"/>
              </a:lnSpc>
              <a:spcBef>
                <a:spcPts val="0"/>
              </a:spcBef>
              <a:spcAft>
                <a:spcPts val="0"/>
              </a:spcAft>
              <a:buSzPts val="1600"/>
              <a:buNone/>
              <a:defRPr/>
            </a:lvl8pPr>
            <a:lvl9pPr lvl="8" algn="l">
              <a:lnSpc>
                <a:spcPct val="100000"/>
              </a:lnSpc>
              <a:spcBef>
                <a:spcPts val="0"/>
              </a:spcBef>
              <a:spcAft>
                <a:spcPts val="0"/>
              </a:spcAft>
              <a:buSzPts val="1600"/>
              <a:buNone/>
              <a:defRPr/>
            </a:lvl9pPr>
          </a:lstStyle>
          <a:p/>
        </p:txBody>
      </p:sp>
      <p:sp>
        <p:nvSpPr>
          <p:cNvPr id="40" name="Google Shape;40;p24"/>
          <p:cNvSpPr txBox="1"/>
          <p:nvPr>
            <p:ph idx="2" type="title"/>
          </p:nvPr>
        </p:nvSpPr>
        <p:spPr>
          <a:xfrm>
            <a:off x="713225" y="539500"/>
            <a:ext cx="77175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a:lvl2pPr>
            <a:lvl3pPr lvl="2" algn="ctr">
              <a:lnSpc>
                <a:spcPct val="100000"/>
              </a:lnSpc>
              <a:spcBef>
                <a:spcPts val="0"/>
              </a:spcBef>
              <a:spcAft>
                <a:spcPts val="0"/>
              </a:spcAft>
              <a:buSzPts val="2800"/>
              <a:buNone/>
              <a:defRPr/>
            </a:lvl3pPr>
            <a:lvl4pPr lvl="3" algn="ctr">
              <a:lnSpc>
                <a:spcPct val="100000"/>
              </a:lnSpc>
              <a:spcBef>
                <a:spcPts val="0"/>
              </a:spcBef>
              <a:spcAft>
                <a:spcPts val="0"/>
              </a:spcAft>
              <a:buSzPts val="2800"/>
              <a:buNone/>
              <a:defRPr/>
            </a:lvl4pPr>
            <a:lvl5pPr lvl="4" algn="ctr">
              <a:lnSpc>
                <a:spcPct val="100000"/>
              </a:lnSpc>
              <a:spcBef>
                <a:spcPts val="0"/>
              </a:spcBef>
              <a:spcAft>
                <a:spcPts val="0"/>
              </a:spcAft>
              <a:buSzPts val="2800"/>
              <a:buNone/>
              <a:defRPr/>
            </a:lvl5pPr>
            <a:lvl6pPr lvl="5" algn="ctr">
              <a:lnSpc>
                <a:spcPct val="100000"/>
              </a:lnSpc>
              <a:spcBef>
                <a:spcPts val="0"/>
              </a:spcBef>
              <a:spcAft>
                <a:spcPts val="0"/>
              </a:spcAft>
              <a:buSzPts val="2800"/>
              <a:buNone/>
              <a:defRPr/>
            </a:lvl6pPr>
            <a:lvl7pPr lvl="6" algn="ctr">
              <a:lnSpc>
                <a:spcPct val="100000"/>
              </a:lnSpc>
              <a:spcBef>
                <a:spcPts val="0"/>
              </a:spcBef>
              <a:spcAft>
                <a:spcPts val="0"/>
              </a:spcAft>
              <a:buSzPts val="2800"/>
              <a:buNone/>
              <a:defRPr/>
            </a:lvl7pPr>
            <a:lvl8pPr lvl="7" algn="ctr">
              <a:lnSpc>
                <a:spcPct val="100000"/>
              </a:lnSpc>
              <a:spcBef>
                <a:spcPts val="0"/>
              </a:spcBef>
              <a:spcAft>
                <a:spcPts val="0"/>
              </a:spcAft>
              <a:buSzPts val="2800"/>
              <a:buNone/>
              <a:defRPr/>
            </a:lvl8pPr>
            <a:lvl9pPr lvl="8" algn="ctr">
              <a:lnSpc>
                <a:spcPct val="100000"/>
              </a:lnSpc>
              <a:spcBef>
                <a:spcPts val="0"/>
              </a:spcBef>
              <a:spcAft>
                <a:spcPts val="0"/>
              </a:spcAft>
              <a:buSzPts val="2800"/>
              <a:buNone/>
              <a:defRPr/>
            </a:lvl9pPr>
          </a:lstStyle>
          <a:p/>
        </p:txBody>
      </p:sp>
      <p:sp>
        <p:nvSpPr>
          <p:cNvPr id="41" name="Google Shape;41;p24"/>
          <p:cNvSpPr txBox="1"/>
          <p:nvPr>
            <p:ph idx="3" type="title"/>
          </p:nvPr>
        </p:nvSpPr>
        <p:spPr>
          <a:xfrm>
            <a:off x="3487100" y="2363522"/>
            <a:ext cx="2169600" cy="449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400"/>
              <a:buNone/>
              <a:defRPr sz="22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42" name="Google Shape;42;p24"/>
          <p:cNvSpPr txBox="1"/>
          <p:nvPr>
            <p:ph idx="4" type="subTitle"/>
          </p:nvPr>
        </p:nvSpPr>
        <p:spPr>
          <a:xfrm>
            <a:off x="3487100" y="2720558"/>
            <a:ext cx="2169600" cy="8853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a:lvl1pPr>
            <a:lvl2pPr lvl="1" algn="l">
              <a:lnSpc>
                <a:spcPct val="100000"/>
              </a:lnSpc>
              <a:spcBef>
                <a:spcPts val="0"/>
              </a:spcBef>
              <a:spcAft>
                <a:spcPts val="0"/>
              </a:spcAft>
              <a:buSzPts val="1600"/>
              <a:buNone/>
              <a:defRPr/>
            </a:lvl2pPr>
            <a:lvl3pPr lvl="2" algn="l">
              <a:lnSpc>
                <a:spcPct val="100000"/>
              </a:lnSpc>
              <a:spcBef>
                <a:spcPts val="0"/>
              </a:spcBef>
              <a:spcAft>
                <a:spcPts val="0"/>
              </a:spcAft>
              <a:buSzPts val="1600"/>
              <a:buNone/>
              <a:defRPr/>
            </a:lvl3pPr>
            <a:lvl4pPr lvl="3" algn="l">
              <a:lnSpc>
                <a:spcPct val="100000"/>
              </a:lnSpc>
              <a:spcBef>
                <a:spcPts val="0"/>
              </a:spcBef>
              <a:spcAft>
                <a:spcPts val="0"/>
              </a:spcAft>
              <a:buSzPts val="1600"/>
              <a:buNone/>
              <a:defRPr/>
            </a:lvl4pPr>
            <a:lvl5pPr lvl="4" algn="l">
              <a:lnSpc>
                <a:spcPct val="100000"/>
              </a:lnSpc>
              <a:spcBef>
                <a:spcPts val="0"/>
              </a:spcBef>
              <a:spcAft>
                <a:spcPts val="0"/>
              </a:spcAft>
              <a:buSzPts val="1600"/>
              <a:buNone/>
              <a:defRPr/>
            </a:lvl5pPr>
            <a:lvl6pPr lvl="5" algn="l">
              <a:lnSpc>
                <a:spcPct val="100000"/>
              </a:lnSpc>
              <a:spcBef>
                <a:spcPts val="0"/>
              </a:spcBef>
              <a:spcAft>
                <a:spcPts val="0"/>
              </a:spcAft>
              <a:buSzPts val="1600"/>
              <a:buNone/>
              <a:defRPr/>
            </a:lvl6pPr>
            <a:lvl7pPr lvl="6" algn="l">
              <a:lnSpc>
                <a:spcPct val="100000"/>
              </a:lnSpc>
              <a:spcBef>
                <a:spcPts val="0"/>
              </a:spcBef>
              <a:spcAft>
                <a:spcPts val="0"/>
              </a:spcAft>
              <a:buSzPts val="1600"/>
              <a:buNone/>
              <a:defRPr/>
            </a:lvl7pPr>
            <a:lvl8pPr lvl="7" algn="l">
              <a:lnSpc>
                <a:spcPct val="100000"/>
              </a:lnSpc>
              <a:spcBef>
                <a:spcPts val="0"/>
              </a:spcBef>
              <a:spcAft>
                <a:spcPts val="0"/>
              </a:spcAft>
              <a:buSzPts val="1600"/>
              <a:buNone/>
              <a:defRPr/>
            </a:lvl8pPr>
            <a:lvl9pPr lvl="8" algn="l">
              <a:lnSpc>
                <a:spcPct val="100000"/>
              </a:lnSpc>
              <a:spcBef>
                <a:spcPts val="0"/>
              </a:spcBef>
              <a:spcAft>
                <a:spcPts val="0"/>
              </a:spcAft>
              <a:buSzPts val="1600"/>
              <a:buNone/>
              <a:defRPr/>
            </a:lvl9pPr>
          </a:lstStyle>
          <a:p/>
        </p:txBody>
      </p:sp>
      <p:sp>
        <p:nvSpPr>
          <p:cNvPr id="43" name="Google Shape;43;p24"/>
          <p:cNvSpPr txBox="1"/>
          <p:nvPr>
            <p:ph idx="5" type="title"/>
          </p:nvPr>
        </p:nvSpPr>
        <p:spPr>
          <a:xfrm>
            <a:off x="6064800" y="2363522"/>
            <a:ext cx="2169600" cy="449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400"/>
              <a:buNone/>
              <a:defRPr sz="22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44" name="Google Shape;44;p24"/>
          <p:cNvSpPr txBox="1"/>
          <p:nvPr>
            <p:ph idx="6" type="subTitle"/>
          </p:nvPr>
        </p:nvSpPr>
        <p:spPr>
          <a:xfrm>
            <a:off x="6064801" y="2720558"/>
            <a:ext cx="2169600" cy="8853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a:lvl1pPr>
            <a:lvl2pPr lvl="1" algn="l">
              <a:lnSpc>
                <a:spcPct val="100000"/>
              </a:lnSpc>
              <a:spcBef>
                <a:spcPts val="0"/>
              </a:spcBef>
              <a:spcAft>
                <a:spcPts val="0"/>
              </a:spcAft>
              <a:buSzPts val="1600"/>
              <a:buNone/>
              <a:defRPr/>
            </a:lvl2pPr>
            <a:lvl3pPr lvl="2" algn="l">
              <a:lnSpc>
                <a:spcPct val="100000"/>
              </a:lnSpc>
              <a:spcBef>
                <a:spcPts val="0"/>
              </a:spcBef>
              <a:spcAft>
                <a:spcPts val="0"/>
              </a:spcAft>
              <a:buSzPts val="1600"/>
              <a:buNone/>
              <a:defRPr/>
            </a:lvl3pPr>
            <a:lvl4pPr lvl="3" algn="l">
              <a:lnSpc>
                <a:spcPct val="100000"/>
              </a:lnSpc>
              <a:spcBef>
                <a:spcPts val="0"/>
              </a:spcBef>
              <a:spcAft>
                <a:spcPts val="0"/>
              </a:spcAft>
              <a:buSzPts val="1600"/>
              <a:buNone/>
              <a:defRPr/>
            </a:lvl4pPr>
            <a:lvl5pPr lvl="4" algn="l">
              <a:lnSpc>
                <a:spcPct val="100000"/>
              </a:lnSpc>
              <a:spcBef>
                <a:spcPts val="0"/>
              </a:spcBef>
              <a:spcAft>
                <a:spcPts val="0"/>
              </a:spcAft>
              <a:buSzPts val="1600"/>
              <a:buNone/>
              <a:defRPr/>
            </a:lvl5pPr>
            <a:lvl6pPr lvl="5" algn="l">
              <a:lnSpc>
                <a:spcPct val="100000"/>
              </a:lnSpc>
              <a:spcBef>
                <a:spcPts val="0"/>
              </a:spcBef>
              <a:spcAft>
                <a:spcPts val="0"/>
              </a:spcAft>
              <a:buSzPts val="1600"/>
              <a:buNone/>
              <a:defRPr/>
            </a:lvl6pPr>
            <a:lvl7pPr lvl="6" algn="l">
              <a:lnSpc>
                <a:spcPct val="100000"/>
              </a:lnSpc>
              <a:spcBef>
                <a:spcPts val="0"/>
              </a:spcBef>
              <a:spcAft>
                <a:spcPts val="0"/>
              </a:spcAft>
              <a:buSzPts val="1600"/>
              <a:buNone/>
              <a:defRPr/>
            </a:lvl7pPr>
            <a:lvl8pPr lvl="7" algn="l">
              <a:lnSpc>
                <a:spcPct val="100000"/>
              </a:lnSpc>
              <a:spcBef>
                <a:spcPts val="0"/>
              </a:spcBef>
              <a:spcAft>
                <a:spcPts val="0"/>
              </a:spcAft>
              <a:buSzPts val="1600"/>
              <a:buNone/>
              <a:defRPr/>
            </a:lvl8pPr>
            <a:lvl9pPr lvl="8" algn="l">
              <a:lnSpc>
                <a:spcPct val="100000"/>
              </a:lnSpc>
              <a:spcBef>
                <a:spcPts val="0"/>
              </a:spcBef>
              <a:spcAft>
                <a:spcPts val="0"/>
              </a:spcAft>
              <a:buSzPts val="1600"/>
              <a:buNone/>
              <a:defRPr/>
            </a:lvl9pPr>
          </a:lstStyle>
          <a:p/>
        </p:txBody>
      </p:sp>
      <p:pic>
        <p:nvPicPr>
          <p:cNvPr id="45" name="Google Shape;45;p24"/>
          <p:cNvPicPr preferRelativeResize="0"/>
          <p:nvPr/>
        </p:nvPicPr>
        <p:blipFill rotWithShape="1">
          <a:blip r:embed="rId2">
            <a:alphaModFix/>
          </a:blip>
          <a:srcRect b="0" l="0" r="0" t="0"/>
          <a:stretch/>
        </p:blipFill>
        <p:spPr>
          <a:xfrm rot="3546976">
            <a:off x="-485442" y="-893769"/>
            <a:ext cx="1796434" cy="4090188"/>
          </a:xfrm>
          <a:prstGeom prst="rect">
            <a:avLst/>
          </a:prstGeom>
          <a:noFill/>
          <a:ln>
            <a:noFill/>
          </a:ln>
        </p:spPr>
      </p:pic>
      <p:pic>
        <p:nvPicPr>
          <p:cNvPr id="46" name="Google Shape;46;p24"/>
          <p:cNvPicPr preferRelativeResize="0"/>
          <p:nvPr/>
        </p:nvPicPr>
        <p:blipFill rotWithShape="1">
          <a:blip r:embed="rId3">
            <a:alphaModFix/>
          </a:blip>
          <a:srcRect b="0" l="0" r="0" t="0"/>
          <a:stretch/>
        </p:blipFill>
        <p:spPr>
          <a:xfrm flipH="1" rot="10800000">
            <a:off x="7789500" y="-310000"/>
            <a:ext cx="1572000" cy="2036650"/>
          </a:xfrm>
          <a:prstGeom prst="rect">
            <a:avLst/>
          </a:prstGeom>
          <a:noFill/>
          <a:ln>
            <a:noFill/>
          </a:ln>
        </p:spPr>
      </p:pic>
      <p:pic>
        <p:nvPicPr>
          <p:cNvPr id="47" name="Google Shape;47;p24"/>
          <p:cNvPicPr preferRelativeResize="0"/>
          <p:nvPr/>
        </p:nvPicPr>
        <p:blipFill rotWithShape="1">
          <a:blip r:embed="rId4">
            <a:alphaModFix/>
          </a:blip>
          <a:srcRect b="0" l="0" r="0" t="0"/>
          <a:stretch/>
        </p:blipFill>
        <p:spPr>
          <a:xfrm rot="-5400000">
            <a:off x="2031350" y="3095450"/>
            <a:ext cx="1724400" cy="418290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21">
    <p:spTree>
      <p:nvGrpSpPr>
        <p:cNvPr id="48" name="Shape 48"/>
        <p:cNvGrpSpPr/>
        <p:nvPr/>
      </p:nvGrpSpPr>
      <p:grpSpPr>
        <a:xfrm>
          <a:off x="0" y="0"/>
          <a:ext cx="0" cy="0"/>
          <a:chOff x="0" y="0"/>
          <a:chExt cx="0" cy="0"/>
        </a:xfrm>
      </p:grpSpPr>
      <p:sp>
        <p:nvSpPr>
          <p:cNvPr id="49" name="Google Shape;49;p25"/>
          <p:cNvSpPr txBox="1"/>
          <p:nvPr>
            <p:ph idx="1" type="subTitle"/>
          </p:nvPr>
        </p:nvSpPr>
        <p:spPr>
          <a:xfrm>
            <a:off x="981375" y="1998708"/>
            <a:ext cx="4061700" cy="1935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600"/>
              <a:buChar char="●"/>
              <a:defRPr/>
            </a:lvl1pPr>
            <a:lvl2pPr lvl="1" algn="l">
              <a:lnSpc>
                <a:spcPct val="100000"/>
              </a:lnSpc>
              <a:spcBef>
                <a:spcPts val="0"/>
              </a:spcBef>
              <a:spcAft>
                <a:spcPts val="0"/>
              </a:spcAft>
              <a:buSzPts val="1600"/>
              <a:buChar char="○"/>
              <a:defRPr/>
            </a:lvl2pPr>
            <a:lvl3pPr lvl="2" algn="l">
              <a:lnSpc>
                <a:spcPct val="100000"/>
              </a:lnSpc>
              <a:spcBef>
                <a:spcPts val="0"/>
              </a:spcBef>
              <a:spcAft>
                <a:spcPts val="0"/>
              </a:spcAft>
              <a:buSzPts val="1600"/>
              <a:buChar char="■"/>
              <a:defRPr/>
            </a:lvl3pPr>
            <a:lvl4pPr lvl="3" algn="l">
              <a:lnSpc>
                <a:spcPct val="100000"/>
              </a:lnSpc>
              <a:spcBef>
                <a:spcPts val="0"/>
              </a:spcBef>
              <a:spcAft>
                <a:spcPts val="0"/>
              </a:spcAft>
              <a:buSzPts val="1600"/>
              <a:buChar char="●"/>
              <a:defRPr/>
            </a:lvl4pPr>
            <a:lvl5pPr lvl="4" algn="l">
              <a:lnSpc>
                <a:spcPct val="100000"/>
              </a:lnSpc>
              <a:spcBef>
                <a:spcPts val="0"/>
              </a:spcBef>
              <a:spcAft>
                <a:spcPts val="0"/>
              </a:spcAft>
              <a:buSzPts val="1600"/>
              <a:buChar char="○"/>
              <a:defRPr/>
            </a:lvl5pPr>
            <a:lvl6pPr lvl="5" algn="l">
              <a:lnSpc>
                <a:spcPct val="100000"/>
              </a:lnSpc>
              <a:spcBef>
                <a:spcPts val="0"/>
              </a:spcBef>
              <a:spcAft>
                <a:spcPts val="0"/>
              </a:spcAft>
              <a:buSzPts val="1600"/>
              <a:buChar char="■"/>
              <a:defRPr/>
            </a:lvl6pPr>
            <a:lvl7pPr lvl="6" algn="l">
              <a:lnSpc>
                <a:spcPct val="100000"/>
              </a:lnSpc>
              <a:spcBef>
                <a:spcPts val="0"/>
              </a:spcBef>
              <a:spcAft>
                <a:spcPts val="0"/>
              </a:spcAft>
              <a:buSzPts val="1600"/>
              <a:buChar char="●"/>
              <a:defRPr/>
            </a:lvl7pPr>
            <a:lvl8pPr lvl="7" algn="l">
              <a:lnSpc>
                <a:spcPct val="100000"/>
              </a:lnSpc>
              <a:spcBef>
                <a:spcPts val="0"/>
              </a:spcBef>
              <a:spcAft>
                <a:spcPts val="0"/>
              </a:spcAft>
              <a:buSzPts val="1600"/>
              <a:buChar char="○"/>
              <a:defRPr/>
            </a:lvl8pPr>
            <a:lvl9pPr lvl="8" algn="l">
              <a:lnSpc>
                <a:spcPct val="100000"/>
              </a:lnSpc>
              <a:spcBef>
                <a:spcPts val="0"/>
              </a:spcBef>
              <a:spcAft>
                <a:spcPts val="0"/>
              </a:spcAft>
              <a:buSzPts val="1600"/>
              <a:buChar char="■"/>
              <a:defRPr/>
            </a:lvl9pPr>
          </a:lstStyle>
          <a:p/>
        </p:txBody>
      </p:sp>
      <p:sp>
        <p:nvSpPr>
          <p:cNvPr id="50" name="Google Shape;50;p25"/>
          <p:cNvSpPr txBox="1"/>
          <p:nvPr>
            <p:ph type="title"/>
          </p:nvPr>
        </p:nvSpPr>
        <p:spPr>
          <a:xfrm>
            <a:off x="713225" y="539500"/>
            <a:ext cx="77175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a:lvl2pPr>
            <a:lvl3pPr lvl="2" algn="ctr">
              <a:lnSpc>
                <a:spcPct val="100000"/>
              </a:lnSpc>
              <a:spcBef>
                <a:spcPts val="0"/>
              </a:spcBef>
              <a:spcAft>
                <a:spcPts val="0"/>
              </a:spcAft>
              <a:buSzPts val="2800"/>
              <a:buNone/>
              <a:defRPr/>
            </a:lvl3pPr>
            <a:lvl4pPr lvl="3" algn="ctr">
              <a:lnSpc>
                <a:spcPct val="100000"/>
              </a:lnSpc>
              <a:spcBef>
                <a:spcPts val="0"/>
              </a:spcBef>
              <a:spcAft>
                <a:spcPts val="0"/>
              </a:spcAft>
              <a:buSzPts val="2800"/>
              <a:buNone/>
              <a:defRPr/>
            </a:lvl4pPr>
            <a:lvl5pPr lvl="4" algn="ctr">
              <a:lnSpc>
                <a:spcPct val="100000"/>
              </a:lnSpc>
              <a:spcBef>
                <a:spcPts val="0"/>
              </a:spcBef>
              <a:spcAft>
                <a:spcPts val="0"/>
              </a:spcAft>
              <a:buSzPts val="2800"/>
              <a:buNone/>
              <a:defRPr/>
            </a:lvl5pPr>
            <a:lvl6pPr lvl="5" algn="ctr">
              <a:lnSpc>
                <a:spcPct val="100000"/>
              </a:lnSpc>
              <a:spcBef>
                <a:spcPts val="0"/>
              </a:spcBef>
              <a:spcAft>
                <a:spcPts val="0"/>
              </a:spcAft>
              <a:buSzPts val="2800"/>
              <a:buNone/>
              <a:defRPr/>
            </a:lvl6pPr>
            <a:lvl7pPr lvl="6" algn="ctr">
              <a:lnSpc>
                <a:spcPct val="100000"/>
              </a:lnSpc>
              <a:spcBef>
                <a:spcPts val="0"/>
              </a:spcBef>
              <a:spcAft>
                <a:spcPts val="0"/>
              </a:spcAft>
              <a:buSzPts val="2800"/>
              <a:buNone/>
              <a:defRPr/>
            </a:lvl7pPr>
            <a:lvl8pPr lvl="7" algn="ctr">
              <a:lnSpc>
                <a:spcPct val="100000"/>
              </a:lnSpc>
              <a:spcBef>
                <a:spcPts val="0"/>
              </a:spcBef>
              <a:spcAft>
                <a:spcPts val="0"/>
              </a:spcAft>
              <a:buSzPts val="2800"/>
              <a:buNone/>
              <a:defRPr/>
            </a:lvl8pPr>
            <a:lvl9pPr lvl="8" algn="ctr">
              <a:lnSpc>
                <a:spcPct val="100000"/>
              </a:lnSpc>
              <a:spcBef>
                <a:spcPts val="0"/>
              </a:spcBef>
              <a:spcAft>
                <a:spcPts val="0"/>
              </a:spcAft>
              <a:buSzPts val="2800"/>
              <a:buNone/>
              <a:defRPr/>
            </a:lvl9pPr>
          </a:lstStyle>
          <a:p/>
        </p:txBody>
      </p:sp>
      <p:pic>
        <p:nvPicPr>
          <p:cNvPr id="51" name="Google Shape;51;p25"/>
          <p:cNvPicPr preferRelativeResize="0"/>
          <p:nvPr/>
        </p:nvPicPr>
        <p:blipFill rotWithShape="1">
          <a:blip r:embed="rId2">
            <a:alphaModFix/>
          </a:blip>
          <a:srcRect b="0" l="0" r="0" t="0"/>
          <a:stretch/>
        </p:blipFill>
        <p:spPr>
          <a:xfrm rot="3546976">
            <a:off x="-485442" y="-893769"/>
            <a:ext cx="1796434" cy="4090188"/>
          </a:xfrm>
          <a:prstGeom prst="rect">
            <a:avLst/>
          </a:prstGeom>
          <a:noFill/>
          <a:ln>
            <a:noFill/>
          </a:ln>
        </p:spPr>
      </p:pic>
      <p:pic>
        <p:nvPicPr>
          <p:cNvPr id="52" name="Google Shape;52;p25"/>
          <p:cNvPicPr preferRelativeResize="0"/>
          <p:nvPr/>
        </p:nvPicPr>
        <p:blipFill rotWithShape="1">
          <a:blip r:embed="rId3">
            <a:alphaModFix/>
          </a:blip>
          <a:srcRect b="0" l="0" r="0" t="0"/>
          <a:stretch/>
        </p:blipFill>
        <p:spPr>
          <a:xfrm flipH="1" rot="10800000">
            <a:off x="7789500" y="-310000"/>
            <a:ext cx="1572000" cy="2036650"/>
          </a:xfrm>
          <a:prstGeom prst="rect">
            <a:avLst/>
          </a:prstGeom>
          <a:noFill/>
          <a:ln>
            <a:noFill/>
          </a:ln>
        </p:spPr>
      </p:pic>
      <p:pic>
        <p:nvPicPr>
          <p:cNvPr id="53" name="Google Shape;53;p25"/>
          <p:cNvPicPr preferRelativeResize="0"/>
          <p:nvPr/>
        </p:nvPicPr>
        <p:blipFill rotWithShape="1">
          <a:blip r:embed="rId4">
            <a:alphaModFix/>
          </a:blip>
          <a:srcRect b="0" l="0" r="0" t="0"/>
          <a:stretch/>
        </p:blipFill>
        <p:spPr>
          <a:xfrm rot="-5400000">
            <a:off x="2031350" y="3095450"/>
            <a:ext cx="1724400" cy="41829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4" name="Shape 54"/>
        <p:cNvGrpSpPr/>
        <p:nvPr/>
      </p:nvGrpSpPr>
      <p:grpSpPr>
        <a:xfrm>
          <a:off x="0" y="0"/>
          <a:ext cx="0" cy="0"/>
          <a:chOff x="0" y="0"/>
          <a:chExt cx="0" cy="0"/>
        </a:xfrm>
      </p:grpSpPr>
      <p:sp>
        <p:nvSpPr>
          <p:cNvPr id="55" name="Google Shape;55;p26"/>
          <p:cNvSpPr txBox="1"/>
          <p:nvPr>
            <p:ph type="title"/>
          </p:nvPr>
        </p:nvSpPr>
        <p:spPr>
          <a:xfrm>
            <a:off x="713225" y="539500"/>
            <a:ext cx="77175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a:lvl2pPr>
            <a:lvl3pPr lvl="2" algn="ctr">
              <a:lnSpc>
                <a:spcPct val="100000"/>
              </a:lnSpc>
              <a:spcBef>
                <a:spcPts val="0"/>
              </a:spcBef>
              <a:spcAft>
                <a:spcPts val="0"/>
              </a:spcAft>
              <a:buSzPts val="2800"/>
              <a:buNone/>
              <a:defRPr/>
            </a:lvl3pPr>
            <a:lvl4pPr lvl="3" algn="ctr">
              <a:lnSpc>
                <a:spcPct val="100000"/>
              </a:lnSpc>
              <a:spcBef>
                <a:spcPts val="0"/>
              </a:spcBef>
              <a:spcAft>
                <a:spcPts val="0"/>
              </a:spcAft>
              <a:buSzPts val="2800"/>
              <a:buNone/>
              <a:defRPr/>
            </a:lvl4pPr>
            <a:lvl5pPr lvl="4" algn="ctr">
              <a:lnSpc>
                <a:spcPct val="100000"/>
              </a:lnSpc>
              <a:spcBef>
                <a:spcPts val="0"/>
              </a:spcBef>
              <a:spcAft>
                <a:spcPts val="0"/>
              </a:spcAft>
              <a:buSzPts val="2800"/>
              <a:buNone/>
              <a:defRPr/>
            </a:lvl5pPr>
            <a:lvl6pPr lvl="5" algn="ctr">
              <a:lnSpc>
                <a:spcPct val="100000"/>
              </a:lnSpc>
              <a:spcBef>
                <a:spcPts val="0"/>
              </a:spcBef>
              <a:spcAft>
                <a:spcPts val="0"/>
              </a:spcAft>
              <a:buSzPts val="2800"/>
              <a:buNone/>
              <a:defRPr/>
            </a:lvl6pPr>
            <a:lvl7pPr lvl="6" algn="ctr">
              <a:lnSpc>
                <a:spcPct val="100000"/>
              </a:lnSpc>
              <a:spcBef>
                <a:spcPts val="0"/>
              </a:spcBef>
              <a:spcAft>
                <a:spcPts val="0"/>
              </a:spcAft>
              <a:buSzPts val="2800"/>
              <a:buNone/>
              <a:defRPr/>
            </a:lvl7pPr>
            <a:lvl8pPr lvl="7" algn="ctr">
              <a:lnSpc>
                <a:spcPct val="100000"/>
              </a:lnSpc>
              <a:spcBef>
                <a:spcPts val="0"/>
              </a:spcBef>
              <a:spcAft>
                <a:spcPts val="0"/>
              </a:spcAft>
              <a:buSzPts val="2800"/>
              <a:buNone/>
              <a:defRPr/>
            </a:lvl8pPr>
            <a:lvl9pPr lvl="8" algn="ctr">
              <a:lnSpc>
                <a:spcPct val="100000"/>
              </a:lnSpc>
              <a:spcBef>
                <a:spcPts val="0"/>
              </a:spcBef>
              <a:spcAft>
                <a:spcPts val="0"/>
              </a:spcAft>
              <a:buSzPts val="2800"/>
              <a:buNone/>
              <a:defRPr/>
            </a:lvl9pPr>
          </a:lstStyle>
          <a:p/>
        </p:txBody>
      </p:sp>
      <p:pic>
        <p:nvPicPr>
          <p:cNvPr id="56" name="Google Shape;56;p26"/>
          <p:cNvPicPr preferRelativeResize="0"/>
          <p:nvPr/>
        </p:nvPicPr>
        <p:blipFill rotWithShape="1">
          <a:blip r:embed="rId2">
            <a:alphaModFix/>
          </a:blip>
          <a:srcRect b="0" l="0" r="0" t="0"/>
          <a:stretch/>
        </p:blipFill>
        <p:spPr>
          <a:xfrm rot="7597377">
            <a:off x="-1389774" y="772793"/>
            <a:ext cx="2386824" cy="4381382"/>
          </a:xfrm>
          <a:prstGeom prst="rect">
            <a:avLst/>
          </a:prstGeom>
          <a:noFill/>
          <a:ln>
            <a:noFill/>
          </a:ln>
        </p:spPr>
      </p:pic>
      <p:pic>
        <p:nvPicPr>
          <p:cNvPr id="57" name="Google Shape;57;p26"/>
          <p:cNvPicPr preferRelativeResize="0"/>
          <p:nvPr/>
        </p:nvPicPr>
        <p:blipFill rotWithShape="1">
          <a:blip r:embed="rId3">
            <a:alphaModFix/>
          </a:blip>
          <a:srcRect b="0" l="0" r="0" t="0"/>
          <a:stretch/>
        </p:blipFill>
        <p:spPr>
          <a:xfrm rot="-5400000">
            <a:off x="531525" y="-1746625"/>
            <a:ext cx="1446050" cy="3292450"/>
          </a:xfrm>
          <a:prstGeom prst="rect">
            <a:avLst/>
          </a:prstGeom>
          <a:noFill/>
          <a:ln>
            <a:noFill/>
          </a:ln>
        </p:spPr>
      </p:pic>
      <p:pic>
        <p:nvPicPr>
          <p:cNvPr id="58" name="Google Shape;58;p26"/>
          <p:cNvPicPr preferRelativeResize="0"/>
          <p:nvPr/>
        </p:nvPicPr>
        <p:blipFill rotWithShape="1">
          <a:blip r:embed="rId4">
            <a:alphaModFix/>
          </a:blip>
          <a:srcRect b="0" l="0" r="0" t="0"/>
          <a:stretch/>
        </p:blipFill>
        <p:spPr>
          <a:xfrm>
            <a:off x="8180900" y="-333175"/>
            <a:ext cx="1730375" cy="1597975"/>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CUSTOM_3_1">
    <p:spTree>
      <p:nvGrpSpPr>
        <p:cNvPr id="59" name="Shape 59"/>
        <p:cNvGrpSpPr/>
        <p:nvPr/>
      </p:nvGrpSpPr>
      <p:grpSpPr>
        <a:xfrm>
          <a:off x="0" y="0"/>
          <a:ext cx="0" cy="0"/>
          <a:chOff x="0" y="0"/>
          <a:chExt cx="0" cy="0"/>
        </a:xfrm>
      </p:grpSpPr>
      <p:sp>
        <p:nvSpPr>
          <p:cNvPr id="60" name="Google Shape;60;p27"/>
          <p:cNvSpPr txBox="1"/>
          <p:nvPr>
            <p:ph idx="1" type="subTitle"/>
          </p:nvPr>
        </p:nvSpPr>
        <p:spPr>
          <a:xfrm>
            <a:off x="727575" y="2064075"/>
            <a:ext cx="3701100" cy="2025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600"/>
              <a:buChar char="●"/>
              <a:defRPr/>
            </a:lvl1pPr>
            <a:lvl2pPr lvl="1" algn="l">
              <a:lnSpc>
                <a:spcPct val="100000"/>
              </a:lnSpc>
              <a:spcBef>
                <a:spcPts val="0"/>
              </a:spcBef>
              <a:spcAft>
                <a:spcPts val="0"/>
              </a:spcAft>
              <a:buSzPts val="1600"/>
              <a:buChar char="○"/>
              <a:defRPr/>
            </a:lvl2pPr>
            <a:lvl3pPr lvl="2" algn="l">
              <a:lnSpc>
                <a:spcPct val="100000"/>
              </a:lnSpc>
              <a:spcBef>
                <a:spcPts val="0"/>
              </a:spcBef>
              <a:spcAft>
                <a:spcPts val="0"/>
              </a:spcAft>
              <a:buSzPts val="1600"/>
              <a:buChar char="■"/>
              <a:defRPr/>
            </a:lvl3pPr>
            <a:lvl4pPr lvl="3" algn="l">
              <a:lnSpc>
                <a:spcPct val="100000"/>
              </a:lnSpc>
              <a:spcBef>
                <a:spcPts val="0"/>
              </a:spcBef>
              <a:spcAft>
                <a:spcPts val="0"/>
              </a:spcAft>
              <a:buSzPts val="1600"/>
              <a:buChar char="●"/>
              <a:defRPr/>
            </a:lvl4pPr>
            <a:lvl5pPr lvl="4" algn="l">
              <a:lnSpc>
                <a:spcPct val="100000"/>
              </a:lnSpc>
              <a:spcBef>
                <a:spcPts val="0"/>
              </a:spcBef>
              <a:spcAft>
                <a:spcPts val="0"/>
              </a:spcAft>
              <a:buSzPts val="1600"/>
              <a:buChar char="○"/>
              <a:defRPr/>
            </a:lvl5pPr>
            <a:lvl6pPr lvl="5" algn="l">
              <a:lnSpc>
                <a:spcPct val="100000"/>
              </a:lnSpc>
              <a:spcBef>
                <a:spcPts val="0"/>
              </a:spcBef>
              <a:spcAft>
                <a:spcPts val="0"/>
              </a:spcAft>
              <a:buSzPts val="1600"/>
              <a:buChar char="■"/>
              <a:defRPr/>
            </a:lvl6pPr>
            <a:lvl7pPr lvl="6" algn="l">
              <a:lnSpc>
                <a:spcPct val="100000"/>
              </a:lnSpc>
              <a:spcBef>
                <a:spcPts val="0"/>
              </a:spcBef>
              <a:spcAft>
                <a:spcPts val="0"/>
              </a:spcAft>
              <a:buSzPts val="1600"/>
              <a:buChar char="●"/>
              <a:defRPr/>
            </a:lvl7pPr>
            <a:lvl8pPr lvl="7" algn="l">
              <a:lnSpc>
                <a:spcPct val="100000"/>
              </a:lnSpc>
              <a:spcBef>
                <a:spcPts val="0"/>
              </a:spcBef>
              <a:spcAft>
                <a:spcPts val="0"/>
              </a:spcAft>
              <a:buSzPts val="1600"/>
              <a:buChar char="○"/>
              <a:defRPr/>
            </a:lvl8pPr>
            <a:lvl9pPr lvl="8" algn="l">
              <a:lnSpc>
                <a:spcPct val="100000"/>
              </a:lnSpc>
              <a:spcBef>
                <a:spcPts val="0"/>
              </a:spcBef>
              <a:spcAft>
                <a:spcPts val="0"/>
              </a:spcAft>
              <a:buSzPts val="1600"/>
              <a:buChar char="■"/>
              <a:defRPr/>
            </a:lvl9pPr>
          </a:lstStyle>
          <a:p/>
        </p:txBody>
      </p:sp>
      <p:sp>
        <p:nvSpPr>
          <p:cNvPr id="61" name="Google Shape;61;p27"/>
          <p:cNvSpPr txBox="1"/>
          <p:nvPr>
            <p:ph type="title"/>
          </p:nvPr>
        </p:nvSpPr>
        <p:spPr>
          <a:xfrm>
            <a:off x="713225" y="539500"/>
            <a:ext cx="77175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a:lvl2pPr>
            <a:lvl3pPr lvl="2" algn="ctr">
              <a:lnSpc>
                <a:spcPct val="100000"/>
              </a:lnSpc>
              <a:spcBef>
                <a:spcPts val="0"/>
              </a:spcBef>
              <a:spcAft>
                <a:spcPts val="0"/>
              </a:spcAft>
              <a:buSzPts val="2800"/>
              <a:buNone/>
              <a:defRPr/>
            </a:lvl3pPr>
            <a:lvl4pPr lvl="3" algn="ctr">
              <a:lnSpc>
                <a:spcPct val="100000"/>
              </a:lnSpc>
              <a:spcBef>
                <a:spcPts val="0"/>
              </a:spcBef>
              <a:spcAft>
                <a:spcPts val="0"/>
              </a:spcAft>
              <a:buSzPts val="2800"/>
              <a:buNone/>
              <a:defRPr/>
            </a:lvl4pPr>
            <a:lvl5pPr lvl="4" algn="ctr">
              <a:lnSpc>
                <a:spcPct val="100000"/>
              </a:lnSpc>
              <a:spcBef>
                <a:spcPts val="0"/>
              </a:spcBef>
              <a:spcAft>
                <a:spcPts val="0"/>
              </a:spcAft>
              <a:buSzPts val="2800"/>
              <a:buNone/>
              <a:defRPr/>
            </a:lvl5pPr>
            <a:lvl6pPr lvl="5" algn="ctr">
              <a:lnSpc>
                <a:spcPct val="100000"/>
              </a:lnSpc>
              <a:spcBef>
                <a:spcPts val="0"/>
              </a:spcBef>
              <a:spcAft>
                <a:spcPts val="0"/>
              </a:spcAft>
              <a:buSzPts val="2800"/>
              <a:buNone/>
              <a:defRPr/>
            </a:lvl6pPr>
            <a:lvl7pPr lvl="6" algn="ctr">
              <a:lnSpc>
                <a:spcPct val="100000"/>
              </a:lnSpc>
              <a:spcBef>
                <a:spcPts val="0"/>
              </a:spcBef>
              <a:spcAft>
                <a:spcPts val="0"/>
              </a:spcAft>
              <a:buSzPts val="2800"/>
              <a:buNone/>
              <a:defRPr/>
            </a:lvl7pPr>
            <a:lvl8pPr lvl="7" algn="ctr">
              <a:lnSpc>
                <a:spcPct val="100000"/>
              </a:lnSpc>
              <a:spcBef>
                <a:spcPts val="0"/>
              </a:spcBef>
              <a:spcAft>
                <a:spcPts val="0"/>
              </a:spcAft>
              <a:buSzPts val="2800"/>
              <a:buNone/>
              <a:defRPr/>
            </a:lvl8pPr>
            <a:lvl9pPr lvl="8" algn="ctr">
              <a:lnSpc>
                <a:spcPct val="100000"/>
              </a:lnSpc>
              <a:spcBef>
                <a:spcPts val="0"/>
              </a:spcBef>
              <a:spcAft>
                <a:spcPts val="0"/>
              </a:spcAft>
              <a:buSzPts val="2800"/>
              <a:buNone/>
              <a:defRPr/>
            </a:lvl9pPr>
          </a:lstStyle>
          <a:p/>
        </p:txBody>
      </p:sp>
      <p:sp>
        <p:nvSpPr>
          <p:cNvPr id="62" name="Google Shape;62;p27"/>
          <p:cNvSpPr txBox="1"/>
          <p:nvPr>
            <p:ph idx="2" type="subTitle"/>
          </p:nvPr>
        </p:nvSpPr>
        <p:spPr>
          <a:xfrm>
            <a:off x="4729750" y="2064075"/>
            <a:ext cx="3701100" cy="2025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600"/>
              <a:buChar char="●"/>
              <a:defRPr/>
            </a:lvl1pPr>
            <a:lvl2pPr lvl="1" algn="l">
              <a:lnSpc>
                <a:spcPct val="100000"/>
              </a:lnSpc>
              <a:spcBef>
                <a:spcPts val="0"/>
              </a:spcBef>
              <a:spcAft>
                <a:spcPts val="0"/>
              </a:spcAft>
              <a:buSzPts val="1600"/>
              <a:buChar char="○"/>
              <a:defRPr/>
            </a:lvl2pPr>
            <a:lvl3pPr lvl="2" algn="l">
              <a:lnSpc>
                <a:spcPct val="100000"/>
              </a:lnSpc>
              <a:spcBef>
                <a:spcPts val="0"/>
              </a:spcBef>
              <a:spcAft>
                <a:spcPts val="0"/>
              </a:spcAft>
              <a:buSzPts val="1600"/>
              <a:buChar char="■"/>
              <a:defRPr/>
            </a:lvl3pPr>
            <a:lvl4pPr lvl="3" algn="l">
              <a:lnSpc>
                <a:spcPct val="100000"/>
              </a:lnSpc>
              <a:spcBef>
                <a:spcPts val="0"/>
              </a:spcBef>
              <a:spcAft>
                <a:spcPts val="0"/>
              </a:spcAft>
              <a:buSzPts val="1600"/>
              <a:buChar char="●"/>
              <a:defRPr/>
            </a:lvl4pPr>
            <a:lvl5pPr lvl="4" algn="l">
              <a:lnSpc>
                <a:spcPct val="100000"/>
              </a:lnSpc>
              <a:spcBef>
                <a:spcPts val="0"/>
              </a:spcBef>
              <a:spcAft>
                <a:spcPts val="0"/>
              </a:spcAft>
              <a:buSzPts val="1600"/>
              <a:buChar char="○"/>
              <a:defRPr/>
            </a:lvl5pPr>
            <a:lvl6pPr lvl="5" algn="l">
              <a:lnSpc>
                <a:spcPct val="100000"/>
              </a:lnSpc>
              <a:spcBef>
                <a:spcPts val="0"/>
              </a:spcBef>
              <a:spcAft>
                <a:spcPts val="0"/>
              </a:spcAft>
              <a:buSzPts val="1600"/>
              <a:buChar char="■"/>
              <a:defRPr/>
            </a:lvl6pPr>
            <a:lvl7pPr lvl="6" algn="l">
              <a:lnSpc>
                <a:spcPct val="100000"/>
              </a:lnSpc>
              <a:spcBef>
                <a:spcPts val="0"/>
              </a:spcBef>
              <a:spcAft>
                <a:spcPts val="0"/>
              </a:spcAft>
              <a:buSzPts val="1600"/>
              <a:buChar char="●"/>
              <a:defRPr/>
            </a:lvl7pPr>
            <a:lvl8pPr lvl="7" algn="l">
              <a:lnSpc>
                <a:spcPct val="100000"/>
              </a:lnSpc>
              <a:spcBef>
                <a:spcPts val="0"/>
              </a:spcBef>
              <a:spcAft>
                <a:spcPts val="0"/>
              </a:spcAft>
              <a:buSzPts val="1600"/>
              <a:buChar char="○"/>
              <a:defRPr/>
            </a:lvl8pPr>
            <a:lvl9pPr lvl="8" algn="l">
              <a:lnSpc>
                <a:spcPct val="100000"/>
              </a:lnSpc>
              <a:spcBef>
                <a:spcPts val="0"/>
              </a:spcBef>
              <a:spcAft>
                <a:spcPts val="0"/>
              </a:spcAft>
              <a:buSzPts val="1600"/>
              <a:buChar char="■"/>
              <a:defRPr/>
            </a:lvl9pPr>
          </a:lstStyle>
          <a:p/>
        </p:txBody>
      </p:sp>
      <p:pic>
        <p:nvPicPr>
          <p:cNvPr id="63" name="Google Shape;63;p27"/>
          <p:cNvPicPr preferRelativeResize="0"/>
          <p:nvPr/>
        </p:nvPicPr>
        <p:blipFill rotWithShape="1">
          <a:blip r:embed="rId2">
            <a:alphaModFix/>
          </a:blip>
          <a:srcRect b="0" l="0" r="0" t="0"/>
          <a:stretch/>
        </p:blipFill>
        <p:spPr>
          <a:xfrm rot="10800000">
            <a:off x="-698700" y="376250"/>
            <a:ext cx="1812850" cy="1406350"/>
          </a:xfrm>
          <a:prstGeom prst="rect">
            <a:avLst/>
          </a:prstGeom>
          <a:noFill/>
          <a:ln>
            <a:noFill/>
          </a:ln>
        </p:spPr>
      </p:pic>
      <p:pic>
        <p:nvPicPr>
          <p:cNvPr id="64" name="Google Shape;64;p27"/>
          <p:cNvPicPr preferRelativeResize="0"/>
          <p:nvPr/>
        </p:nvPicPr>
        <p:blipFill rotWithShape="1">
          <a:blip r:embed="rId3">
            <a:alphaModFix/>
          </a:blip>
          <a:srcRect b="0" l="0" r="0" t="0"/>
          <a:stretch/>
        </p:blipFill>
        <p:spPr>
          <a:xfrm flipH="1" rot="10800000">
            <a:off x="8093575" y="70425"/>
            <a:ext cx="1209425" cy="1566900"/>
          </a:xfrm>
          <a:prstGeom prst="rect">
            <a:avLst/>
          </a:prstGeom>
          <a:noFill/>
          <a:ln>
            <a:noFill/>
          </a:ln>
        </p:spPr>
      </p:pic>
      <p:pic>
        <p:nvPicPr>
          <p:cNvPr id="65" name="Google Shape;65;p27"/>
          <p:cNvPicPr preferRelativeResize="0"/>
          <p:nvPr/>
        </p:nvPicPr>
        <p:blipFill rotWithShape="1">
          <a:blip r:embed="rId4">
            <a:alphaModFix/>
          </a:blip>
          <a:srcRect b="0" l="0" r="0" t="0"/>
          <a:stretch/>
        </p:blipFill>
        <p:spPr>
          <a:xfrm rot="5400007">
            <a:off x="2889925" y="3276801"/>
            <a:ext cx="1271700" cy="3084848"/>
          </a:xfrm>
          <a:prstGeom prst="rect">
            <a:avLst/>
          </a:prstGeom>
          <a:noFill/>
          <a:ln>
            <a:noFill/>
          </a:ln>
        </p:spPr>
      </p:pic>
      <p:pic>
        <p:nvPicPr>
          <p:cNvPr id="66" name="Google Shape;66;p27"/>
          <p:cNvPicPr preferRelativeResize="0"/>
          <p:nvPr/>
        </p:nvPicPr>
        <p:blipFill rotWithShape="1">
          <a:blip r:embed="rId5">
            <a:alphaModFix/>
          </a:blip>
          <a:srcRect b="0" l="0" r="0" t="0"/>
          <a:stretch/>
        </p:blipFill>
        <p:spPr>
          <a:xfrm rot="-5400008">
            <a:off x="4467345" y="3044473"/>
            <a:ext cx="2002458" cy="4559254"/>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
    <p:spTree>
      <p:nvGrpSpPr>
        <p:cNvPr id="67" name="Shape 67"/>
        <p:cNvGrpSpPr/>
        <p:nvPr/>
      </p:nvGrpSpPr>
      <p:grpSpPr>
        <a:xfrm>
          <a:off x="0" y="0"/>
          <a:ext cx="0" cy="0"/>
          <a:chOff x="0" y="0"/>
          <a:chExt cx="0" cy="0"/>
        </a:xfrm>
      </p:grpSpPr>
      <p:sp>
        <p:nvSpPr>
          <p:cNvPr id="68" name="Google Shape;68;p28"/>
          <p:cNvSpPr txBox="1"/>
          <p:nvPr>
            <p:ph type="title"/>
          </p:nvPr>
        </p:nvSpPr>
        <p:spPr>
          <a:xfrm>
            <a:off x="713225" y="539500"/>
            <a:ext cx="77175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a:lvl2pPr>
            <a:lvl3pPr lvl="2" algn="ctr">
              <a:lnSpc>
                <a:spcPct val="100000"/>
              </a:lnSpc>
              <a:spcBef>
                <a:spcPts val="0"/>
              </a:spcBef>
              <a:spcAft>
                <a:spcPts val="0"/>
              </a:spcAft>
              <a:buSzPts val="2800"/>
              <a:buNone/>
              <a:defRPr/>
            </a:lvl3pPr>
            <a:lvl4pPr lvl="3" algn="ctr">
              <a:lnSpc>
                <a:spcPct val="100000"/>
              </a:lnSpc>
              <a:spcBef>
                <a:spcPts val="0"/>
              </a:spcBef>
              <a:spcAft>
                <a:spcPts val="0"/>
              </a:spcAft>
              <a:buSzPts val="2800"/>
              <a:buNone/>
              <a:defRPr/>
            </a:lvl4pPr>
            <a:lvl5pPr lvl="4" algn="ctr">
              <a:lnSpc>
                <a:spcPct val="100000"/>
              </a:lnSpc>
              <a:spcBef>
                <a:spcPts val="0"/>
              </a:spcBef>
              <a:spcAft>
                <a:spcPts val="0"/>
              </a:spcAft>
              <a:buSzPts val="2800"/>
              <a:buNone/>
              <a:defRPr/>
            </a:lvl5pPr>
            <a:lvl6pPr lvl="5" algn="ctr">
              <a:lnSpc>
                <a:spcPct val="100000"/>
              </a:lnSpc>
              <a:spcBef>
                <a:spcPts val="0"/>
              </a:spcBef>
              <a:spcAft>
                <a:spcPts val="0"/>
              </a:spcAft>
              <a:buSzPts val="2800"/>
              <a:buNone/>
              <a:defRPr/>
            </a:lvl6pPr>
            <a:lvl7pPr lvl="6" algn="ctr">
              <a:lnSpc>
                <a:spcPct val="100000"/>
              </a:lnSpc>
              <a:spcBef>
                <a:spcPts val="0"/>
              </a:spcBef>
              <a:spcAft>
                <a:spcPts val="0"/>
              </a:spcAft>
              <a:buSzPts val="2800"/>
              <a:buNone/>
              <a:defRPr/>
            </a:lvl7pPr>
            <a:lvl8pPr lvl="7" algn="ctr">
              <a:lnSpc>
                <a:spcPct val="100000"/>
              </a:lnSpc>
              <a:spcBef>
                <a:spcPts val="0"/>
              </a:spcBef>
              <a:spcAft>
                <a:spcPts val="0"/>
              </a:spcAft>
              <a:buSzPts val="2800"/>
              <a:buNone/>
              <a:defRPr/>
            </a:lvl8pPr>
            <a:lvl9pPr lvl="8" algn="ctr">
              <a:lnSpc>
                <a:spcPct val="100000"/>
              </a:lnSpc>
              <a:spcBef>
                <a:spcPts val="0"/>
              </a:spcBef>
              <a:spcAft>
                <a:spcPts val="0"/>
              </a:spcAft>
              <a:buSzPts val="2800"/>
              <a:buNone/>
              <a:defRPr/>
            </a:lvl9pPr>
          </a:lstStyle>
          <a:p/>
        </p:txBody>
      </p:sp>
      <p:sp>
        <p:nvSpPr>
          <p:cNvPr id="69" name="Google Shape;69;p28"/>
          <p:cNvSpPr txBox="1"/>
          <p:nvPr>
            <p:ph idx="2" type="title"/>
          </p:nvPr>
        </p:nvSpPr>
        <p:spPr>
          <a:xfrm>
            <a:off x="1002325" y="1180055"/>
            <a:ext cx="1936500" cy="760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4800"/>
              <a:buNone/>
              <a:defRPr sz="48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70" name="Google Shape;70;p28"/>
          <p:cNvSpPr txBox="1"/>
          <p:nvPr>
            <p:ph idx="3" type="title"/>
          </p:nvPr>
        </p:nvSpPr>
        <p:spPr>
          <a:xfrm>
            <a:off x="713225" y="1825998"/>
            <a:ext cx="2514900" cy="389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400"/>
              <a:buNone/>
              <a:defRPr sz="22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71" name="Google Shape;71;p28"/>
          <p:cNvSpPr txBox="1"/>
          <p:nvPr>
            <p:ph idx="1" type="subTitle"/>
          </p:nvPr>
        </p:nvSpPr>
        <p:spPr>
          <a:xfrm>
            <a:off x="713225" y="2182181"/>
            <a:ext cx="2514900" cy="637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a:lvl1pPr>
            <a:lvl2pPr lvl="1" algn="l">
              <a:lnSpc>
                <a:spcPct val="100000"/>
              </a:lnSpc>
              <a:spcBef>
                <a:spcPts val="0"/>
              </a:spcBef>
              <a:spcAft>
                <a:spcPts val="0"/>
              </a:spcAft>
              <a:buSzPts val="1600"/>
              <a:buNone/>
              <a:defRPr/>
            </a:lvl2pPr>
            <a:lvl3pPr lvl="2" algn="l">
              <a:lnSpc>
                <a:spcPct val="100000"/>
              </a:lnSpc>
              <a:spcBef>
                <a:spcPts val="0"/>
              </a:spcBef>
              <a:spcAft>
                <a:spcPts val="0"/>
              </a:spcAft>
              <a:buSzPts val="1600"/>
              <a:buNone/>
              <a:defRPr/>
            </a:lvl3pPr>
            <a:lvl4pPr lvl="3" algn="l">
              <a:lnSpc>
                <a:spcPct val="100000"/>
              </a:lnSpc>
              <a:spcBef>
                <a:spcPts val="0"/>
              </a:spcBef>
              <a:spcAft>
                <a:spcPts val="0"/>
              </a:spcAft>
              <a:buSzPts val="1600"/>
              <a:buNone/>
              <a:defRPr/>
            </a:lvl4pPr>
            <a:lvl5pPr lvl="4" algn="l">
              <a:lnSpc>
                <a:spcPct val="100000"/>
              </a:lnSpc>
              <a:spcBef>
                <a:spcPts val="0"/>
              </a:spcBef>
              <a:spcAft>
                <a:spcPts val="0"/>
              </a:spcAft>
              <a:buSzPts val="1600"/>
              <a:buNone/>
              <a:defRPr/>
            </a:lvl5pPr>
            <a:lvl6pPr lvl="5" algn="l">
              <a:lnSpc>
                <a:spcPct val="100000"/>
              </a:lnSpc>
              <a:spcBef>
                <a:spcPts val="0"/>
              </a:spcBef>
              <a:spcAft>
                <a:spcPts val="0"/>
              </a:spcAft>
              <a:buSzPts val="1600"/>
              <a:buNone/>
              <a:defRPr/>
            </a:lvl6pPr>
            <a:lvl7pPr lvl="6" algn="l">
              <a:lnSpc>
                <a:spcPct val="100000"/>
              </a:lnSpc>
              <a:spcBef>
                <a:spcPts val="0"/>
              </a:spcBef>
              <a:spcAft>
                <a:spcPts val="0"/>
              </a:spcAft>
              <a:buSzPts val="1600"/>
              <a:buNone/>
              <a:defRPr/>
            </a:lvl7pPr>
            <a:lvl8pPr lvl="7" algn="l">
              <a:lnSpc>
                <a:spcPct val="100000"/>
              </a:lnSpc>
              <a:spcBef>
                <a:spcPts val="0"/>
              </a:spcBef>
              <a:spcAft>
                <a:spcPts val="0"/>
              </a:spcAft>
              <a:buSzPts val="1600"/>
              <a:buNone/>
              <a:defRPr/>
            </a:lvl8pPr>
            <a:lvl9pPr lvl="8" algn="l">
              <a:lnSpc>
                <a:spcPct val="100000"/>
              </a:lnSpc>
              <a:spcBef>
                <a:spcPts val="0"/>
              </a:spcBef>
              <a:spcAft>
                <a:spcPts val="0"/>
              </a:spcAft>
              <a:buSzPts val="1600"/>
              <a:buNone/>
              <a:defRPr/>
            </a:lvl9pPr>
          </a:lstStyle>
          <a:p/>
        </p:txBody>
      </p:sp>
      <p:sp>
        <p:nvSpPr>
          <p:cNvPr id="72" name="Google Shape;72;p28"/>
          <p:cNvSpPr txBox="1"/>
          <p:nvPr>
            <p:ph idx="4" type="title"/>
          </p:nvPr>
        </p:nvSpPr>
        <p:spPr>
          <a:xfrm>
            <a:off x="3603686" y="1180055"/>
            <a:ext cx="1936500" cy="760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4800"/>
              <a:buNone/>
              <a:defRPr sz="48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73" name="Google Shape;73;p28"/>
          <p:cNvSpPr txBox="1"/>
          <p:nvPr>
            <p:ph idx="5" type="title"/>
          </p:nvPr>
        </p:nvSpPr>
        <p:spPr>
          <a:xfrm>
            <a:off x="3314587" y="1825998"/>
            <a:ext cx="2514900" cy="389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400"/>
              <a:buNone/>
              <a:defRPr sz="22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74" name="Google Shape;74;p28"/>
          <p:cNvSpPr txBox="1"/>
          <p:nvPr>
            <p:ph idx="6" type="subTitle"/>
          </p:nvPr>
        </p:nvSpPr>
        <p:spPr>
          <a:xfrm>
            <a:off x="3314590" y="2182181"/>
            <a:ext cx="2514900" cy="637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a:lvl1pPr>
            <a:lvl2pPr lvl="1" algn="l">
              <a:lnSpc>
                <a:spcPct val="100000"/>
              </a:lnSpc>
              <a:spcBef>
                <a:spcPts val="0"/>
              </a:spcBef>
              <a:spcAft>
                <a:spcPts val="0"/>
              </a:spcAft>
              <a:buSzPts val="1600"/>
              <a:buNone/>
              <a:defRPr/>
            </a:lvl2pPr>
            <a:lvl3pPr lvl="2" algn="l">
              <a:lnSpc>
                <a:spcPct val="100000"/>
              </a:lnSpc>
              <a:spcBef>
                <a:spcPts val="0"/>
              </a:spcBef>
              <a:spcAft>
                <a:spcPts val="0"/>
              </a:spcAft>
              <a:buSzPts val="1600"/>
              <a:buNone/>
              <a:defRPr/>
            </a:lvl3pPr>
            <a:lvl4pPr lvl="3" algn="l">
              <a:lnSpc>
                <a:spcPct val="100000"/>
              </a:lnSpc>
              <a:spcBef>
                <a:spcPts val="0"/>
              </a:spcBef>
              <a:spcAft>
                <a:spcPts val="0"/>
              </a:spcAft>
              <a:buSzPts val="1600"/>
              <a:buNone/>
              <a:defRPr/>
            </a:lvl4pPr>
            <a:lvl5pPr lvl="4" algn="l">
              <a:lnSpc>
                <a:spcPct val="100000"/>
              </a:lnSpc>
              <a:spcBef>
                <a:spcPts val="0"/>
              </a:spcBef>
              <a:spcAft>
                <a:spcPts val="0"/>
              </a:spcAft>
              <a:buSzPts val="1600"/>
              <a:buNone/>
              <a:defRPr/>
            </a:lvl5pPr>
            <a:lvl6pPr lvl="5" algn="l">
              <a:lnSpc>
                <a:spcPct val="100000"/>
              </a:lnSpc>
              <a:spcBef>
                <a:spcPts val="0"/>
              </a:spcBef>
              <a:spcAft>
                <a:spcPts val="0"/>
              </a:spcAft>
              <a:buSzPts val="1600"/>
              <a:buNone/>
              <a:defRPr/>
            </a:lvl6pPr>
            <a:lvl7pPr lvl="6" algn="l">
              <a:lnSpc>
                <a:spcPct val="100000"/>
              </a:lnSpc>
              <a:spcBef>
                <a:spcPts val="0"/>
              </a:spcBef>
              <a:spcAft>
                <a:spcPts val="0"/>
              </a:spcAft>
              <a:buSzPts val="1600"/>
              <a:buNone/>
              <a:defRPr/>
            </a:lvl7pPr>
            <a:lvl8pPr lvl="7" algn="l">
              <a:lnSpc>
                <a:spcPct val="100000"/>
              </a:lnSpc>
              <a:spcBef>
                <a:spcPts val="0"/>
              </a:spcBef>
              <a:spcAft>
                <a:spcPts val="0"/>
              </a:spcAft>
              <a:buSzPts val="1600"/>
              <a:buNone/>
              <a:defRPr/>
            </a:lvl8pPr>
            <a:lvl9pPr lvl="8" algn="l">
              <a:lnSpc>
                <a:spcPct val="100000"/>
              </a:lnSpc>
              <a:spcBef>
                <a:spcPts val="0"/>
              </a:spcBef>
              <a:spcAft>
                <a:spcPts val="0"/>
              </a:spcAft>
              <a:buSzPts val="1600"/>
              <a:buNone/>
              <a:defRPr/>
            </a:lvl9pPr>
          </a:lstStyle>
          <a:p/>
        </p:txBody>
      </p:sp>
      <p:sp>
        <p:nvSpPr>
          <p:cNvPr id="75" name="Google Shape;75;p28"/>
          <p:cNvSpPr txBox="1"/>
          <p:nvPr>
            <p:ph idx="7" type="title"/>
          </p:nvPr>
        </p:nvSpPr>
        <p:spPr>
          <a:xfrm>
            <a:off x="6205050" y="1180055"/>
            <a:ext cx="1936500" cy="760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4800"/>
              <a:buNone/>
              <a:defRPr sz="48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76" name="Google Shape;76;p28"/>
          <p:cNvSpPr txBox="1"/>
          <p:nvPr>
            <p:ph idx="8" type="title"/>
          </p:nvPr>
        </p:nvSpPr>
        <p:spPr>
          <a:xfrm>
            <a:off x="5915950" y="1825999"/>
            <a:ext cx="2514900" cy="389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400"/>
              <a:buNone/>
              <a:defRPr sz="22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77" name="Google Shape;77;p28"/>
          <p:cNvSpPr txBox="1"/>
          <p:nvPr>
            <p:ph idx="9" type="subTitle"/>
          </p:nvPr>
        </p:nvSpPr>
        <p:spPr>
          <a:xfrm>
            <a:off x="5915954" y="2182182"/>
            <a:ext cx="2514900" cy="637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a:lvl1pPr>
            <a:lvl2pPr lvl="1" algn="l">
              <a:lnSpc>
                <a:spcPct val="100000"/>
              </a:lnSpc>
              <a:spcBef>
                <a:spcPts val="0"/>
              </a:spcBef>
              <a:spcAft>
                <a:spcPts val="0"/>
              </a:spcAft>
              <a:buSzPts val="1600"/>
              <a:buNone/>
              <a:defRPr/>
            </a:lvl2pPr>
            <a:lvl3pPr lvl="2" algn="l">
              <a:lnSpc>
                <a:spcPct val="100000"/>
              </a:lnSpc>
              <a:spcBef>
                <a:spcPts val="0"/>
              </a:spcBef>
              <a:spcAft>
                <a:spcPts val="0"/>
              </a:spcAft>
              <a:buSzPts val="1600"/>
              <a:buNone/>
              <a:defRPr/>
            </a:lvl3pPr>
            <a:lvl4pPr lvl="3" algn="l">
              <a:lnSpc>
                <a:spcPct val="100000"/>
              </a:lnSpc>
              <a:spcBef>
                <a:spcPts val="0"/>
              </a:spcBef>
              <a:spcAft>
                <a:spcPts val="0"/>
              </a:spcAft>
              <a:buSzPts val="1600"/>
              <a:buNone/>
              <a:defRPr/>
            </a:lvl4pPr>
            <a:lvl5pPr lvl="4" algn="l">
              <a:lnSpc>
                <a:spcPct val="100000"/>
              </a:lnSpc>
              <a:spcBef>
                <a:spcPts val="0"/>
              </a:spcBef>
              <a:spcAft>
                <a:spcPts val="0"/>
              </a:spcAft>
              <a:buSzPts val="1600"/>
              <a:buNone/>
              <a:defRPr/>
            </a:lvl5pPr>
            <a:lvl6pPr lvl="5" algn="l">
              <a:lnSpc>
                <a:spcPct val="100000"/>
              </a:lnSpc>
              <a:spcBef>
                <a:spcPts val="0"/>
              </a:spcBef>
              <a:spcAft>
                <a:spcPts val="0"/>
              </a:spcAft>
              <a:buSzPts val="1600"/>
              <a:buNone/>
              <a:defRPr/>
            </a:lvl6pPr>
            <a:lvl7pPr lvl="6" algn="l">
              <a:lnSpc>
                <a:spcPct val="100000"/>
              </a:lnSpc>
              <a:spcBef>
                <a:spcPts val="0"/>
              </a:spcBef>
              <a:spcAft>
                <a:spcPts val="0"/>
              </a:spcAft>
              <a:buSzPts val="1600"/>
              <a:buNone/>
              <a:defRPr/>
            </a:lvl7pPr>
            <a:lvl8pPr lvl="7" algn="l">
              <a:lnSpc>
                <a:spcPct val="100000"/>
              </a:lnSpc>
              <a:spcBef>
                <a:spcPts val="0"/>
              </a:spcBef>
              <a:spcAft>
                <a:spcPts val="0"/>
              </a:spcAft>
              <a:buSzPts val="1600"/>
              <a:buNone/>
              <a:defRPr/>
            </a:lvl8pPr>
            <a:lvl9pPr lvl="8" algn="l">
              <a:lnSpc>
                <a:spcPct val="100000"/>
              </a:lnSpc>
              <a:spcBef>
                <a:spcPts val="0"/>
              </a:spcBef>
              <a:spcAft>
                <a:spcPts val="0"/>
              </a:spcAft>
              <a:buSzPts val="1600"/>
              <a:buNone/>
              <a:defRPr/>
            </a:lvl9pPr>
          </a:lstStyle>
          <a:p/>
        </p:txBody>
      </p:sp>
      <p:sp>
        <p:nvSpPr>
          <p:cNvPr id="78" name="Google Shape;78;p28"/>
          <p:cNvSpPr txBox="1"/>
          <p:nvPr>
            <p:ph idx="13" type="title"/>
          </p:nvPr>
        </p:nvSpPr>
        <p:spPr>
          <a:xfrm>
            <a:off x="2303000" y="2961254"/>
            <a:ext cx="1936500" cy="760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4800"/>
              <a:buNone/>
              <a:defRPr sz="48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79" name="Google Shape;79;p28"/>
          <p:cNvSpPr txBox="1"/>
          <p:nvPr>
            <p:ph idx="14" type="title"/>
          </p:nvPr>
        </p:nvSpPr>
        <p:spPr>
          <a:xfrm>
            <a:off x="2013874" y="3611809"/>
            <a:ext cx="25149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400"/>
              <a:buNone/>
              <a:defRPr sz="22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80" name="Google Shape;80;p28"/>
          <p:cNvSpPr txBox="1"/>
          <p:nvPr>
            <p:ph idx="15" type="subTitle"/>
          </p:nvPr>
        </p:nvSpPr>
        <p:spPr>
          <a:xfrm>
            <a:off x="2013863" y="3967993"/>
            <a:ext cx="2514900" cy="637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a:lvl1pPr>
            <a:lvl2pPr lvl="1" algn="l">
              <a:lnSpc>
                <a:spcPct val="100000"/>
              </a:lnSpc>
              <a:spcBef>
                <a:spcPts val="0"/>
              </a:spcBef>
              <a:spcAft>
                <a:spcPts val="0"/>
              </a:spcAft>
              <a:buSzPts val="1600"/>
              <a:buNone/>
              <a:defRPr/>
            </a:lvl2pPr>
            <a:lvl3pPr lvl="2" algn="l">
              <a:lnSpc>
                <a:spcPct val="100000"/>
              </a:lnSpc>
              <a:spcBef>
                <a:spcPts val="0"/>
              </a:spcBef>
              <a:spcAft>
                <a:spcPts val="0"/>
              </a:spcAft>
              <a:buSzPts val="1600"/>
              <a:buNone/>
              <a:defRPr/>
            </a:lvl3pPr>
            <a:lvl4pPr lvl="3" algn="l">
              <a:lnSpc>
                <a:spcPct val="100000"/>
              </a:lnSpc>
              <a:spcBef>
                <a:spcPts val="0"/>
              </a:spcBef>
              <a:spcAft>
                <a:spcPts val="0"/>
              </a:spcAft>
              <a:buSzPts val="1600"/>
              <a:buNone/>
              <a:defRPr/>
            </a:lvl4pPr>
            <a:lvl5pPr lvl="4" algn="l">
              <a:lnSpc>
                <a:spcPct val="100000"/>
              </a:lnSpc>
              <a:spcBef>
                <a:spcPts val="0"/>
              </a:spcBef>
              <a:spcAft>
                <a:spcPts val="0"/>
              </a:spcAft>
              <a:buSzPts val="1600"/>
              <a:buNone/>
              <a:defRPr/>
            </a:lvl5pPr>
            <a:lvl6pPr lvl="5" algn="l">
              <a:lnSpc>
                <a:spcPct val="100000"/>
              </a:lnSpc>
              <a:spcBef>
                <a:spcPts val="0"/>
              </a:spcBef>
              <a:spcAft>
                <a:spcPts val="0"/>
              </a:spcAft>
              <a:buSzPts val="1600"/>
              <a:buNone/>
              <a:defRPr/>
            </a:lvl6pPr>
            <a:lvl7pPr lvl="6" algn="l">
              <a:lnSpc>
                <a:spcPct val="100000"/>
              </a:lnSpc>
              <a:spcBef>
                <a:spcPts val="0"/>
              </a:spcBef>
              <a:spcAft>
                <a:spcPts val="0"/>
              </a:spcAft>
              <a:buSzPts val="1600"/>
              <a:buNone/>
              <a:defRPr/>
            </a:lvl7pPr>
            <a:lvl8pPr lvl="7" algn="l">
              <a:lnSpc>
                <a:spcPct val="100000"/>
              </a:lnSpc>
              <a:spcBef>
                <a:spcPts val="0"/>
              </a:spcBef>
              <a:spcAft>
                <a:spcPts val="0"/>
              </a:spcAft>
              <a:buSzPts val="1600"/>
              <a:buNone/>
              <a:defRPr/>
            </a:lvl8pPr>
            <a:lvl9pPr lvl="8" algn="l">
              <a:lnSpc>
                <a:spcPct val="100000"/>
              </a:lnSpc>
              <a:spcBef>
                <a:spcPts val="0"/>
              </a:spcBef>
              <a:spcAft>
                <a:spcPts val="0"/>
              </a:spcAft>
              <a:buSzPts val="1600"/>
              <a:buNone/>
              <a:defRPr/>
            </a:lvl9pPr>
          </a:lstStyle>
          <a:p/>
        </p:txBody>
      </p:sp>
      <p:sp>
        <p:nvSpPr>
          <p:cNvPr id="81" name="Google Shape;81;p28"/>
          <p:cNvSpPr txBox="1"/>
          <p:nvPr>
            <p:ph idx="16" type="title"/>
          </p:nvPr>
        </p:nvSpPr>
        <p:spPr>
          <a:xfrm>
            <a:off x="4904284" y="2961254"/>
            <a:ext cx="1936800" cy="760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4800"/>
              <a:buNone/>
              <a:defRPr sz="48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82" name="Google Shape;82;p28"/>
          <p:cNvSpPr txBox="1"/>
          <p:nvPr>
            <p:ph idx="17" type="title"/>
          </p:nvPr>
        </p:nvSpPr>
        <p:spPr>
          <a:xfrm>
            <a:off x="4615140" y="3611809"/>
            <a:ext cx="25149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400"/>
              <a:buNone/>
              <a:defRPr sz="22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83" name="Google Shape;83;p28"/>
          <p:cNvSpPr txBox="1"/>
          <p:nvPr>
            <p:ph idx="18" type="subTitle"/>
          </p:nvPr>
        </p:nvSpPr>
        <p:spPr>
          <a:xfrm>
            <a:off x="4615137" y="3967993"/>
            <a:ext cx="2514900" cy="637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a:lvl1pPr>
            <a:lvl2pPr lvl="1" algn="l">
              <a:lnSpc>
                <a:spcPct val="100000"/>
              </a:lnSpc>
              <a:spcBef>
                <a:spcPts val="0"/>
              </a:spcBef>
              <a:spcAft>
                <a:spcPts val="0"/>
              </a:spcAft>
              <a:buSzPts val="1600"/>
              <a:buNone/>
              <a:defRPr/>
            </a:lvl2pPr>
            <a:lvl3pPr lvl="2" algn="l">
              <a:lnSpc>
                <a:spcPct val="100000"/>
              </a:lnSpc>
              <a:spcBef>
                <a:spcPts val="0"/>
              </a:spcBef>
              <a:spcAft>
                <a:spcPts val="0"/>
              </a:spcAft>
              <a:buSzPts val="1600"/>
              <a:buNone/>
              <a:defRPr/>
            </a:lvl3pPr>
            <a:lvl4pPr lvl="3" algn="l">
              <a:lnSpc>
                <a:spcPct val="100000"/>
              </a:lnSpc>
              <a:spcBef>
                <a:spcPts val="0"/>
              </a:spcBef>
              <a:spcAft>
                <a:spcPts val="0"/>
              </a:spcAft>
              <a:buSzPts val="1600"/>
              <a:buNone/>
              <a:defRPr/>
            </a:lvl4pPr>
            <a:lvl5pPr lvl="4" algn="l">
              <a:lnSpc>
                <a:spcPct val="100000"/>
              </a:lnSpc>
              <a:spcBef>
                <a:spcPts val="0"/>
              </a:spcBef>
              <a:spcAft>
                <a:spcPts val="0"/>
              </a:spcAft>
              <a:buSzPts val="1600"/>
              <a:buNone/>
              <a:defRPr/>
            </a:lvl5pPr>
            <a:lvl6pPr lvl="5" algn="l">
              <a:lnSpc>
                <a:spcPct val="100000"/>
              </a:lnSpc>
              <a:spcBef>
                <a:spcPts val="0"/>
              </a:spcBef>
              <a:spcAft>
                <a:spcPts val="0"/>
              </a:spcAft>
              <a:buSzPts val="1600"/>
              <a:buNone/>
              <a:defRPr/>
            </a:lvl6pPr>
            <a:lvl7pPr lvl="6" algn="l">
              <a:lnSpc>
                <a:spcPct val="100000"/>
              </a:lnSpc>
              <a:spcBef>
                <a:spcPts val="0"/>
              </a:spcBef>
              <a:spcAft>
                <a:spcPts val="0"/>
              </a:spcAft>
              <a:buSzPts val="1600"/>
              <a:buNone/>
              <a:defRPr/>
            </a:lvl7pPr>
            <a:lvl8pPr lvl="7" algn="l">
              <a:lnSpc>
                <a:spcPct val="100000"/>
              </a:lnSpc>
              <a:spcBef>
                <a:spcPts val="0"/>
              </a:spcBef>
              <a:spcAft>
                <a:spcPts val="0"/>
              </a:spcAft>
              <a:buSzPts val="1600"/>
              <a:buNone/>
              <a:defRPr/>
            </a:lvl8pPr>
            <a:lvl9pPr lvl="8" algn="l">
              <a:lnSpc>
                <a:spcPct val="100000"/>
              </a:lnSpc>
              <a:spcBef>
                <a:spcPts val="0"/>
              </a:spcBef>
              <a:spcAft>
                <a:spcPts val="0"/>
              </a:spcAft>
              <a:buSzPts val="1600"/>
              <a:buNone/>
              <a:defRPr/>
            </a:lvl9pPr>
          </a:lstStyle>
          <a:p/>
        </p:txBody>
      </p:sp>
      <p:pic>
        <p:nvPicPr>
          <p:cNvPr id="84" name="Google Shape;84;p28"/>
          <p:cNvPicPr preferRelativeResize="0"/>
          <p:nvPr/>
        </p:nvPicPr>
        <p:blipFill rotWithShape="1">
          <a:blip r:embed="rId2">
            <a:alphaModFix/>
          </a:blip>
          <a:srcRect b="0" l="0" r="0" t="0"/>
          <a:stretch/>
        </p:blipFill>
        <p:spPr>
          <a:xfrm flipH="1" rot="395882">
            <a:off x="-158200" y="-709517"/>
            <a:ext cx="1572000" cy="3813267"/>
          </a:xfrm>
          <a:prstGeom prst="rect">
            <a:avLst/>
          </a:prstGeom>
          <a:noFill/>
          <a:ln>
            <a:noFill/>
          </a:ln>
        </p:spPr>
      </p:pic>
      <p:pic>
        <p:nvPicPr>
          <p:cNvPr id="85" name="Google Shape;85;p28"/>
          <p:cNvPicPr preferRelativeResize="0"/>
          <p:nvPr/>
        </p:nvPicPr>
        <p:blipFill rotWithShape="1">
          <a:blip r:embed="rId3">
            <a:alphaModFix/>
          </a:blip>
          <a:srcRect b="0" l="0" r="0" t="0"/>
          <a:stretch/>
        </p:blipFill>
        <p:spPr>
          <a:xfrm flipH="1">
            <a:off x="-106925" y="3556777"/>
            <a:ext cx="1187150" cy="1538046"/>
          </a:xfrm>
          <a:prstGeom prst="rect">
            <a:avLst/>
          </a:prstGeom>
          <a:noFill/>
          <a:ln>
            <a:noFill/>
          </a:ln>
        </p:spPr>
      </p:pic>
      <p:pic>
        <p:nvPicPr>
          <p:cNvPr id="86" name="Google Shape;86;p28"/>
          <p:cNvPicPr preferRelativeResize="0"/>
          <p:nvPr/>
        </p:nvPicPr>
        <p:blipFill rotWithShape="1">
          <a:blip r:embed="rId4">
            <a:alphaModFix/>
          </a:blip>
          <a:srcRect b="0" l="0" r="0" t="0"/>
          <a:stretch/>
        </p:blipFill>
        <p:spPr>
          <a:xfrm rot="399011">
            <a:off x="8224735" y="801160"/>
            <a:ext cx="1889979" cy="4303181"/>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1">
    <p:spTree>
      <p:nvGrpSpPr>
        <p:cNvPr id="87" name="Shape 87"/>
        <p:cNvGrpSpPr/>
        <p:nvPr/>
      </p:nvGrpSpPr>
      <p:grpSpPr>
        <a:xfrm>
          <a:off x="0" y="0"/>
          <a:ext cx="0" cy="0"/>
          <a:chOff x="0" y="0"/>
          <a:chExt cx="0" cy="0"/>
        </a:xfrm>
      </p:grpSpPr>
      <p:sp>
        <p:nvSpPr>
          <p:cNvPr id="88" name="Google Shape;88;p29"/>
          <p:cNvSpPr txBox="1"/>
          <p:nvPr>
            <p:ph type="ctrTitle"/>
          </p:nvPr>
        </p:nvSpPr>
        <p:spPr>
          <a:xfrm>
            <a:off x="2733325" y="539500"/>
            <a:ext cx="3677400" cy="9918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89" name="Google Shape;89;p29"/>
          <p:cNvSpPr txBox="1"/>
          <p:nvPr>
            <p:ph idx="1" type="subTitle"/>
          </p:nvPr>
        </p:nvSpPr>
        <p:spPr>
          <a:xfrm>
            <a:off x="2733375" y="1531350"/>
            <a:ext cx="3677400" cy="1159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90" name="Google Shape;90;p29"/>
          <p:cNvSpPr txBox="1"/>
          <p:nvPr/>
        </p:nvSpPr>
        <p:spPr>
          <a:xfrm>
            <a:off x="2733175" y="3270700"/>
            <a:ext cx="3677700" cy="7578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1" i="0" lang="en" sz="1200" u="none" cap="none" strike="noStrike">
                <a:solidFill>
                  <a:schemeClr val="dk1"/>
                </a:solidFill>
                <a:latin typeface="Karla"/>
                <a:ea typeface="Karla"/>
                <a:cs typeface="Karla"/>
                <a:sym typeface="Karla"/>
              </a:rPr>
              <a:t>CREDITS</a:t>
            </a:r>
            <a:r>
              <a:rPr b="0" i="0" lang="en" sz="1200" u="none" cap="none" strike="noStrike">
                <a:solidFill>
                  <a:schemeClr val="dk1"/>
                </a:solidFill>
                <a:latin typeface="Karla"/>
                <a:ea typeface="Karla"/>
                <a:cs typeface="Karla"/>
                <a:sym typeface="Karla"/>
              </a:rPr>
              <a:t>: This presentation template was created by </a:t>
            </a:r>
            <a:r>
              <a:rPr b="1" i="0" lang="en" sz="1200" u="none" cap="none" strike="noStrike">
                <a:solidFill>
                  <a:schemeClr val="dk1"/>
                </a:solidFill>
                <a:uFill>
                  <a:noFill/>
                </a:uFill>
                <a:latin typeface="Karla"/>
                <a:ea typeface="Karla"/>
                <a:cs typeface="Karla"/>
                <a:sym typeface="Karla"/>
                <a:hlinkClick r:id="rId2">
                  <a:extLst>
                    <a:ext uri="{A12FA001-AC4F-418D-AE19-62706E023703}">
                      <ahyp:hlinkClr val="tx"/>
                    </a:ext>
                  </a:extLst>
                </a:hlinkClick>
              </a:rPr>
              <a:t>Slidesgo</a:t>
            </a:r>
            <a:r>
              <a:rPr b="1" i="0" lang="en" sz="1200" u="none" cap="none" strike="noStrike">
                <a:solidFill>
                  <a:schemeClr val="dk1"/>
                </a:solidFill>
                <a:latin typeface="Karla"/>
                <a:ea typeface="Karla"/>
                <a:cs typeface="Karla"/>
                <a:sym typeface="Karla"/>
              </a:rPr>
              <a:t>,</a:t>
            </a:r>
            <a:r>
              <a:rPr b="0" i="0" lang="en" sz="1200" u="none" cap="none" strike="noStrike">
                <a:solidFill>
                  <a:schemeClr val="dk1"/>
                </a:solidFill>
                <a:latin typeface="Karla"/>
                <a:ea typeface="Karla"/>
                <a:cs typeface="Karla"/>
                <a:sym typeface="Karla"/>
              </a:rPr>
              <a:t> including icons by </a:t>
            </a:r>
            <a:r>
              <a:rPr b="1" i="0" lang="en" sz="1200" u="none" cap="none" strike="noStrike">
                <a:solidFill>
                  <a:schemeClr val="dk1"/>
                </a:solidFill>
                <a:uFill>
                  <a:noFill/>
                </a:uFill>
                <a:latin typeface="Karla"/>
                <a:ea typeface="Karla"/>
                <a:cs typeface="Karla"/>
                <a:sym typeface="Karla"/>
                <a:hlinkClick r:id="rId3">
                  <a:extLst>
                    <a:ext uri="{A12FA001-AC4F-418D-AE19-62706E023703}">
                      <ahyp:hlinkClr val="tx"/>
                    </a:ext>
                  </a:extLst>
                </a:hlinkClick>
              </a:rPr>
              <a:t>Flaticon</a:t>
            </a:r>
            <a:r>
              <a:rPr b="0" i="0" lang="en" sz="1200" u="none" cap="none" strike="noStrike">
                <a:solidFill>
                  <a:schemeClr val="dk1"/>
                </a:solidFill>
                <a:latin typeface="Karla"/>
                <a:ea typeface="Karla"/>
                <a:cs typeface="Karla"/>
                <a:sym typeface="Karla"/>
              </a:rPr>
              <a:t> and infographics &amp; images by </a:t>
            </a:r>
            <a:r>
              <a:rPr b="1" i="0" lang="en" sz="1200" u="none" cap="none" strike="noStrike">
                <a:solidFill>
                  <a:schemeClr val="dk1"/>
                </a:solidFill>
                <a:uFill>
                  <a:noFill/>
                </a:uFill>
                <a:latin typeface="Karla"/>
                <a:ea typeface="Karla"/>
                <a:cs typeface="Karla"/>
                <a:sym typeface="Karla"/>
                <a:hlinkClick r:id="rId4">
                  <a:extLst>
                    <a:ext uri="{A12FA001-AC4F-418D-AE19-62706E023703}">
                      <ahyp:hlinkClr val="tx"/>
                    </a:ext>
                  </a:extLst>
                </a:hlinkClick>
              </a:rPr>
              <a:t>Freepik</a:t>
            </a:r>
            <a:endParaRPr b="0" i="0" sz="1200" u="none" cap="none" strike="noStrike">
              <a:solidFill>
                <a:schemeClr val="dk1"/>
              </a:solidFill>
              <a:latin typeface="Karla"/>
              <a:ea typeface="Karla"/>
              <a:cs typeface="Karla"/>
              <a:sym typeface="Karla"/>
            </a:endParaRPr>
          </a:p>
        </p:txBody>
      </p:sp>
      <p:pic>
        <p:nvPicPr>
          <p:cNvPr id="91" name="Google Shape;91;p29"/>
          <p:cNvPicPr preferRelativeResize="0"/>
          <p:nvPr/>
        </p:nvPicPr>
        <p:blipFill rotWithShape="1">
          <a:blip r:embed="rId5">
            <a:alphaModFix/>
          </a:blip>
          <a:srcRect b="0" l="0" r="0" t="0"/>
          <a:stretch/>
        </p:blipFill>
        <p:spPr>
          <a:xfrm rot="5400000">
            <a:off x="-590765" y="1291116"/>
            <a:ext cx="2786538" cy="2161739"/>
          </a:xfrm>
          <a:prstGeom prst="rect">
            <a:avLst/>
          </a:prstGeom>
          <a:noFill/>
          <a:ln>
            <a:noFill/>
          </a:ln>
        </p:spPr>
      </p:pic>
      <p:pic>
        <p:nvPicPr>
          <p:cNvPr id="92" name="Google Shape;92;p29"/>
          <p:cNvPicPr preferRelativeResize="0"/>
          <p:nvPr/>
        </p:nvPicPr>
        <p:blipFill rotWithShape="1">
          <a:blip r:embed="rId6">
            <a:alphaModFix/>
          </a:blip>
          <a:srcRect b="0" l="0" r="0" t="0"/>
          <a:stretch/>
        </p:blipFill>
        <p:spPr>
          <a:xfrm rot="5400000">
            <a:off x="389693" y="193321"/>
            <a:ext cx="2058291" cy="1993199"/>
          </a:xfrm>
          <a:prstGeom prst="rect">
            <a:avLst/>
          </a:prstGeom>
          <a:noFill/>
          <a:ln>
            <a:noFill/>
          </a:ln>
        </p:spPr>
      </p:pic>
      <p:pic>
        <p:nvPicPr>
          <p:cNvPr id="93" name="Google Shape;93;p29"/>
          <p:cNvPicPr preferRelativeResize="0"/>
          <p:nvPr/>
        </p:nvPicPr>
        <p:blipFill rotWithShape="1">
          <a:blip r:embed="rId7">
            <a:alphaModFix/>
          </a:blip>
          <a:srcRect b="0" l="0" r="0" t="0"/>
          <a:stretch/>
        </p:blipFill>
        <p:spPr>
          <a:xfrm rot="-5400000">
            <a:off x="-989076" y="3091849"/>
            <a:ext cx="4033303" cy="2891800"/>
          </a:xfrm>
          <a:prstGeom prst="rect">
            <a:avLst/>
          </a:prstGeom>
          <a:noFill/>
          <a:ln>
            <a:noFill/>
          </a:ln>
        </p:spPr>
      </p:pic>
      <p:pic>
        <p:nvPicPr>
          <p:cNvPr id="94" name="Google Shape;94;p29"/>
          <p:cNvPicPr preferRelativeResize="0"/>
          <p:nvPr/>
        </p:nvPicPr>
        <p:blipFill rotWithShape="1">
          <a:blip r:embed="rId8">
            <a:alphaModFix/>
          </a:blip>
          <a:srcRect b="0" l="0" r="0" t="0"/>
          <a:stretch/>
        </p:blipFill>
        <p:spPr>
          <a:xfrm rot="3546973">
            <a:off x="7590178" y="1978886"/>
            <a:ext cx="1674669" cy="3812953"/>
          </a:xfrm>
          <a:prstGeom prst="rect">
            <a:avLst/>
          </a:prstGeom>
          <a:noFill/>
          <a:ln>
            <a:noFill/>
          </a:ln>
        </p:spPr>
      </p:pic>
      <p:pic>
        <p:nvPicPr>
          <p:cNvPr id="95" name="Google Shape;95;p29"/>
          <p:cNvPicPr preferRelativeResize="0"/>
          <p:nvPr/>
        </p:nvPicPr>
        <p:blipFill rotWithShape="1">
          <a:blip r:embed="rId9">
            <a:alphaModFix/>
          </a:blip>
          <a:srcRect b="0" l="0" r="0" t="0"/>
          <a:stretch/>
        </p:blipFill>
        <p:spPr>
          <a:xfrm rot="-665179">
            <a:off x="6799174" y="-791526"/>
            <a:ext cx="1769485" cy="4292308"/>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6" name="Shape 96"/>
        <p:cNvGrpSpPr/>
        <p:nvPr/>
      </p:nvGrpSpPr>
      <p:grpSpPr>
        <a:xfrm>
          <a:off x="0" y="0"/>
          <a:ext cx="0" cy="0"/>
          <a:chOff x="0" y="0"/>
          <a:chExt cx="0" cy="0"/>
        </a:xfrm>
      </p:grpSpPr>
      <p:sp>
        <p:nvSpPr>
          <p:cNvPr id="97" name="Google Shape;97;p30"/>
          <p:cNvSpPr txBox="1"/>
          <p:nvPr>
            <p:ph type="title"/>
          </p:nvPr>
        </p:nvSpPr>
        <p:spPr>
          <a:xfrm>
            <a:off x="2166450" y="2409795"/>
            <a:ext cx="4811100" cy="841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98" name="Google Shape;98;p30"/>
          <p:cNvSpPr txBox="1"/>
          <p:nvPr>
            <p:ph idx="1" type="subTitle"/>
          </p:nvPr>
        </p:nvSpPr>
        <p:spPr>
          <a:xfrm>
            <a:off x="3293225" y="3165870"/>
            <a:ext cx="2557800" cy="607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99" name="Google Shape;99;p30"/>
          <p:cNvSpPr txBox="1"/>
          <p:nvPr>
            <p:ph idx="2" type="title"/>
          </p:nvPr>
        </p:nvSpPr>
        <p:spPr>
          <a:xfrm>
            <a:off x="3334800" y="1047373"/>
            <a:ext cx="2474400" cy="1378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2000"/>
              <a:buNone/>
              <a:defRPr sz="96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p:txBody>
      </p:sp>
      <p:pic>
        <p:nvPicPr>
          <p:cNvPr id="100" name="Google Shape;100;p30"/>
          <p:cNvPicPr preferRelativeResize="0"/>
          <p:nvPr/>
        </p:nvPicPr>
        <p:blipFill rotWithShape="1">
          <a:blip r:embed="rId2">
            <a:alphaModFix/>
          </a:blip>
          <a:srcRect b="0" l="0" r="0" t="0"/>
          <a:stretch/>
        </p:blipFill>
        <p:spPr>
          <a:xfrm rot="3883291">
            <a:off x="-398603" y="1661394"/>
            <a:ext cx="2569104" cy="1474162"/>
          </a:xfrm>
          <a:prstGeom prst="rect">
            <a:avLst/>
          </a:prstGeom>
          <a:noFill/>
          <a:ln>
            <a:noFill/>
          </a:ln>
        </p:spPr>
      </p:pic>
      <p:pic>
        <p:nvPicPr>
          <p:cNvPr id="101" name="Google Shape;101;p30"/>
          <p:cNvPicPr preferRelativeResize="0"/>
          <p:nvPr/>
        </p:nvPicPr>
        <p:blipFill rotWithShape="1">
          <a:blip r:embed="rId3">
            <a:alphaModFix/>
          </a:blip>
          <a:srcRect b="0" l="0" r="0" t="0"/>
          <a:stretch/>
        </p:blipFill>
        <p:spPr>
          <a:xfrm>
            <a:off x="440313" y="163692"/>
            <a:ext cx="1840875" cy="1782665"/>
          </a:xfrm>
          <a:prstGeom prst="rect">
            <a:avLst/>
          </a:prstGeom>
          <a:noFill/>
          <a:ln>
            <a:noFill/>
          </a:ln>
        </p:spPr>
      </p:pic>
      <p:pic>
        <p:nvPicPr>
          <p:cNvPr id="102" name="Google Shape;102;p30"/>
          <p:cNvPicPr preferRelativeResize="0"/>
          <p:nvPr/>
        </p:nvPicPr>
        <p:blipFill rotWithShape="1">
          <a:blip r:embed="rId4">
            <a:alphaModFix/>
          </a:blip>
          <a:srcRect b="0" l="0" r="0" t="0"/>
          <a:stretch/>
        </p:blipFill>
        <p:spPr>
          <a:xfrm rot="-1639246">
            <a:off x="941800" y="2746450"/>
            <a:ext cx="1733751" cy="3947450"/>
          </a:xfrm>
          <a:prstGeom prst="rect">
            <a:avLst/>
          </a:prstGeom>
          <a:noFill/>
          <a:ln>
            <a:noFill/>
          </a:ln>
        </p:spPr>
      </p:pic>
      <p:pic>
        <p:nvPicPr>
          <p:cNvPr id="103" name="Google Shape;103;p30"/>
          <p:cNvPicPr preferRelativeResize="0"/>
          <p:nvPr/>
        </p:nvPicPr>
        <p:blipFill rotWithShape="1">
          <a:blip r:embed="rId5">
            <a:alphaModFix/>
          </a:blip>
          <a:srcRect b="0" l="0" r="0" t="0"/>
          <a:stretch/>
        </p:blipFill>
        <p:spPr>
          <a:xfrm>
            <a:off x="7081725" y="3219301"/>
            <a:ext cx="1840875" cy="1700025"/>
          </a:xfrm>
          <a:prstGeom prst="rect">
            <a:avLst/>
          </a:prstGeom>
          <a:noFill/>
          <a:ln>
            <a:noFill/>
          </a:ln>
        </p:spPr>
      </p:pic>
      <p:pic>
        <p:nvPicPr>
          <p:cNvPr id="104" name="Google Shape;104;p30"/>
          <p:cNvPicPr preferRelativeResize="0"/>
          <p:nvPr/>
        </p:nvPicPr>
        <p:blipFill rotWithShape="1">
          <a:blip r:embed="rId6">
            <a:alphaModFix/>
          </a:blip>
          <a:srcRect b="0" l="0" r="0" t="0"/>
          <a:stretch/>
        </p:blipFill>
        <p:spPr>
          <a:xfrm>
            <a:off x="7304126" y="609717"/>
            <a:ext cx="2386824" cy="4381382"/>
          </a:xfrm>
          <a:prstGeom prst="rect">
            <a:avLst/>
          </a:prstGeom>
          <a:noFill/>
          <a:ln>
            <a:noFill/>
          </a:ln>
        </p:spPr>
      </p:pic>
      <p:pic>
        <p:nvPicPr>
          <p:cNvPr id="105" name="Google Shape;105;p30"/>
          <p:cNvPicPr preferRelativeResize="0"/>
          <p:nvPr/>
        </p:nvPicPr>
        <p:blipFill rotWithShape="1">
          <a:blip r:embed="rId4">
            <a:alphaModFix/>
          </a:blip>
          <a:srcRect b="0" l="0" r="0" t="0"/>
          <a:stretch/>
        </p:blipFill>
        <p:spPr>
          <a:xfrm rot="-1639246">
            <a:off x="6379675" y="-1850875"/>
            <a:ext cx="1733751" cy="394745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06" name="Shape 106"/>
        <p:cNvGrpSpPr/>
        <p:nvPr/>
      </p:nvGrpSpPr>
      <p:grpSpPr>
        <a:xfrm>
          <a:off x="0" y="0"/>
          <a:ext cx="0" cy="0"/>
          <a:chOff x="0" y="0"/>
          <a:chExt cx="0" cy="0"/>
        </a:xfrm>
      </p:grpSpPr>
      <p:sp>
        <p:nvSpPr>
          <p:cNvPr id="107" name="Google Shape;107;p31"/>
          <p:cNvSpPr txBox="1"/>
          <p:nvPr>
            <p:ph type="title"/>
          </p:nvPr>
        </p:nvSpPr>
        <p:spPr>
          <a:xfrm>
            <a:off x="713225" y="539500"/>
            <a:ext cx="77175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a:lvl2pPr>
            <a:lvl3pPr lvl="2" algn="ctr">
              <a:lnSpc>
                <a:spcPct val="100000"/>
              </a:lnSpc>
              <a:spcBef>
                <a:spcPts val="0"/>
              </a:spcBef>
              <a:spcAft>
                <a:spcPts val="0"/>
              </a:spcAft>
              <a:buSzPts val="2800"/>
              <a:buNone/>
              <a:defRPr/>
            </a:lvl3pPr>
            <a:lvl4pPr lvl="3" algn="ctr">
              <a:lnSpc>
                <a:spcPct val="100000"/>
              </a:lnSpc>
              <a:spcBef>
                <a:spcPts val="0"/>
              </a:spcBef>
              <a:spcAft>
                <a:spcPts val="0"/>
              </a:spcAft>
              <a:buSzPts val="2800"/>
              <a:buNone/>
              <a:defRPr/>
            </a:lvl4pPr>
            <a:lvl5pPr lvl="4" algn="ctr">
              <a:lnSpc>
                <a:spcPct val="100000"/>
              </a:lnSpc>
              <a:spcBef>
                <a:spcPts val="0"/>
              </a:spcBef>
              <a:spcAft>
                <a:spcPts val="0"/>
              </a:spcAft>
              <a:buSzPts val="2800"/>
              <a:buNone/>
              <a:defRPr/>
            </a:lvl5pPr>
            <a:lvl6pPr lvl="5" algn="ctr">
              <a:lnSpc>
                <a:spcPct val="100000"/>
              </a:lnSpc>
              <a:spcBef>
                <a:spcPts val="0"/>
              </a:spcBef>
              <a:spcAft>
                <a:spcPts val="0"/>
              </a:spcAft>
              <a:buSzPts val="2800"/>
              <a:buNone/>
              <a:defRPr/>
            </a:lvl6pPr>
            <a:lvl7pPr lvl="6" algn="ctr">
              <a:lnSpc>
                <a:spcPct val="100000"/>
              </a:lnSpc>
              <a:spcBef>
                <a:spcPts val="0"/>
              </a:spcBef>
              <a:spcAft>
                <a:spcPts val="0"/>
              </a:spcAft>
              <a:buSzPts val="2800"/>
              <a:buNone/>
              <a:defRPr/>
            </a:lvl7pPr>
            <a:lvl8pPr lvl="7" algn="ctr">
              <a:lnSpc>
                <a:spcPct val="100000"/>
              </a:lnSpc>
              <a:spcBef>
                <a:spcPts val="0"/>
              </a:spcBef>
              <a:spcAft>
                <a:spcPts val="0"/>
              </a:spcAft>
              <a:buSzPts val="2800"/>
              <a:buNone/>
              <a:defRPr/>
            </a:lvl8pPr>
            <a:lvl9pPr lvl="8" algn="ctr">
              <a:lnSpc>
                <a:spcPct val="100000"/>
              </a:lnSpc>
              <a:spcBef>
                <a:spcPts val="0"/>
              </a:spcBef>
              <a:spcAft>
                <a:spcPts val="0"/>
              </a:spcAft>
              <a:buSzPts val="2800"/>
              <a:buNone/>
              <a:defRPr/>
            </a:lvl9pPr>
          </a:lstStyle>
          <a:p/>
        </p:txBody>
      </p:sp>
      <p:sp>
        <p:nvSpPr>
          <p:cNvPr id="108" name="Google Shape;108;p31"/>
          <p:cNvSpPr txBox="1"/>
          <p:nvPr>
            <p:ph idx="1" type="body"/>
          </p:nvPr>
        </p:nvSpPr>
        <p:spPr>
          <a:xfrm>
            <a:off x="713225" y="1187600"/>
            <a:ext cx="7717500" cy="34164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SzPts val="1200"/>
              <a:buChar char="●"/>
              <a:defRPr sz="1200"/>
            </a:lvl1pPr>
            <a:lvl2pPr indent="-330200" lvl="1" marL="914400" algn="l">
              <a:lnSpc>
                <a:spcPct val="100000"/>
              </a:lnSpc>
              <a:spcBef>
                <a:spcPts val="0"/>
              </a:spcBef>
              <a:spcAft>
                <a:spcPts val="0"/>
              </a:spcAft>
              <a:buSzPts val="1600"/>
              <a:buChar char="○"/>
              <a:defRPr/>
            </a:lvl2pPr>
            <a:lvl3pPr indent="-330200" lvl="2" marL="1371600" algn="l">
              <a:lnSpc>
                <a:spcPct val="100000"/>
              </a:lnSpc>
              <a:spcBef>
                <a:spcPts val="0"/>
              </a:spcBef>
              <a:spcAft>
                <a:spcPts val="0"/>
              </a:spcAft>
              <a:buSzPts val="1600"/>
              <a:buChar char="■"/>
              <a:defRPr/>
            </a:lvl3pPr>
            <a:lvl4pPr indent="-330200" lvl="3" marL="1828800" algn="l">
              <a:lnSpc>
                <a:spcPct val="100000"/>
              </a:lnSpc>
              <a:spcBef>
                <a:spcPts val="0"/>
              </a:spcBef>
              <a:spcAft>
                <a:spcPts val="0"/>
              </a:spcAft>
              <a:buSzPts val="1600"/>
              <a:buChar char="●"/>
              <a:defRPr/>
            </a:lvl4pPr>
            <a:lvl5pPr indent="-330200" lvl="4" marL="2286000" algn="l">
              <a:lnSpc>
                <a:spcPct val="100000"/>
              </a:lnSpc>
              <a:spcBef>
                <a:spcPts val="0"/>
              </a:spcBef>
              <a:spcAft>
                <a:spcPts val="0"/>
              </a:spcAft>
              <a:buSzPts val="1600"/>
              <a:buChar char="○"/>
              <a:defRPr/>
            </a:lvl5pPr>
            <a:lvl6pPr indent="-330200" lvl="5" marL="2743200" algn="l">
              <a:lnSpc>
                <a:spcPct val="100000"/>
              </a:lnSpc>
              <a:spcBef>
                <a:spcPts val="0"/>
              </a:spcBef>
              <a:spcAft>
                <a:spcPts val="0"/>
              </a:spcAft>
              <a:buSzPts val="1600"/>
              <a:buChar char="■"/>
              <a:defRPr/>
            </a:lvl6pPr>
            <a:lvl7pPr indent="-330200" lvl="6" marL="3200400" algn="l">
              <a:lnSpc>
                <a:spcPct val="100000"/>
              </a:lnSpc>
              <a:spcBef>
                <a:spcPts val="0"/>
              </a:spcBef>
              <a:spcAft>
                <a:spcPts val="0"/>
              </a:spcAft>
              <a:buSzPts val="1600"/>
              <a:buChar char="●"/>
              <a:defRPr/>
            </a:lvl7pPr>
            <a:lvl8pPr indent="-330200" lvl="7" marL="3657600" algn="l">
              <a:lnSpc>
                <a:spcPct val="100000"/>
              </a:lnSpc>
              <a:spcBef>
                <a:spcPts val="0"/>
              </a:spcBef>
              <a:spcAft>
                <a:spcPts val="0"/>
              </a:spcAft>
              <a:buSzPts val="1600"/>
              <a:buChar char="○"/>
              <a:defRPr/>
            </a:lvl8pPr>
            <a:lvl9pPr indent="-330200" lvl="8" marL="4114800" algn="l">
              <a:lnSpc>
                <a:spcPct val="100000"/>
              </a:lnSpc>
              <a:spcBef>
                <a:spcPts val="0"/>
              </a:spcBef>
              <a:spcAft>
                <a:spcPts val="0"/>
              </a:spcAft>
              <a:buSzPts val="1600"/>
              <a:buChar char="■"/>
              <a:defRPr/>
            </a:lvl9pPr>
          </a:lstStyle>
          <a:p/>
        </p:txBody>
      </p:sp>
      <p:pic>
        <p:nvPicPr>
          <p:cNvPr id="109" name="Google Shape;109;p31"/>
          <p:cNvPicPr preferRelativeResize="0"/>
          <p:nvPr/>
        </p:nvPicPr>
        <p:blipFill rotWithShape="1">
          <a:blip r:embed="rId2">
            <a:alphaModFix/>
          </a:blip>
          <a:srcRect b="0" l="0" r="0" t="0"/>
          <a:stretch/>
        </p:blipFill>
        <p:spPr>
          <a:xfrm rot="5400000">
            <a:off x="7018400" y="-1769425"/>
            <a:ext cx="1733750" cy="3947449"/>
          </a:xfrm>
          <a:prstGeom prst="rect">
            <a:avLst/>
          </a:prstGeom>
          <a:noFill/>
          <a:ln>
            <a:noFill/>
          </a:ln>
        </p:spPr>
      </p:pic>
      <p:pic>
        <p:nvPicPr>
          <p:cNvPr id="110" name="Google Shape;110;p31"/>
          <p:cNvPicPr preferRelativeResize="0"/>
          <p:nvPr/>
        </p:nvPicPr>
        <p:blipFill rotWithShape="1">
          <a:blip r:embed="rId3">
            <a:alphaModFix/>
          </a:blip>
          <a:srcRect b="0" l="0" r="0" t="0"/>
          <a:stretch/>
        </p:blipFill>
        <p:spPr>
          <a:xfrm rot="5400000">
            <a:off x="-2143088" y="1694737"/>
            <a:ext cx="3538475" cy="2030400"/>
          </a:xfrm>
          <a:prstGeom prst="rect">
            <a:avLst/>
          </a:prstGeom>
          <a:noFill/>
          <a:ln>
            <a:noFill/>
          </a:ln>
        </p:spPr>
      </p:pic>
      <p:pic>
        <p:nvPicPr>
          <p:cNvPr id="111" name="Google Shape;111;p31"/>
          <p:cNvPicPr preferRelativeResize="0"/>
          <p:nvPr/>
        </p:nvPicPr>
        <p:blipFill rotWithShape="1">
          <a:blip r:embed="rId4">
            <a:alphaModFix/>
          </a:blip>
          <a:srcRect b="0" l="0" r="0" t="0"/>
          <a:stretch/>
        </p:blipFill>
        <p:spPr>
          <a:xfrm>
            <a:off x="8430725" y="2721400"/>
            <a:ext cx="1666150" cy="161345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12" name="Shape 112"/>
        <p:cNvGrpSpPr/>
        <p:nvPr/>
      </p:nvGrpSpPr>
      <p:grpSpPr>
        <a:xfrm>
          <a:off x="0" y="0"/>
          <a:ext cx="0" cy="0"/>
          <a:chOff x="0" y="0"/>
          <a:chExt cx="0" cy="0"/>
        </a:xfrm>
      </p:grpSpPr>
      <p:sp>
        <p:nvSpPr>
          <p:cNvPr id="113" name="Google Shape;113;p32"/>
          <p:cNvSpPr txBox="1"/>
          <p:nvPr>
            <p:ph type="title"/>
          </p:nvPr>
        </p:nvSpPr>
        <p:spPr>
          <a:xfrm>
            <a:off x="713225" y="539500"/>
            <a:ext cx="77175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a:lvl2pPr>
            <a:lvl3pPr lvl="2" algn="ctr">
              <a:lnSpc>
                <a:spcPct val="100000"/>
              </a:lnSpc>
              <a:spcBef>
                <a:spcPts val="0"/>
              </a:spcBef>
              <a:spcAft>
                <a:spcPts val="0"/>
              </a:spcAft>
              <a:buSzPts val="2800"/>
              <a:buNone/>
              <a:defRPr/>
            </a:lvl3pPr>
            <a:lvl4pPr lvl="3" algn="ctr">
              <a:lnSpc>
                <a:spcPct val="100000"/>
              </a:lnSpc>
              <a:spcBef>
                <a:spcPts val="0"/>
              </a:spcBef>
              <a:spcAft>
                <a:spcPts val="0"/>
              </a:spcAft>
              <a:buSzPts val="2800"/>
              <a:buNone/>
              <a:defRPr/>
            </a:lvl4pPr>
            <a:lvl5pPr lvl="4" algn="ctr">
              <a:lnSpc>
                <a:spcPct val="100000"/>
              </a:lnSpc>
              <a:spcBef>
                <a:spcPts val="0"/>
              </a:spcBef>
              <a:spcAft>
                <a:spcPts val="0"/>
              </a:spcAft>
              <a:buSzPts val="2800"/>
              <a:buNone/>
              <a:defRPr/>
            </a:lvl5pPr>
            <a:lvl6pPr lvl="5" algn="ctr">
              <a:lnSpc>
                <a:spcPct val="100000"/>
              </a:lnSpc>
              <a:spcBef>
                <a:spcPts val="0"/>
              </a:spcBef>
              <a:spcAft>
                <a:spcPts val="0"/>
              </a:spcAft>
              <a:buSzPts val="2800"/>
              <a:buNone/>
              <a:defRPr/>
            </a:lvl6pPr>
            <a:lvl7pPr lvl="6" algn="ctr">
              <a:lnSpc>
                <a:spcPct val="100000"/>
              </a:lnSpc>
              <a:spcBef>
                <a:spcPts val="0"/>
              </a:spcBef>
              <a:spcAft>
                <a:spcPts val="0"/>
              </a:spcAft>
              <a:buSzPts val="2800"/>
              <a:buNone/>
              <a:defRPr/>
            </a:lvl7pPr>
            <a:lvl8pPr lvl="7" algn="ctr">
              <a:lnSpc>
                <a:spcPct val="100000"/>
              </a:lnSpc>
              <a:spcBef>
                <a:spcPts val="0"/>
              </a:spcBef>
              <a:spcAft>
                <a:spcPts val="0"/>
              </a:spcAft>
              <a:buSzPts val="2800"/>
              <a:buNone/>
              <a:defRPr/>
            </a:lvl8pPr>
            <a:lvl9pPr lvl="8" algn="ctr">
              <a:lnSpc>
                <a:spcPct val="100000"/>
              </a:lnSpc>
              <a:spcBef>
                <a:spcPts val="0"/>
              </a:spcBef>
              <a:spcAft>
                <a:spcPts val="0"/>
              </a:spcAft>
              <a:buSzPts val="2800"/>
              <a:buNone/>
              <a:defRPr/>
            </a:lvl9pPr>
          </a:lstStyle>
          <a:p/>
        </p:txBody>
      </p:sp>
      <p:sp>
        <p:nvSpPr>
          <p:cNvPr id="114" name="Google Shape;114;p32"/>
          <p:cNvSpPr txBox="1"/>
          <p:nvPr>
            <p:ph idx="1" type="body"/>
          </p:nvPr>
        </p:nvSpPr>
        <p:spPr>
          <a:xfrm>
            <a:off x="783350" y="3405826"/>
            <a:ext cx="3556500" cy="915300"/>
          </a:xfrm>
          <a:prstGeom prst="rect">
            <a:avLst/>
          </a:prstGeom>
          <a:noFill/>
          <a:ln>
            <a:noFill/>
          </a:ln>
        </p:spPr>
        <p:txBody>
          <a:bodyPr anchorCtr="0" anchor="t" bIns="91425" lIns="91425" spcFirstLastPara="1" rIns="91425" wrap="square" tIns="91425">
            <a:noAutofit/>
          </a:bodyPr>
          <a:lstStyle>
            <a:lvl1pPr indent="-330200" lvl="0" marL="457200" algn="ctr">
              <a:lnSpc>
                <a:spcPct val="100000"/>
              </a:lnSpc>
              <a:spcBef>
                <a:spcPts val="0"/>
              </a:spcBef>
              <a:spcAft>
                <a:spcPts val="0"/>
              </a:spcAft>
              <a:buSzPts val="1600"/>
              <a:buChar char="●"/>
              <a:defRPr/>
            </a:lvl1pPr>
            <a:lvl2pPr indent="-330200" lvl="1" marL="914400" algn="l">
              <a:lnSpc>
                <a:spcPct val="100000"/>
              </a:lnSpc>
              <a:spcBef>
                <a:spcPts val="0"/>
              </a:spcBef>
              <a:spcAft>
                <a:spcPts val="0"/>
              </a:spcAft>
              <a:buSzPts val="1600"/>
              <a:buChar char="○"/>
              <a:defRPr/>
            </a:lvl2pPr>
            <a:lvl3pPr indent="-330200" lvl="2" marL="1371600" algn="l">
              <a:lnSpc>
                <a:spcPct val="100000"/>
              </a:lnSpc>
              <a:spcBef>
                <a:spcPts val="0"/>
              </a:spcBef>
              <a:spcAft>
                <a:spcPts val="0"/>
              </a:spcAft>
              <a:buSzPts val="1600"/>
              <a:buChar char="■"/>
              <a:defRPr/>
            </a:lvl3pPr>
            <a:lvl4pPr indent="-330200" lvl="3" marL="1828800" algn="l">
              <a:lnSpc>
                <a:spcPct val="100000"/>
              </a:lnSpc>
              <a:spcBef>
                <a:spcPts val="0"/>
              </a:spcBef>
              <a:spcAft>
                <a:spcPts val="0"/>
              </a:spcAft>
              <a:buSzPts val="1600"/>
              <a:buChar char="●"/>
              <a:defRPr/>
            </a:lvl4pPr>
            <a:lvl5pPr indent="-330200" lvl="4" marL="2286000" algn="l">
              <a:lnSpc>
                <a:spcPct val="100000"/>
              </a:lnSpc>
              <a:spcBef>
                <a:spcPts val="0"/>
              </a:spcBef>
              <a:spcAft>
                <a:spcPts val="0"/>
              </a:spcAft>
              <a:buSzPts val="1600"/>
              <a:buChar char="○"/>
              <a:defRPr/>
            </a:lvl5pPr>
            <a:lvl6pPr indent="-330200" lvl="5" marL="2743200" algn="l">
              <a:lnSpc>
                <a:spcPct val="100000"/>
              </a:lnSpc>
              <a:spcBef>
                <a:spcPts val="0"/>
              </a:spcBef>
              <a:spcAft>
                <a:spcPts val="0"/>
              </a:spcAft>
              <a:buSzPts val="1600"/>
              <a:buChar char="■"/>
              <a:defRPr/>
            </a:lvl6pPr>
            <a:lvl7pPr indent="-330200" lvl="6" marL="3200400" algn="l">
              <a:lnSpc>
                <a:spcPct val="100000"/>
              </a:lnSpc>
              <a:spcBef>
                <a:spcPts val="0"/>
              </a:spcBef>
              <a:spcAft>
                <a:spcPts val="0"/>
              </a:spcAft>
              <a:buSzPts val="1600"/>
              <a:buChar char="●"/>
              <a:defRPr/>
            </a:lvl7pPr>
            <a:lvl8pPr indent="-330200" lvl="7" marL="3657600" algn="l">
              <a:lnSpc>
                <a:spcPct val="100000"/>
              </a:lnSpc>
              <a:spcBef>
                <a:spcPts val="0"/>
              </a:spcBef>
              <a:spcAft>
                <a:spcPts val="0"/>
              </a:spcAft>
              <a:buSzPts val="1600"/>
              <a:buChar char="○"/>
              <a:defRPr/>
            </a:lvl8pPr>
            <a:lvl9pPr indent="-330200" lvl="8" marL="4114800" algn="l">
              <a:lnSpc>
                <a:spcPct val="100000"/>
              </a:lnSpc>
              <a:spcBef>
                <a:spcPts val="0"/>
              </a:spcBef>
              <a:spcAft>
                <a:spcPts val="0"/>
              </a:spcAft>
              <a:buSzPts val="1600"/>
              <a:buChar char="■"/>
              <a:defRPr/>
            </a:lvl9pPr>
          </a:lstStyle>
          <a:p/>
        </p:txBody>
      </p:sp>
      <p:sp>
        <p:nvSpPr>
          <p:cNvPr id="115" name="Google Shape;115;p32"/>
          <p:cNvSpPr txBox="1"/>
          <p:nvPr>
            <p:ph idx="2" type="body"/>
          </p:nvPr>
        </p:nvSpPr>
        <p:spPr>
          <a:xfrm>
            <a:off x="4804123" y="3405826"/>
            <a:ext cx="3556500" cy="915300"/>
          </a:xfrm>
          <a:prstGeom prst="rect">
            <a:avLst/>
          </a:prstGeom>
          <a:noFill/>
          <a:ln>
            <a:noFill/>
          </a:ln>
        </p:spPr>
        <p:txBody>
          <a:bodyPr anchorCtr="0" anchor="t" bIns="91425" lIns="91425" spcFirstLastPara="1" rIns="91425" wrap="square" tIns="91425">
            <a:noAutofit/>
          </a:bodyPr>
          <a:lstStyle>
            <a:lvl1pPr indent="-330200" lvl="0" marL="457200" algn="ctr">
              <a:lnSpc>
                <a:spcPct val="100000"/>
              </a:lnSpc>
              <a:spcBef>
                <a:spcPts val="0"/>
              </a:spcBef>
              <a:spcAft>
                <a:spcPts val="0"/>
              </a:spcAft>
              <a:buSzPts val="1600"/>
              <a:buChar char="●"/>
              <a:defRPr/>
            </a:lvl1pPr>
            <a:lvl2pPr indent="-330200" lvl="1" marL="914400" algn="l">
              <a:lnSpc>
                <a:spcPct val="100000"/>
              </a:lnSpc>
              <a:spcBef>
                <a:spcPts val="0"/>
              </a:spcBef>
              <a:spcAft>
                <a:spcPts val="0"/>
              </a:spcAft>
              <a:buSzPts val="1600"/>
              <a:buChar char="○"/>
              <a:defRPr/>
            </a:lvl2pPr>
            <a:lvl3pPr indent="-330200" lvl="2" marL="1371600" algn="l">
              <a:lnSpc>
                <a:spcPct val="100000"/>
              </a:lnSpc>
              <a:spcBef>
                <a:spcPts val="0"/>
              </a:spcBef>
              <a:spcAft>
                <a:spcPts val="0"/>
              </a:spcAft>
              <a:buSzPts val="1600"/>
              <a:buChar char="■"/>
              <a:defRPr/>
            </a:lvl3pPr>
            <a:lvl4pPr indent="-330200" lvl="3" marL="1828800" algn="l">
              <a:lnSpc>
                <a:spcPct val="100000"/>
              </a:lnSpc>
              <a:spcBef>
                <a:spcPts val="0"/>
              </a:spcBef>
              <a:spcAft>
                <a:spcPts val="0"/>
              </a:spcAft>
              <a:buSzPts val="1600"/>
              <a:buChar char="●"/>
              <a:defRPr/>
            </a:lvl4pPr>
            <a:lvl5pPr indent="-330200" lvl="4" marL="2286000" algn="l">
              <a:lnSpc>
                <a:spcPct val="100000"/>
              </a:lnSpc>
              <a:spcBef>
                <a:spcPts val="0"/>
              </a:spcBef>
              <a:spcAft>
                <a:spcPts val="0"/>
              </a:spcAft>
              <a:buSzPts val="1600"/>
              <a:buChar char="○"/>
              <a:defRPr/>
            </a:lvl5pPr>
            <a:lvl6pPr indent="-330200" lvl="5" marL="2743200" algn="l">
              <a:lnSpc>
                <a:spcPct val="100000"/>
              </a:lnSpc>
              <a:spcBef>
                <a:spcPts val="0"/>
              </a:spcBef>
              <a:spcAft>
                <a:spcPts val="0"/>
              </a:spcAft>
              <a:buSzPts val="1600"/>
              <a:buChar char="■"/>
              <a:defRPr/>
            </a:lvl6pPr>
            <a:lvl7pPr indent="-330200" lvl="6" marL="3200400" algn="l">
              <a:lnSpc>
                <a:spcPct val="100000"/>
              </a:lnSpc>
              <a:spcBef>
                <a:spcPts val="0"/>
              </a:spcBef>
              <a:spcAft>
                <a:spcPts val="0"/>
              </a:spcAft>
              <a:buSzPts val="1600"/>
              <a:buChar char="●"/>
              <a:defRPr/>
            </a:lvl7pPr>
            <a:lvl8pPr indent="-330200" lvl="7" marL="3657600" algn="l">
              <a:lnSpc>
                <a:spcPct val="100000"/>
              </a:lnSpc>
              <a:spcBef>
                <a:spcPts val="0"/>
              </a:spcBef>
              <a:spcAft>
                <a:spcPts val="0"/>
              </a:spcAft>
              <a:buSzPts val="1600"/>
              <a:buChar char="○"/>
              <a:defRPr/>
            </a:lvl8pPr>
            <a:lvl9pPr indent="-330200" lvl="8" marL="4114800" algn="l">
              <a:lnSpc>
                <a:spcPct val="100000"/>
              </a:lnSpc>
              <a:spcBef>
                <a:spcPts val="0"/>
              </a:spcBef>
              <a:spcAft>
                <a:spcPts val="0"/>
              </a:spcAft>
              <a:buSzPts val="1600"/>
              <a:buChar char="■"/>
              <a:defRPr/>
            </a:lvl9pPr>
          </a:lstStyle>
          <a:p/>
        </p:txBody>
      </p:sp>
      <p:sp>
        <p:nvSpPr>
          <p:cNvPr id="116" name="Google Shape;116;p32"/>
          <p:cNvSpPr txBox="1"/>
          <p:nvPr>
            <p:ph idx="3" type="title"/>
          </p:nvPr>
        </p:nvSpPr>
        <p:spPr>
          <a:xfrm>
            <a:off x="783498" y="2994425"/>
            <a:ext cx="3556500" cy="572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200"/>
              <a:buNone/>
              <a:defRPr sz="2200"/>
            </a:lvl1pPr>
            <a:lvl2pPr lvl="1" algn="ctr">
              <a:lnSpc>
                <a:spcPct val="100000"/>
              </a:lnSpc>
              <a:spcBef>
                <a:spcPts val="0"/>
              </a:spcBef>
              <a:spcAft>
                <a:spcPts val="0"/>
              </a:spcAft>
              <a:buSzPts val="2800"/>
              <a:buNone/>
              <a:defRPr>
                <a:latin typeface="Karla"/>
                <a:ea typeface="Karla"/>
                <a:cs typeface="Karla"/>
                <a:sym typeface="Karla"/>
              </a:defRPr>
            </a:lvl2pPr>
            <a:lvl3pPr lvl="2" algn="ctr">
              <a:lnSpc>
                <a:spcPct val="100000"/>
              </a:lnSpc>
              <a:spcBef>
                <a:spcPts val="0"/>
              </a:spcBef>
              <a:spcAft>
                <a:spcPts val="0"/>
              </a:spcAft>
              <a:buSzPts val="2800"/>
              <a:buNone/>
              <a:defRPr>
                <a:latin typeface="Karla"/>
                <a:ea typeface="Karla"/>
                <a:cs typeface="Karla"/>
                <a:sym typeface="Karla"/>
              </a:defRPr>
            </a:lvl3pPr>
            <a:lvl4pPr lvl="3" algn="ctr">
              <a:lnSpc>
                <a:spcPct val="100000"/>
              </a:lnSpc>
              <a:spcBef>
                <a:spcPts val="0"/>
              </a:spcBef>
              <a:spcAft>
                <a:spcPts val="0"/>
              </a:spcAft>
              <a:buSzPts val="2800"/>
              <a:buNone/>
              <a:defRPr>
                <a:latin typeface="Karla"/>
                <a:ea typeface="Karla"/>
                <a:cs typeface="Karla"/>
                <a:sym typeface="Karla"/>
              </a:defRPr>
            </a:lvl4pPr>
            <a:lvl5pPr lvl="4" algn="ctr">
              <a:lnSpc>
                <a:spcPct val="100000"/>
              </a:lnSpc>
              <a:spcBef>
                <a:spcPts val="0"/>
              </a:spcBef>
              <a:spcAft>
                <a:spcPts val="0"/>
              </a:spcAft>
              <a:buSzPts val="2800"/>
              <a:buNone/>
              <a:defRPr>
                <a:latin typeface="Karla"/>
                <a:ea typeface="Karla"/>
                <a:cs typeface="Karla"/>
                <a:sym typeface="Karla"/>
              </a:defRPr>
            </a:lvl5pPr>
            <a:lvl6pPr lvl="5" algn="ctr">
              <a:lnSpc>
                <a:spcPct val="100000"/>
              </a:lnSpc>
              <a:spcBef>
                <a:spcPts val="0"/>
              </a:spcBef>
              <a:spcAft>
                <a:spcPts val="0"/>
              </a:spcAft>
              <a:buSzPts val="2800"/>
              <a:buNone/>
              <a:defRPr>
                <a:latin typeface="Karla"/>
                <a:ea typeface="Karla"/>
                <a:cs typeface="Karla"/>
                <a:sym typeface="Karla"/>
              </a:defRPr>
            </a:lvl6pPr>
            <a:lvl7pPr lvl="6" algn="ctr">
              <a:lnSpc>
                <a:spcPct val="100000"/>
              </a:lnSpc>
              <a:spcBef>
                <a:spcPts val="0"/>
              </a:spcBef>
              <a:spcAft>
                <a:spcPts val="0"/>
              </a:spcAft>
              <a:buSzPts val="2800"/>
              <a:buNone/>
              <a:defRPr>
                <a:latin typeface="Karla"/>
                <a:ea typeface="Karla"/>
                <a:cs typeface="Karla"/>
                <a:sym typeface="Karla"/>
              </a:defRPr>
            </a:lvl7pPr>
            <a:lvl8pPr lvl="7" algn="ctr">
              <a:lnSpc>
                <a:spcPct val="100000"/>
              </a:lnSpc>
              <a:spcBef>
                <a:spcPts val="0"/>
              </a:spcBef>
              <a:spcAft>
                <a:spcPts val="0"/>
              </a:spcAft>
              <a:buSzPts val="2800"/>
              <a:buNone/>
              <a:defRPr>
                <a:latin typeface="Karla"/>
                <a:ea typeface="Karla"/>
                <a:cs typeface="Karla"/>
                <a:sym typeface="Karla"/>
              </a:defRPr>
            </a:lvl8pPr>
            <a:lvl9pPr lvl="8" algn="ctr">
              <a:lnSpc>
                <a:spcPct val="100000"/>
              </a:lnSpc>
              <a:spcBef>
                <a:spcPts val="0"/>
              </a:spcBef>
              <a:spcAft>
                <a:spcPts val="0"/>
              </a:spcAft>
              <a:buSzPts val="2800"/>
              <a:buNone/>
              <a:defRPr>
                <a:latin typeface="Karla"/>
                <a:ea typeface="Karla"/>
                <a:cs typeface="Karla"/>
                <a:sym typeface="Karla"/>
              </a:defRPr>
            </a:lvl9pPr>
          </a:lstStyle>
          <a:p/>
        </p:txBody>
      </p:sp>
      <p:sp>
        <p:nvSpPr>
          <p:cNvPr id="117" name="Google Shape;117;p32"/>
          <p:cNvSpPr txBox="1"/>
          <p:nvPr>
            <p:ph idx="4" type="title"/>
          </p:nvPr>
        </p:nvSpPr>
        <p:spPr>
          <a:xfrm>
            <a:off x="4804112" y="2994425"/>
            <a:ext cx="3556500" cy="572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200"/>
              <a:buNone/>
              <a:defRPr sz="2200"/>
            </a:lvl1pPr>
            <a:lvl2pPr lvl="1" algn="ctr">
              <a:lnSpc>
                <a:spcPct val="100000"/>
              </a:lnSpc>
              <a:spcBef>
                <a:spcPts val="0"/>
              </a:spcBef>
              <a:spcAft>
                <a:spcPts val="0"/>
              </a:spcAft>
              <a:buSzPts val="2800"/>
              <a:buNone/>
              <a:defRPr>
                <a:latin typeface="Karla"/>
                <a:ea typeface="Karla"/>
                <a:cs typeface="Karla"/>
                <a:sym typeface="Karla"/>
              </a:defRPr>
            </a:lvl2pPr>
            <a:lvl3pPr lvl="2" algn="ctr">
              <a:lnSpc>
                <a:spcPct val="100000"/>
              </a:lnSpc>
              <a:spcBef>
                <a:spcPts val="0"/>
              </a:spcBef>
              <a:spcAft>
                <a:spcPts val="0"/>
              </a:spcAft>
              <a:buSzPts val="2800"/>
              <a:buNone/>
              <a:defRPr>
                <a:latin typeface="Karla"/>
                <a:ea typeface="Karla"/>
                <a:cs typeface="Karla"/>
                <a:sym typeface="Karla"/>
              </a:defRPr>
            </a:lvl3pPr>
            <a:lvl4pPr lvl="3" algn="ctr">
              <a:lnSpc>
                <a:spcPct val="100000"/>
              </a:lnSpc>
              <a:spcBef>
                <a:spcPts val="0"/>
              </a:spcBef>
              <a:spcAft>
                <a:spcPts val="0"/>
              </a:spcAft>
              <a:buSzPts val="2800"/>
              <a:buNone/>
              <a:defRPr>
                <a:latin typeface="Karla"/>
                <a:ea typeface="Karla"/>
                <a:cs typeface="Karla"/>
                <a:sym typeface="Karla"/>
              </a:defRPr>
            </a:lvl4pPr>
            <a:lvl5pPr lvl="4" algn="ctr">
              <a:lnSpc>
                <a:spcPct val="100000"/>
              </a:lnSpc>
              <a:spcBef>
                <a:spcPts val="0"/>
              </a:spcBef>
              <a:spcAft>
                <a:spcPts val="0"/>
              </a:spcAft>
              <a:buSzPts val="2800"/>
              <a:buNone/>
              <a:defRPr>
                <a:latin typeface="Karla"/>
                <a:ea typeface="Karla"/>
                <a:cs typeface="Karla"/>
                <a:sym typeface="Karla"/>
              </a:defRPr>
            </a:lvl5pPr>
            <a:lvl6pPr lvl="5" algn="ctr">
              <a:lnSpc>
                <a:spcPct val="100000"/>
              </a:lnSpc>
              <a:spcBef>
                <a:spcPts val="0"/>
              </a:spcBef>
              <a:spcAft>
                <a:spcPts val="0"/>
              </a:spcAft>
              <a:buSzPts val="2800"/>
              <a:buNone/>
              <a:defRPr>
                <a:latin typeface="Karla"/>
                <a:ea typeface="Karla"/>
                <a:cs typeface="Karla"/>
                <a:sym typeface="Karla"/>
              </a:defRPr>
            </a:lvl6pPr>
            <a:lvl7pPr lvl="6" algn="ctr">
              <a:lnSpc>
                <a:spcPct val="100000"/>
              </a:lnSpc>
              <a:spcBef>
                <a:spcPts val="0"/>
              </a:spcBef>
              <a:spcAft>
                <a:spcPts val="0"/>
              </a:spcAft>
              <a:buSzPts val="2800"/>
              <a:buNone/>
              <a:defRPr>
                <a:latin typeface="Karla"/>
                <a:ea typeface="Karla"/>
                <a:cs typeface="Karla"/>
                <a:sym typeface="Karla"/>
              </a:defRPr>
            </a:lvl7pPr>
            <a:lvl8pPr lvl="7" algn="ctr">
              <a:lnSpc>
                <a:spcPct val="100000"/>
              </a:lnSpc>
              <a:spcBef>
                <a:spcPts val="0"/>
              </a:spcBef>
              <a:spcAft>
                <a:spcPts val="0"/>
              </a:spcAft>
              <a:buSzPts val="2800"/>
              <a:buNone/>
              <a:defRPr>
                <a:latin typeface="Karla"/>
                <a:ea typeface="Karla"/>
                <a:cs typeface="Karla"/>
                <a:sym typeface="Karla"/>
              </a:defRPr>
            </a:lvl8pPr>
            <a:lvl9pPr lvl="8" algn="ctr">
              <a:lnSpc>
                <a:spcPct val="100000"/>
              </a:lnSpc>
              <a:spcBef>
                <a:spcPts val="0"/>
              </a:spcBef>
              <a:spcAft>
                <a:spcPts val="0"/>
              </a:spcAft>
              <a:buSzPts val="2800"/>
              <a:buNone/>
              <a:defRPr>
                <a:latin typeface="Karla"/>
                <a:ea typeface="Karla"/>
                <a:cs typeface="Karla"/>
                <a:sym typeface="Karla"/>
              </a:defRPr>
            </a:lvl9pPr>
          </a:lstStyle>
          <a:p/>
        </p:txBody>
      </p:sp>
      <p:pic>
        <p:nvPicPr>
          <p:cNvPr id="118" name="Google Shape;118;p32"/>
          <p:cNvPicPr preferRelativeResize="0"/>
          <p:nvPr/>
        </p:nvPicPr>
        <p:blipFill rotWithShape="1">
          <a:blip r:embed="rId2">
            <a:alphaModFix/>
          </a:blip>
          <a:srcRect b="0" l="0" r="0" t="0"/>
          <a:stretch/>
        </p:blipFill>
        <p:spPr>
          <a:xfrm rot="5400000">
            <a:off x="3883875" y="3124800"/>
            <a:ext cx="2192100" cy="4991050"/>
          </a:xfrm>
          <a:prstGeom prst="rect">
            <a:avLst/>
          </a:prstGeom>
          <a:noFill/>
          <a:ln>
            <a:noFill/>
          </a:ln>
        </p:spPr>
      </p:pic>
      <p:pic>
        <p:nvPicPr>
          <p:cNvPr id="119" name="Google Shape;119;p32"/>
          <p:cNvPicPr preferRelativeResize="0"/>
          <p:nvPr/>
        </p:nvPicPr>
        <p:blipFill rotWithShape="1">
          <a:blip r:embed="rId3">
            <a:alphaModFix/>
          </a:blip>
          <a:srcRect b="0" l="0" r="0" t="0"/>
          <a:stretch/>
        </p:blipFill>
        <p:spPr>
          <a:xfrm rot="-1650512">
            <a:off x="-592450" y="1481750"/>
            <a:ext cx="1730375" cy="1597974"/>
          </a:xfrm>
          <a:prstGeom prst="rect">
            <a:avLst/>
          </a:prstGeom>
          <a:noFill/>
          <a:ln>
            <a:noFill/>
          </a:ln>
        </p:spPr>
      </p:pic>
      <p:pic>
        <p:nvPicPr>
          <p:cNvPr id="120" name="Google Shape;120;p32"/>
          <p:cNvPicPr preferRelativeResize="0"/>
          <p:nvPr/>
        </p:nvPicPr>
        <p:blipFill rotWithShape="1">
          <a:blip r:embed="rId4">
            <a:alphaModFix/>
          </a:blip>
          <a:srcRect b="0" l="0" r="0" t="0"/>
          <a:stretch/>
        </p:blipFill>
        <p:spPr>
          <a:xfrm rot="-1498519">
            <a:off x="-1548411" y="388075"/>
            <a:ext cx="3031283" cy="2173351"/>
          </a:xfrm>
          <a:prstGeom prst="rect">
            <a:avLst/>
          </a:prstGeom>
          <a:noFill/>
          <a:ln>
            <a:noFill/>
          </a:ln>
        </p:spPr>
      </p:pic>
      <p:pic>
        <p:nvPicPr>
          <p:cNvPr id="121" name="Google Shape;121;p32"/>
          <p:cNvPicPr preferRelativeResize="0"/>
          <p:nvPr/>
        </p:nvPicPr>
        <p:blipFill rotWithShape="1">
          <a:blip r:embed="rId5">
            <a:alphaModFix/>
          </a:blip>
          <a:srcRect b="0" l="0" r="0" t="0"/>
          <a:stretch/>
        </p:blipFill>
        <p:spPr>
          <a:xfrm rot="5400000">
            <a:off x="7725325" y="598500"/>
            <a:ext cx="2131150" cy="165330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22" name="Shape 122"/>
        <p:cNvGrpSpPr/>
        <p:nvPr/>
      </p:nvGrpSpPr>
      <p:grpSpPr>
        <a:xfrm>
          <a:off x="0" y="0"/>
          <a:ext cx="0" cy="0"/>
          <a:chOff x="0" y="0"/>
          <a:chExt cx="0" cy="0"/>
        </a:xfrm>
      </p:grpSpPr>
      <p:sp>
        <p:nvSpPr>
          <p:cNvPr id="123" name="Google Shape;123;p33"/>
          <p:cNvSpPr txBox="1"/>
          <p:nvPr>
            <p:ph type="title"/>
          </p:nvPr>
        </p:nvSpPr>
        <p:spPr>
          <a:xfrm>
            <a:off x="4222625" y="1553350"/>
            <a:ext cx="4046400" cy="601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400"/>
              <a:buNone/>
              <a:defRPr/>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124" name="Google Shape;124;p33"/>
          <p:cNvSpPr txBox="1"/>
          <p:nvPr>
            <p:ph idx="1" type="body"/>
          </p:nvPr>
        </p:nvSpPr>
        <p:spPr>
          <a:xfrm>
            <a:off x="4222625" y="2214132"/>
            <a:ext cx="4046400" cy="1434900"/>
          </a:xfrm>
          <a:prstGeom prst="rect">
            <a:avLst/>
          </a:prstGeom>
          <a:noFill/>
          <a:ln>
            <a:noFill/>
          </a:ln>
        </p:spPr>
        <p:txBody>
          <a:bodyPr anchorCtr="0" anchor="t" bIns="91425" lIns="91425" spcFirstLastPara="1" rIns="91425" wrap="square" tIns="91425">
            <a:noAutofit/>
          </a:bodyPr>
          <a:lstStyle>
            <a:lvl1pPr indent="-304800" lvl="0" marL="457200" algn="ctr">
              <a:lnSpc>
                <a:spcPct val="100000"/>
              </a:lnSpc>
              <a:spcBef>
                <a:spcPts val="0"/>
              </a:spcBef>
              <a:spcAft>
                <a:spcPts val="0"/>
              </a:spcAft>
              <a:buSzPts val="1200"/>
              <a:buChar char="●"/>
              <a:defRPr/>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pic>
        <p:nvPicPr>
          <p:cNvPr id="125" name="Google Shape;125;p33"/>
          <p:cNvPicPr preferRelativeResize="0"/>
          <p:nvPr/>
        </p:nvPicPr>
        <p:blipFill rotWithShape="1">
          <a:blip r:embed="rId2">
            <a:alphaModFix/>
          </a:blip>
          <a:srcRect b="0" l="0" r="0" t="0"/>
          <a:stretch/>
        </p:blipFill>
        <p:spPr>
          <a:xfrm rot="3883291">
            <a:off x="6999497" y="-193181"/>
            <a:ext cx="2569104" cy="1474162"/>
          </a:xfrm>
          <a:prstGeom prst="rect">
            <a:avLst/>
          </a:prstGeom>
          <a:noFill/>
          <a:ln>
            <a:noFill/>
          </a:ln>
        </p:spPr>
      </p:pic>
      <p:pic>
        <p:nvPicPr>
          <p:cNvPr id="126" name="Google Shape;126;p33"/>
          <p:cNvPicPr preferRelativeResize="0"/>
          <p:nvPr/>
        </p:nvPicPr>
        <p:blipFill rotWithShape="1">
          <a:blip r:embed="rId3">
            <a:alphaModFix/>
          </a:blip>
          <a:srcRect b="0" l="0" r="0" t="0"/>
          <a:stretch/>
        </p:blipFill>
        <p:spPr>
          <a:xfrm>
            <a:off x="6784500" y="3985688"/>
            <a:ext cx="1840875" cy="1700025"/>
          </a:xfrm>
          <a:prstGeom prst="rect">
            <a:avLst/>
          </a:prstGeom>
          <a:noFill/>
          <a:ln>
            <a:noFill/>
          </a:ln>
        </p:spPr>
      </p:pic>
      <p:pic>
        <p:nvPicPr>
          <p:cNvPr id="127" name="Google Shape;127;p33"/>
          <p:cNvPicPr preferRelativeResize="0"/>
          <p:nvPr/>
        </p:nvPicPr>
        <p:blipFill rotWithShape="1">
          <a:blip r:embed="rId4">
            <a:alphaModFix/>
          </a:blip>
          <a:srcRect b="0" l="0" r="0" t="0"/>
          <a:stretch/>
        </p:blipFill>
        <p:spPr>
          <a:xfrm>
            <a:off x="588938" y="-168258"/>
            <a:ext cx="1840875" cy="1782665"/>
          </a:xfrm>
          <a:prstGeom prst="rect">
            <a:avLst/>
          </a:prstGeom>
          <a:noFill/>
          <a:ln>
            <a:noFill/>
          </a:ln>
        </p:spPr>
      </p:pic>
      <p:pic>
        <p:nvPicPr>
          <p:cNvPr id="128" name="Google Shape;128;p33"/>
          <p:cNvPicPr preferRelativeResize="0"/>
          <p:nvPr/>
        </p:nvPicPr>
        <p:blipFill rotWithShape="1">
          <a:blip r:embed="rId5">
            <a:alphaModFix/>
          </a:blip>
          <a:srcRect b="0" l="0" r="0" t="0"/>
          <a:stretch/>
        </p:blipFill>
        <p:spPr>
          <a:xfrm>
            <a:off x="175576" y="-881358"/>
            <a:ext cx="2386824" cy="4381382"/>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29" name="Shape 129"/>
        <p:cNvGrpSpPr/>
        <p:nvPr/>
      </p:nvGrpSpPr>
      <p:grpSpPr>
        <a:xfrm>
          <a:off x="0" y="0"/>
          <a:ext cx="0" cy="0"/>
          <a:chOff x="0" y="0"/>
          <a:chExt cx="0" cy="0"/>
        </a:xfrm>
      </p:grpSpPr>
      <p:sp>
        <p:nvSpPr>
          <p:cNvPr id="130" name="Google Shape;130;p34"/>
          <p:cNvSpPr txBox="1"/>
          <p:nvPr>
            <p:ph type="title"/>
          </p:nvPr>
        </p:nvSpPr>
        <p:spPr>
          <a:xfrm>
            <a:off x="2510100" y="1428750"/>
            <a:ext cx="4123800" cy="2286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4800"/>
              <a:buNone/>
              <a:defRPr sz="60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pic>
        <p:nvPicPr>
          <p:cNvPr id="131" name="Google Shape;131;p34"/>
          <p:cNvPicPr preferRelativeResize="0"/>
          <p:nvPr/>
        </p:nvPicPr>
        <p:blipFill rotWithShape="1">
          <a:blip r:embed="rId2">
            <a:alphaModFix/>
          </a:blip>
          <a:srcRect b="0" l="0" r="0" t="0"/>
          <a:stretch/>
        </p:blipFill>
        <p:spPr>
          <a:xfrm rot="5400000">
            <a:off x="4841551" y="-1829283"/>
            <a:ext cx="2386824" cy="4381382"/>
          </a:xfrm>
          <a:prstGeom prst="rect">
            <a:avLst/>
          </a:prstGeom>
          <a:noFill/>
          <a:ln>
            <a:noFill/>
          </a:ln>
        </p:spPr>
      </p:pic>
      <p:pic>
        <p:nvPicPr>
          <p:cNvPr id="132" name="Google Shape;132;p34"/>
          <p:cNvPicPr preferRelativeResize="0"/>
          <p:nvPr/>
        </p:nvPicPr>
        <p:blipFill rotWithShape="1">
          <a:blip r:embed="rId3">
            <a:alphaModFix/>
          </a:blip>
          <a:srcRect b="0" l="0" r="0" t="0"/>
          <a:stretch/>
        </p:blipFill>
        <p:spPr>
          <a:xfrm rot="-665181">
            <a:off x="3700" y="-621650"/>
            <a:ext cx="1924050" cy="4667250"/>
          </a:xfrm>
          <a:prstGeom prst="rect">
            <a:avLst/>
          </a:prstGeom>
          <a:noFill/>
          <a:ln>
            <a:noFill/>
          </a:ln>
        </p:spPr>
      </p:pic>
      <p:pic>
        <p:nvPicPr>
          <p:cNvPr id="133" name="Google Shape;133;p34"/>
          <p:cNvPicPr preferRelativeResize="0"/>
          <p:nvPr/>
        </p:nvPicPr>
        <p:blipFill rotWithShape="1">
          <a:blip r:embed="rId4">
            <a:alphaModFix/>
          </a:blip>
          <a:srcRect b="0" l="0" r="0" t="0"/>
          <a:stretch/>
        </p:blipFill>
        <p:spPr>
          <a:xfrm rot="-1639250">
            <a:off x="563096" y="1270047"/>
            <a:ext cx="2002458" cy="4559255"/>
          </a:xfrm>
          <a:prstGeom prst="rect">
            <a:avLst/>
          </a:prstGeom>
          <a:noFill/>
          <a:ln>
            <a:noFill/>
          </a:ln>
        </p:spPr>
      </p:pic>
      <p:pic>
        <p:nvPicPr>
          <p:cNvPr id="134" name="Google Shape;134;p34"/>
          <p:cNvPicPr preferRelativeResize="0"/>
          <p:nvPr/>
        </p:nvPicPr>
        <p:blipFill rotWithShape="1">
          <a:blip r:embed="rId5">
            <a:alphaModFix/>
          </a:blip>
          <a:srcRect b="0" l="0" r="0" t="0"/>
          <a:stretch/>
        </p:blipFill>
        <p:spPr>
          <a:xfrm rot="1940574">
            <a:off x="7146222" y="3226169"/>
            <a:ext cx="2569104" cy="1474162"/>
          </a:xfrm>
          <a:prstGeom prst="rect">
            <a:avLst/>
          </a:prstGeom>
          <a:noFill/>
          <a:ln>
            <a:noFill/>
          </a:ln>
        </p:spPr>
      </p:pic>
      <p:pic>
        <p:nvPicPr>
          <p:cNvPr id="135" name="Google Shape;135;p34"/>
          <p:cNvPicPr preferRelativeResize="0"/>
          <p:nvPr/>
        </p:nvPicPr>
        <p:blipFill rotWithShape="1">
          <a:blip r:embed="rId6">
            <a:alphaModFix/>
          </a:blip>
          <a:srcRect b="0" l="0" r="0" t="0"/>
          <a:stretch/>
        </p:blipFill>
        <p:spPr>
          <a:xfrm rot="5400000">
            <a:off x="6687250" y="3507625"/>
            <a:ext cx="1393300" cy="134925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6" name="Shape 136"/>
        <p:cNvGrpSpPr/>
        <p:nvPr/>
      </p:nvGrpSpPr>
      <p:grpSpPr>
        <a:xfrm>
          <a:off x="0" y="0"/>
          <a:ext cx="0" cy="0"/>
          <a:chOff x="0" y="0"/>
          <a:chExt cx="0" cy="0"/>
        </a:xfrm>
      </p:grpSpPr>
      <p:sp>
        <p:nvSpPr>
          <p:cNvPr id="137" name="Google Shape;137;p35"/>
          <p:cNvSpPr txBox="1"/>
          <p:nvPr>
            <p:ph type="title"/>
          </p:nvPr>
        </p:nvSpPr>
        <p:spPr>
          <a:xfrm>
            <a:off x="713225" y="2423575"/>
            <a:ext cx="2574900" cy="2028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ctr">
              <a:lnSpc>
                <a:spcPct val="100000"/>
              </a:lnSpc>
              <a:spcBef>
                <a:spcPts val="0"/>
              </a:spcBef>
              <a:spcAft>
                <a:spcPts val="0"/>
              </a:spcAft>
              <a:buSzPts val="2800"/>
              <a:buNone/>
              <a:defRPr/>
            </a:lvl2pPr>
            <a:lvl3pPr lvl="2" algn="ctr">
              <a:lnSpc>
                <a:spcPct val="100000"/>
              </a:lnSpc>
              <a:spcBef>
                <a:spcPts val="0"/>
              </a:spcBef>
              <a:spcAft>
                <a:spcPts val="0"/>
              </a:spcAft>
              <a:buSzPts val="2800"/>
              <a:buNone/>
              <a:defRPr/>
            </a:lvl3pPr>
            <a:lvl4pPr lvl="3" algn="ctr">
              <a:lnSpc>
                <a:spcPct val="100000"/>
              </a:lnSpc>
              <a:spcBef>
                <a:spcPts val="0"/>
              </a:spcBef>
              <a:spcAft>
                <a:spcPts val="0"/>
              </a:spcAft>
              <a:buSzPts val="2800"/>
              <a:buNone/>
              <a:defRPr/>
            </a:lvl4pPr>
            <a:lvl5pPr lvl="4" algn="ctr">
              <a:lnSpc>
                <a:spcPct val="100000"/>
              </a:lnSpc>
              <a:spcBef>
                <a:spcPts val="0"/>
              </a:spcBef>
              <a:spcAft>
                <a:spcPts val="0"/>
              </a:spcAft>
              <a:buSzPts val="2800"/>
              <a:buNone/>
              <a:defRPr/>
            </a:lvl5pPr>
            <a:lvl6pPr lvl="5" algn="ctr">
              <a:lnSpc>
                <a:spcPct val="100000"/>
              </a:lnSpc>
              <a:spcBef>
                <a:spcPts val="0"/>
              </a:spcBef>
              <a:spcAft>
                <a:spcPts val="0"/>
              </a:spcAft>
              <a:buSzPts val="2800"/>
              <a:buNone/>
              <a:defRPr/>
            </a:lvl6pPr>
            <a:lvl7pPr lvl="6" algn="ctr">
              <a:lnSpc>
                <a:spcPct val="100000"/>
              </a:lnSpc>
              <a:spcBef>
                <a:spcPts val="0"/>
              </a:spcBef>
              <a:spcAft>
                <a:spcPts val="0"/>
              </a:spcAft>
              <a:buSzPts val="2800"/>
              <a:buNone/>
              <a:defRPr/>
            </a:lvl7pPr>
            <a:lvl8pPr lvl="7" algn="ctr">
              <a:lnSpc>
                <a:spcPct val="100000"/>
              </a:lnSpc>
              <a:spcBef>
                <a:spcPts val="0"/>
              </a:spcBef>
              <a:spcAft>
                <a:spcPts val="0"/>
              </a:spcAft>
              <a:buSzPts val="2800"/>
              <a:buNone/>
              <a:defRPr/>
            </a:lvl8pPr>
            <a:lvl9pPr lvl="8" algn="ctr">
              <a:lnSpc>
                <a:spcPct val="100000"/>
              </a:lnSpc>
              <a:spcBef>
                <a:spcPts val="0"/>
              </a:spcBef>
              <a:spcAft>
                <a:spcPts val="0"/>
              </a:spcAft>
              <a:buSzPts val="28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38" name="Shape 138"/>
        <p:cNvGrpSpPr/>
        <p:nvPr/>
      </p:nvGrpSpPr>
      <p:grpSpPr>
        <a:xfrm>
          <a:off x="0" y="0"/>
          <a:ext cx="0" cy="0"/>
          <a:chOff x="0" y="0"/>
          <a:chExt cx="0" cy="0"/>
        </a:xfrm>
      </p:grpSpPr>
      <p:sp>
        <p:nvSpPr>
          <p:cNvPr id="139" name="Google Shape;139;p36"/>
          <p:cNvSpPr txBox="1"/>
          <p:nvPr>
            <p:ph hasCustomPrompt="1" type="title"/>
          </p:nvPr>
        </p:nvSpPr>
        <p:spPr>
          <a:xfrm>
            <a:off x="1763725" y="1623625"/>
            <a:ext cx="5616600" cy="1406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2000"/>
              <a:buNone/>
              <a:defRPr sz="96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140" name="Google Shape;140;p36"/>
          <p:cNvSpPr txBox="1"/>
          <p:nvPr>
            <p:ph idx="1" type="body"/>
          </p:nvPr>
        </p:nvSpPr>
        <p:spPr>
          <a:xfrm>
            <a:off x="1763725" y="3115134"/>
            <a:ext cx="5616600" cy="489600"/>
          </a:xfrm>
          <a:prstGeom prst="rect">
            <a:avLst/>
          </a:prstGeom>
          <a:noFill/>
          <a:ln>
            <a:noFill/>
          </a:ln>
        </p:spPr>
        <p:txBody>
          <a:bodyPr anchorCtr="0" anchor="t" bIns="91425" lIns="91425" spcFirstLastPara="1" rIns="91425" wrap="square" tIns="91425">
            <a:noAutofit/>
          </a:bodyPr>
          <a:lstStyle>
            <a:lvl1pPr indent="-330200" lvl="0" marL="457200" algn="ctr">
              <a:lnSpc>
                <a:spcPct val="100000"/>
              </a:lnSpc>
              <a:spcBef>
                <a:spcPts val="0"/>
              </a:spcBef>
              <a:spcAft>
                <a:spcPts val="0"/>
              </a:spcAft>
              <a:buSzPts val="1600"/>
              <a:buChar char="●"/>
              <a:defRPr/>
            </a:lvl1pPr>
            <a:lvl2pPr indent="-330200" lvl="1" marL="914400" algn="ctr">
              <a:lnSpc>
                <a:spcPct val="100000"/>
              </a:lnSpc>
              <a:spcBef>
                <a:spcPts val="0"/>
              </a:spcBef>
              <a:spcAft>
                <a:spcPts val="0"/>
              </a:spcAft>
              <a:buSzPts val="1600"/>
              <a:buChar char="○"/>
              <a:defRPr/>
            </a:lvl2pPr>
            <a:lvl3pPr indent="-330200" lvl="2" marL="1371600" algn="ctr">
              <a:lnSpc>
                <a:spcPct val="100000"/>
              </a:lnSpc>
              <a:spcBef>
                <a:spcPts val="0"/>
              </a:spcBef>
              <a:spcAft>
                <a:spcPts val="0"/>
              </a:spcAft>
              <a:buSzPts val="1600"/>
              <a:buChar char="■"/>
              <a:defRPr/>
            </a:lvl3pPr>
            <a:lvl4pPr indent="-330200" lvl="3" marL="1828800" algn="ctr">
              <a:lnSpc>
                <a:spcPct val="100000"/>
              </a:lnSpc>
              <a:spcBef>
                <a:spcPts val="0"/>
              </a:spcBef>
              <a:spcAft>
                <a:spcPts val="0"/>
              </a:spcAft>
              <a:buSzPts val="1600"/>
              <a:buChar char="●"/>
              <a:defRPr/>
            </a:lvl4pPr>
            <a:lvl5pPr indent="-330200" lvl="4" marL="2286000" algn="ctr">
              <a:lnSpc>
                <a:spcPct val="100000"/>
              </a:lnSpc>
              <a:spcBef>
                <a:spcPts val="0"/>
              </a:spcBef>
              <a:spcAft>
                <a:spcPts val="0"/>
              </a:spcAft>
              <a:buSzPts val="1600"/>
              <a:buChar char="○"/>
              <a:defRPr/>
            </a:lvl5pPr>
            <a:lvl6pPr indent="-330200" lvl="5" marL="2743200" algn="ctr">
              <a:lnSpc>
                <a:spcPct val="100000"/>
              </a:lnSpc>
              <a:spcBef>
                <a:spcPts val="0"/>
              </a:spcBef>
              <a:spcAft>
                <a:spcPts val="0"/>
              </a:spcAft>
              <a:buSzPts val="1600"/>
              <a:buChar char="■"/>
              <a:defRPr/>
            </a:lvl6pPr>
            <a:lvl7pPr indent="-330200" lvl="6" marL="3200400" algn="ctr">
              <a:lnSpc>
                <a:spcPct val="100000"/>
              </a:lnSpc>
              <a:spcBef>
                <a:spcPts val="0"/>
              </a:spcBef>
              <a:spcAft>
                <a:spcPts val="0"/>
              </a:spcAft>
              <a:buSzPts val="1600"/>
              <a:buChar char="●"/>
              <a:defRPr/>
            </a:lvl7pPr>
            <a:lvl8pPr indent="-330200" lvl="7" marL="3657600" algn="ctr">
              <a:lnSpc>
                <a:spcPct val="100000"/>
              </a:lnSpc>
              <a:spcBef>
                <a:spcPts val="0"/>
              </a:spcBef>
              <a:spcAft>
                <a:spcPts val="0"/>
              </a:spcAft>
              <a:buSzPts val="1600"/>
              <a:buChar char="○"/>
              <a:defRPr/>
            </a:lvl8pPr>
            <a:lvl9pPr indent="-330200" lvl="8" marL="4114800" algn="ctr">
              <a:lnSpc>
                <a:spcPct val="100000"/>
              </a:lnSpc>
              <a:spcBef>
                <a:spcPts val="0"/>
              </a:spcBef>
              <a:spcAft>
                <a:spcPts val="0"/>
              </a:spcAft>
              <a:buSzPts val="1600"/>
              <a:buChar char="■"/>
              <a:defRPr/>
            </a:lvl9pPr>
          </a:lstStyle>
          <a:p/>
        </p:txBody>
      </p:sp>
      <p:pic>
        <p:nvPicPr>
          <p:cNvPr id="141" name="Google Shape;141;p36"/>
          <p:cNvPicPr preferRelativeResize="0"/>
          <p:nvPr/>
        </p:nvPicPr>
        <p:blipFill rotWithShape="1">
          <a:blip r:embed="rId2">
            <a:alphaModFix/>
          </a:blip>
          <a:srcRect b="0" l="0" r="0" t="0"/>
          <a:stretch/>
        </p:blipFill>
        <p:spPr>
          <a:xfrm rot="5400000">
            <a:off x="4921375" y="-318275"/>
            <a:ext cx="1393300" cy="1349250"/>
          </a:xfrm>
          <a:prstGeom prst="rect">
            <a:avLst/>
          </a:prstGeom>
          <a:noFill/>
          <a:ln>
            <a:noFill/>
          </a:ln>
        </p:spPr>
      </p:pic>
      <p:pic>
        <p:nvPicPr>
          <p:cNvPr id="142" name="Google Shape;142;p36"/>
          <p:cNvPicPr preferRelativeResize="0"/>
          <p:nvPr/>
        </p:nvPicPr>
        <p:blipFill rotWithShape="1">
          <a:blip r:embed="rId3">
            <a:alphaModFix/>
          </a:blip>
          <a:srcRect b="0" l="0" r="0" t="0"/>
          <a:stretch/>
        </p:blipFill>
        <p:spPr>
          <a:xfrm rot="-5400000">
            <a:off x="49275" y="2964150"/>
            <a:ext cx="1840875" cy="1700025"/>
          </a:xfrm>
          <a:prstGeom prst="rect">
            <a:avLst/>
          </a:prstGeom>
          <a:noFill/>
          <a:ln>
            <a:noFill/>
          </a:ln>
        </p:spPr>
      </p:pic>
      <p:pic>
        <p:nvPicPr>
          <p:cNvPr id="143" name="Google Shape;143;p36"/>
          <p:cNvPicPr preferRelativeResize="0"/>
          <p:nvPr/>
        </p:nvPicPr>
        <p:blipFill rotWithShape="1">
          <a:blip r:embed="rId4">
            <a:alphaModFix/>
          </a:blip>
          <a:srcRect b="0" l="0" r="0" t="0"/>
          <a:stretch/>
        </p:blipFill>
        <p:spPr>
          <a:xfrm rot="530805">
            <a:off x="7413023" y="1140648"/>
            <a:ext cx="1572004" cy="3813303"/>
          </a:xfrm>
          <a:prstGeom prst="rect">
            <a:avLst/>
          </a:prstGeom>
          <a:noFill/>
          <a:ln>
            <a:noFill/>
          </a:ln>
        </p:spPr>
      </p:pic>
      <p:pic>
        <p:nvPicPr>
          <p:cNvPr id="144" name="Google Shape;144;p36"/>
          <p:cNvPicPr preferRelativeResize="0"/>
          <p:nvPr/>
        </p:nvPicPr>
        <p:blipFill rotWithShape="1">
          <a:blip r:embed="rId5">
            <a:alphaModFix/>
          </a:blip>
          <a:srcRect b="0" l="0" r="0" t="0"/>
          <a:stretch/>
        </p:blipFill>
        <p:spPr>
          <a:xfrm flipH="1">
            <a:off x="119700" y="3236551"/>
            <a:ext cx="1572000" cy="2036650"/>
          </a:xfrm>
          <a:prstGeom prst="rect">
            <a:avLst/>
          </a:prstGeom>
          <a:noFill/>
          <a:ln>
            <a:noFill/>
          </a:ln>
        </p:spPr>
      </p:pic>
      <p:pic>
        <p:nvPicPr>
          <p:cNvPr id="145" name="Google Shape;145;p36"/>
          <p:cNvPicPr preferRelativeResize="0"/>
          <p:nvPr/>
        </p:nvPicPr>
        <p:blipFill rotWithShape="1">
          <a:blip r:embed="rId6">
            <a:alphaModFix/>
          </a:blip>
          <a:srcRect b="0" l="0" r="0" t="0"/>
          <a:stretch/>
        </p:blipFill>
        <p:spPr>
          <a:xfrm rot="10800000">
            <a:off x="3243911" y="-457212"/>
            <a:ext cx="2372929" cy="1840875"/>
          </a:xfrm>
          <a:prstGeom prst="rect">
            <a:avLst/>
          </a:prstGeom>
          <a:noFill/>
          <a:ln>
            <a:noFill/>
          </a:ln>
        </p:spPr>
      </p:pic>
      <p:pic>
        <p:nvPicPr>
          <p:cNvPr id="146" name="Google Shape;146;p36"/>
          <p:cNvPicPr preferRelativeResize="0"/>
          <p:nvPr/>
        </p:nvPicPr>
        <p:blipFill rotWithShape="1">
          <a:blip r:embed="rId7">
            <a:alphaModFix/>
          </a:blip>
          <a:srcRect b="0" l="0" r="0" t="0"/>
          <a:stretch/>
        </p:blipFill>
        <p:spPr>
          <a:xfrm rot="-5400008">
            <a:off x="6656995" y="2324373"/>
            <a:ext cx="2002458" cy="4559254"/>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47" name="Shape 147"/>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1">
  <p:cSld name="CUSTOM_7">
    <p:spTree>
      <p:nvGrpSpPr>
        <p:cNvPr id="148" name="Shape 148"/>
        <p:cNvGrpSpPr/>
        <p:nvPr/>
      </p:nvGrpSpPr>
      <p:grpSpPr>
        <a:xfrm>
          <a:off x="0" y="0"/>
          <a:ext cx="0" cy="0"/>
          <a:chOff x="0" y="0"/>
          <a:chExt cx="0" cy="0"/>
        </a:xfrm>
      </p:grpSpPr>
      <p:pic>
        <p:nvPicPr>
          <p:cNvPr id="149" name="Google Shape;149;p38"/>
          <p:cNvPicPr preferRelativeResize="0"/>
          <p:nvPr/>
        </p:nvPicPr>
        <p:blipFill rotWithShape="1">
          <a:blip r:embed="rId2">
            <a:alphaModFix/>
          </a:blip>
          <a:srcRect b="0" l="0" r="0" t="0"/>
          <a:stretch/>
        </p:blipFill>
        <p:spPr>
          <a:xfrm rot="-5400000">
            <a:off x="-548200" y="3673200"/>
            <a:ext cx="1840875" cy="1700025"/>
          </a:xfrm>
          <a:prstGeom prst="rect">
            <a:avLst/>
          </a:prstGeom>
          <a:noFill/>
          <a:ln>
            <a:noFill/>
          </a:ln>
        </p:spPr>
      </p:pic>
      <p:pic>
        <p:nvPicPr>
          <p:cNvPr id="150" name="Google Shape;150;p38"/>
          <p:cNvPicPr preferRelativeResize="0"/>
          <p:nvPr/>
        </p:nvPicPr>
        <p:blipFill rotWithShape="1">
          <a:blip r:embed="rId3">
            <a:alphaModFix/>
          </a:blip>
          <a:srcRect b="0" l="0" r="0" t="0"/>
          <a:stretch/>
        </p:blipFill>
        <p:spPr>
          <a:xfrm rot="530805">
            <a:off x="7413023" y="1140648"/>
            <a:ext cx="1572004" cy="3813303"/>
          </a:xfrm>
          <a:prstGeom prst="rect">
            <a:avLst/>
          </a:prstGeom>
          <a:noFill/>
          <a:ln>
            <a:noFill/>
          </a:ln>
        </p:spPr>
      </p:pic>
      <p:pic>
        <p:nvPicPr>
          <p:cNvPr id="151" name="Google Shape;151;p38"/>
          <p:cNvPicPr preferRelativeResize="0"/>
          <p:nvPr/>
        </p:nvPicPr>
        <p:blipFill rotWithShape="1">
          <a:blip r:embed="rId4">
            <a:alphaModFix/>
          </a:blip>
          <a:srcRect b="0" l="0" r="0" t="0"/>
          <a:stretch/>
        </p:blipFill>
        <p:spPr>
          <a:xfrm flipH="1">
            <a:off x="-477775" y="3945601"/>
            <a:ext cx="1572000" cy="2036650"/>
          </a:xfrm>
          <a:prstGeom prst="rect">
            <a:avLst/>
          </a:prstGeom>
          <a:noFill/>
          <a:ln>
            <a:noFill/>
          </a:ln>
        </p:spPr>
      </p:pic>
      <p:pic>
        <p:nvPicPr>
          <p:cNvPr id="152" name="Google Shape;152;p38"/>
          <p:cNvPicPr preferRelativeResize="0"/>
          <p:nvPr/>
        </p:nvPicPr>
        <p:blipFill rotWithShape="1">
          <a:blip r:embed="rId5">
            <a:alphaModFix/>
          </a:blip>
          <a:srcRect b="0" l="0" r="0" t="0"/>
          <a:stretch/>
        </p:blipFill>
        <p:spPr>
          <a:xfrm rot="10800000">
            <a:off x="-681239" y="-949837"/>
            <a:ext cx="2372929" cy="1840875"/>
          </a:xfrm>
          <a:prstGeom prst="rect">
            <a:avLst/>
          </a:prstGeom>
          <a:noFill/>
          <a:ln>
            <a:noFill/>
          </a:ln>
        </p:spPr>
      </p:pic>
      <p:sp>
        <p:nvSpPr>
          <p:cNvPr id="153" name="Google Shape;153;p38"/>
          <p:cNvSpPr txBox="1"/>
          <p:nvPr>
            <p:ph type="title"/>
          </p:nvPr>
        </p:nvSpPr>
        <p:spPr>
          <a:xfrm>
            <a:off x="713225" y="539500"/>
            <a:ext cx="77175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a:lvl2pPr>
            <a:lvl3pPr lvl="2" algn="ctr">
              <a:lnSpc>
                <a:spcPct val="100000"/>
              </a:lnSpc>
              <a:spcBef>
                <a:spcPts val="0"/>
              </a:spcBef>
              <a:spcAft>
                <a:spcPts val="0"/>
              </a:spcAft>
              <a:buSzPts val="2800"/>
              <a:buNone/>
              <a:defRPr/>
            </a:lvl3pPr>
            <a:lvl4pPr lvl="3" algn="ctr">
              <a:lnSpc>
                <a:spcPct val="100000"/>
              </a:lnSpc>
              <a:spcBef>
                <a:spcPts val="0"/>
              </a:spcBef>
              <a:spcAft>
                <a:spcPts val="0"/>
              </a:spcAft>
              <a:buSzPts val="2800"/>
              <a:buNone/>
              <a:defRPr/>
            </a:lvl4pPr>
            <a:lvl5pPr lvl="4" algn="ctr">
              <a:lnSpc>
                <a:spcPct val="100000"/>
              </a:lnSpc>
              <a:spcBef>
                <a:spcPts val="0"/>
              </a:spcBef>
              <a:spcAft>
                <a:spcPts val="0"/>
              </a:spcAft>
              <a:buSzPts val="2800"/>
              <a:buNone/>
              <a:defRPr/>
            </a:lvl5pPr>
            <a:lvl6pPr lvl="5" algn="ctr">
              <a:lnSpc>
                <a:spcPct val="100000"/>
              </a:lnSpc>
              <a:spcBef>
                <a:spcPts val="0"/>
              </a:spcBef>
              <a:spcAft>
                <a:spcPts val="0"/>
              </a:spcAft>
              <a:buSzPts val="2800"/>
              <a:buNone/>
              <a:defRPr/>
            </a:lvl6pPr>
            <a:lvl7pPr lvl="6" algn="ctr">
              <a:lnSpc>
                <a:spcPct val="100000"/>
              </a:lnSpc>
              <a:spcBef>
                <a:spcPts val="0"/>
              </a:spcBef>
              <a:spcAft>
                <a:spcPts val="0"/>
              </a:spcAft>
              <a:buSzPts val="2800"/>
              <a:buNone/>
              <a:defRPr/>
            </a:lvl7pPr>
            <a:lvl8pPr lvl="7" algn="ctr">
              <a:lnSpc>
                <a:spcPct val="100000"/>
              </a:lnSpc>
              <a:spcBef>
                <a:spcPts val="0"/>
              </a:spcBef>
              <a:spcAft>
                <a:spcPts val="0"/>
              </a:spcAft>
              <a:buSzPts val="2800"/>
              <a:buNone/>
              <a:defRPr/>
            </a:lvl8pPr>
            <a:lvl9pPr lvl="8" algn="ctr">
              <a:lnSpc>
                <a:spcPct val="100000"/>
              </a:lnSpc>
              <a:spcBef>
                <a:spcPts val="0"/>
              </a:spcBef>
              <a:spcAft>
                <a:spcPts val="0"/>
              </a:spcAft>
              <a:buSzPts val="2800"/>
              <a:buNone/>
              <a:defRPr/>
            </a:lvl9pPr>
          </a:lstStyle>
          <a:p/>
        </p:txBody>
      </p:sp>
      <p:sp>
        <p:nvSpPr>
          <p:cNvPr id="154" name="Google Shape;154;p38"/>
          <p:cNvSpPr txBox="1"/>
          <p:nvPr>
            <p:ph idx="2" type="title"/>
          </p:nvPr>
        </p:nvSpPr>
        <p:spPr>
          <a:xfrm>
            <a:off x="1955890" y="1156200"/>
            <a:ext cx="2447100" cy="760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4800"/>
              <a:buNone/>
              <a:defRPr sz="48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155" name="Google Shape;155;p38"/>
          <p:cNvSpPr txBox="1"/>
          <p:nvPr>
            <p:ph idx="3" type="title"/>
          </p:nvPr>
        </p:nvSpPr>
        <p:spPr>
          <a:xfrm>
            <a:off x="1955890" y="1811680"/>
            <a:ext cx="2447100" cy="389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None/>
              <a:defRPr sz="22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156" name="Google Shape;156;p38"/>
          <p:cNvSpPr txBox="1"/>
          <p:nvPr>
            <p:ph idx="1" type="subTitle"/>
          </p:nvPr>
        </p:nvSpPr>
        <p:spPr>
          <a:xfrm>
            <a:off x="1955890" y="2182175"/>
            <a:ext cx="2447100" cy="63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600"/>
              <a:buNone/>
              <a:defRPr/>
            </a:lvl1pPr>
            <a:lvl2pPr lvl="1" algn="l">
              <a:lnSpc>
                <a:spcPct val="100000"/>
              </a:lnSpc>
              <a:spcBef>
                <a:spcPts val="0"/>
              </a:spcBef>
              <a:spcAft>
                <a:spcPts val="0"/>
              </a:spcAft>
              <a:buSzPts val="1600"/>
              <a:buNone/>
              <a:defRPr/>
            </a:lvl2pPr>
            <a:lvl3pPr lvl="2" algn="l">
              <a:lnSpc>
                <a:spcPct val="100000"/>
              </a:lnSpc>
              <a:spcBef>
                <a:spcPts val="0"/>
              </a:spcBef>
              <a:spcAft>
                <a:spcPts val="0"/>
              </a:spcAft>
              <a:buSzPts val="1600"/>
              <a:buNone/>
              <a:defRPr/>
            </a:lvl3pPr>
            <a:lvl4pPr lvl="3" algn="l">
              <a:lnSpc>
                <a:spcPct val="100000"/>
              </a:lnSpc>
              <a:spcBef>
                <a:spcPts val="0"/>
              </a:spcBef>
              <a:spcAft>
                <a:spcPts val="0"/>
              </a:spcAft>
              <a:buSzPts val="1600"/>
              <a:buNone/>
              <a:defRPr/>
            </a:lvl4pPr>
            <a:lvl5pPr lvl="4" algn="l">
              <a:lnSpc>
                <a:spcPct val="100000"/>
              </a:lnSpc>
              <a:spcBef>
                <a:spcPts val="0"/>
              </a:spcBef>
              <a:spcAft>
                <a:spcPts val="0"/>
              </a:spcAft>
              <a:buSzPts val="1600"/>
              <a:buNone/>
              <a:defRPr/>
            </a:lvl5pPr>
            <a:lvl6pPr lvl="5" algn="l">
              <a:lnSpc>
                <a:spcPct val="100000"/>
              </a:lnSpc>
              <a:spcBef>
                <a:spcPts val="0"/>
              </a:spcBef>
              <a:spcAft>
                <a:spcPts val="0"/>
              </a:spcAft>
              <a:buSzPts val="1600"/>
              <a:buNone/>
              <a:defRPr/>
            </a:lvl6pPr>
            <a:lvl7pPr lvl="6" algn="l">
              <a:lnSpc>
                <a:spcPct val="100000"/>
              </a:lnSpc>
              <a:spcBef>
                <a:spcPts val="0"/>
              </a:spcBef>
              <a:spcAft>
                <a:spcPts val="0"/>
              </a:spcAft>
              <a:buSzPts val="1600"/>
              <a:buNone/>
              <a:defRPr/>
            </a:lvl7pPr>
            <a:lvl8pPr lvl="7" algn="l">
              <a:lnSpc>
                <a:spcPct val="100000"/>
              </a:lnSpc>
              <a:spcBef>
                <a:spcPts val="0"/>
              </a:spcBef>
              <a:spcAft>
                <a:spcPts val="0"/>
              </a:spcAft>
              <a:buSzPts val="1600"/>
              <a:buNone/>
              <a:defRPr/>
            </a:lvl8pPr>
            <a:lvl9pPr lvl="8" algn="l">
              <a:lnSpc>
                <a:spcPct val="100000"/>
              </a:lnSpc>
              <a:spcBef>
                <a:spcPts val="0"/>
              </a:spcBef>
              <a:spcAft>
                <a:spcPts val="0"/>
              </a:spcAft>
              <a:buSzPts val="1600"/>
              <a:buNone/>
              <a:defRPr/>
            </a:lvl9pPr>
          </a:lstStyle>
          <a:p/>
        </p:txBody>
      </p:sp>
      <p:sp>
        <p:nvSpPr>
          <p:cNvPr id="157" name="Google Shape;157;p38"/>
          <p:cNvSpPr txBox="1"/>
          <p:nvPr>
            <p:ph idx="4" type="title"/>
          </p:nvPr>
        </p:nvSpPr>
        <p:spPr>
          <a:xfrm>
            <a:off x="4741010" y="1156200"/>
            <a:ext cx="2447100" cy="760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4800"/>
              <a:buNone/>
              <a:defRPr sz="48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158" name="Google Shape;158;p38"/>
          <p:cNvSpPr txBox="1"/>
          <p:nvPr>
            <p:ph idx="5" type="title"/>
          </p:nvPr>
        </p:nvSpPr>
        <p:spPr>
          <a:xfrm>
            <a:off x="4741010" y="1811680"/>
            <a:ext cx="2447100" cy="389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None/>
              <a:defRPr sz="22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159" name="Google Shape;159;p38"/>
          <p:cNvSpPr txBox="1"/>
          <p:nvPr>
            <p:ph idx="6" type="subTitle"/>
          </p:nvPr>
        </p:nvSpPr>
        <p:spPr>
          <a:xfrm>
            <a:off x="4741010" y="2182175"/>
            <a:ext cx="2447100" cy="63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600"/>
              <a:buNone/>
              <a:defRPr/>
            </a:lvl1pPr>
            <a:lvl2pPr lvl="1" algn="l">
              <a:lnSpc>
                <a:spcPct val="100000"/>
              </a:lnSpc>
              <a:spcBef>
                <a:spcPts val="0"/>
              </a:spcBef>
              <a:spcAft>
                <a:spcPts val="0"/>
              </a:spcAft>
              <a:buSzPts val="1600"/>
              <a:buNone/>
              <a:defRPr/>
            </a:lvl2pPr>
            <a:lvl3pPr lvl="2" algn="l">
              <a:lnSpc>
                <a:spcPct val="100000"/>
              </a:lnSpc>
              <a:spcBef>
                <a:spcPts val="0"/>
              </a:spcBef>
              <a:spcAft>
                <a:spcPts val="0"/>
              </a:spcAft>
              <a:buSzPts val="1600"/>
              <a:buNone/>
              <a:defRPr/>
            </a:lvl3pPr>
            <a:lvl4pPr lvl="3" algn="l">
              <a:lnSpc>
                <a:spcPct val="100000"/>
              </a:lnSpc>
              <a:spcBef>
                <a:spcPts val="0"/>
              </a:spcBef>
              <a:spcAft>
                <a:spcPts val="0"/>
              </a:spcAft>
              <a:buSzPts val="1600"/>
              <a:buNone/>
              <a:defRPr/>
            </a:lvl4pPr>
            <a:lvl5pPr lvl="4" algn="l">
              <a:lnSpc>
                <a:spcPct val="100000"/>
              </a:lnSpc>
              <a:spcBef>
                <a:spcPts val="0"/>
              </a:spcBef>
              <a:spcAft>
                <a:spcPts val="0"/>
              </a:spcAft>
              <a:buSzPts val="1600"/>
              <a:buNone/>
              <a:defRPr/>
            </a:lvl5pPr>
            <a:lvl6pPr lvl="5" algn="l">
              <a:lnSpc>
                <a:spcPct val="100000"/>
              </a:lnSpc>
              <a:spcBef>
                <a:spcPts val="0"/>
              </a:spcBef>
              <a:spcAft>
                <a:spcPts val="0"/>
              </a:spcAft>
              <a:buSzPts val="1600"/>
              <a:buNone/>
              <a:defRPr/>
            </a:lvl6pPr>
            <a:lvl7pPr lvl="6" algn="l">
              <a:lnSpc>
                <a:spcPct val="100000"/>
              </a:lnSpc>
              <a:spcBef>
                <a:spcPts val="0"/>
              </a:spcBef>
              <a:spcAft>
                <a:spcPts val="0"/>
              </a:spcAft>
              <a:buSzPts val="1600"/>
              <a:buNone/>
              <a:defRPr/>
            </a:lvl7pPr>
            <a:lvl8pPr lvl="7" algn="l">
              <a:lnSpc>
                <a:spcPct val="100000"/>
              </a:lnSpc>
              <a:spcBef>
                <a:spcPts val="0"/>
              </a:spcBef>
              <a:spcAft>
                <a:spcPts val="0"/>
              </a:spcAft>
              <a:buSzPts val="1600"/>
              <a:buNone/>
              <a:defRPr/>
            </a:lvl8pPr>
            <a:lvl9pPr lvl="8" algn="l">
              <a:lnSpc>
                <a:spcPct val="100000"/>
              </a:lnSpc>
              <a:spcBef>
                <a:spcPts val="0"/>
              </a:spcBef>
              <a:spcAft>
                <a:spcPts val="0"/>
              </a:spcAft>
              <a:buSzPts val="1600"/>
              <a:buNone/>
              <a:defRPr/>
            </a:lvl9pPr>
          </a:lstStyle>
          <a:p/>
        </p:txBody>
      </p:sp>
      <p:sp>
        <p:nvSpPr>
          <p:cNvPr id="160" name="Google Shape;160;p38"/>
          <p:cNvSpPr txBox="1"/>
          <p:nvPr>
            <p:ph idx="7" type="title"/>
          </p:nvPr>
        </p:nvSpPr>
        <p:spPr>
          <a:xfrm>
            <a:off x="1955890" y="2932750"/>
            <a:ext cx="2447100" cy="760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4800"/>
              <a:buNone/>
              <a:defRPr sz="48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161" name="Google Shape;161;p38"/>
          <p:cNvSpPr txBox="1"/>
          <p:nvPr>
            <p:ph idx="8" type="title"/>
          </p:nvPr>
        </p:nvSpPr>
        <p:spPr>
          <a:xfrm>
            <a:off x="1955890" y="3588231"/>
            <a:ext cx="2447100" cy="389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None/>
              <a:defRPr sz="22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162" name="Google Shape;162;p38"/>
          <p:cNvSpPr txBox="1"/>
          <p:nvPr>
            <p:ph idx="9" type="subTitle"/>
          </p:nvPr>
        </p:nvSpPr>
        <p:spPr>
          <a:xfrm>
            <a:off x="1955890" y="3958725"/>
            <a:ext cx="2447100" cy="63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600"/>
              <a:buNone/>
              <a:defRPr/>
            </a:lvl1pPr>
            <a:lvl2pPr lvl="1" algn="l">
              <a:lnSpc>
                <a:spcPct val="100000"/>
              </a:lnSpc>
              <a:spcBef>
                <a:spcPts val="0"/>
              </a:spcBef>
              <a:spcAft>
                <a:spcPts val="0"/>
              </a:spcAft>
              <a:buSzPts val="1600"/>
              <a:buNone/>
              <a:defRPr/>
            </a:lvl2pPr>
            <a:lvl3pPr lvl="2" algn="l">
              <a:lnSpc>
                <a:spcPct val="100000"/>
              </a:lnSpc>
              <a:spcBef>
                <a:spcPts val="0"/>
              </a:spcBef>
              <a:spcAft>
                <a:spcPts val="0"/>
              </a:spcAft>
              <a:buSzPts val="1600"/>
              <a:buNone/>
              <a:defRPr/>
            </a:lvl3pPr>
            <a:lvl4pPr lvl="3" algn="l">
              <a:lnSpc>
                <a:spcPct val="100000"/>
              </a:lnSpc>
              <a:spcBef>
                <a:spcPts val="0"/>
              </a:spcBef>
              <a:spcAft>
                <a:spcPts val="0"/>
              </a:spcAft>
              <a:buSzPts val="1600"/>
              <a:buNone/>
              <a:defRPr/>
            </a:lvl4pPr>
            <a:lvl5pPr lvl="4" algn="l">
              <a:lnSpc>
                <a:spcPct val="100000"/>
              </a:lnSpc>
              <a:spcBef>
                <a:spcPts val="0"/>
              </a:spcBef>
              <a:spcAft>
                <a:spcPts val="0"/>
              </a:spcAft>
              <a:buSzPts val="1600"/>
              <a:buNone/>
              <a:defRPr/>
            </a:lvl5pPr>
            <a:lvl6pPr lvl="5" algn="l">
              <a:lnSpc>
                <a:spcPct val="100000"/>
              </a:lnSpc>
              <a:spcBef>
                <a:spcPts val="0"/>
              </a:spcBef>
              <a:spcAft>
                <a:spcPts val="0"/>
              </a:spcAft>
              <a:buSzPts val="1600"/>
              <a:buNone/>
              <a:defRPr/>
            </a:lvl6pPr>
            <a:lvl7pPr lvl="6" algn="l">
              <a:lnSpc>
                <a:spcPct val="100000"/>
              </a:lnSpc>
              <a:spcBef>
                <a:spcPts val="0"/>
              </a:spcBef>
              <a:spcAft>
                <a:spcPts val="0"/>
              </a:spcAft>
              <a:buSzPts val="1600"/>
              <a:buNone/>
              <a:defRPr/>
            </a:lvl7pPr>
            <a:lvl8pPr lvl="7" algn="l">
              <a:lnSpc>
                <a:spcPct val="100000"/>
              </a:lnSpc>
              <a:spcBef>
                <a:spcPts val="0"/>
              </a:spcBef>
              <a:spcAft>
                <a:spcPts val="0"/>
              </a:spcAft>
              <a:buSzPts val="1600"/>
              <a:buNone/>
              <a:defRPr/>
            </a:lvl8pPr>
            <a:lvl9pPr lvl="8" algn="l">
              <a:lnSpc>
                <a:spcPct val="100000"/>
              </a:lnSpc>
              <a:spcBef>
                <a:spcPts val="0"/>
              </a:spcBef>
              <a:spcAft>
                <a:spcPts val="0"/>
              </a:spcAft>
              <a:buSzPts val="1600"/>
              <a:buNone/>
              <a:defRPr/>
            </a:lvl9pPr>
          </a:lstStyle>
          <a:p/>
        </p:txBody>
      </p:sp>
      <p:sp>
        <p:nvSpPr>
          <p:cNvPr id="163" name="Google Shape;163;p38"/>
          <p:cNvSpPr txBox="1"/>
          <p:nvPr>
            <p:ph idx="13" type="title"/>
          </p:nvPr>
        </p:nvSpPr>
        <p:spPr>
          <a:xfrm>
            <a:off x="4741010" y="2932750"/>
            <a:ext cx="2447100" cy="760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4800"/>
              <a:buNone/>
              <a:defRPr sz="48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164" name="Google Shape;164;p38"/>
          <p:cNvSpPr txBox="1"/>
          <p:nvPr>
            <p:ph idx="14" type="title"/>
          </p:nvPr>
        </p:nvSpPr>
        <p:spPr>
          <a:xfrm>
            <a:off x="4741010" y="3588230"/>
            <a:ext cx="2447100" cy="389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None/>
              <a:defRPr sz="22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165" name="Google Shape;165;p38"/>
          <p:cNvSpPr txBox="1"/>
          <p:nvPr>
            <p:ph idx="15" type="subTitle"/>
          </p:nvPr>
        </p:nvSpPr>
        <p:spPr>
          <a:xfrm>
            <a:off x="4741010" y="3958725"/>
            <a:ext cx="2447100" cy="63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600"/>
              <a:buNone/>
              <a:defRPr/>
            </a:lvl1pPr>
            <a:lvl2pPr lvl="1" algn="l">
              <a:lnSpc>
                <a:spcPct val="100000"/>
              </a:lnSpc>
              <a:spcBef>
                <a:spcPts val="0"/>
              </a:spcBef>
              <a:spcAft>
                <a:spcPts val="0"/>
              </a:spcAft>
              <a:buSzPts val="1600"/>
              <a:buNone/>
              <a:defRPr/>
            </a:lvl2pPr>
            <a:lvl3pPr lvl="2" algn="l">
              <a:lnSpc>
                <a:spcPct val="100000"/>
              </a:lnSpc>
              <a:spcBef>
                <a:spcPts val="0"/>
              </a:spcBef>
              <a:spcAft>
                <a:spcPts val="0"/>
              </a:spcAft>
              <a:buSzPts val="1600"/>
              <a:buNone/>
              <a:defRPr/>
            </a:lvl3pPr>
            <a:lvl4pPr lvl="3" algn="l">
              <a:lnSpc>
                <a:spcPct val="100000"/>
              </a:lnSpc>
              <a:spcBef>
                <a:spcPts val="0"/>
              </a:spcBef>
              <a:spcAft>
                <a:spcPts val="0"/>
              </a:spcAft>
              <a:buSzPts val="1600"/>
              <a:buNone/>
              <a:defRPr/>
            </a:lvl4pPr>
            <a:lvl5pPr lvl="4" algn="l">
              <a:lnSpc>
                <a:spcPct val="100000"/>
              </a:lnSpc>
              <a:spcBef>
                <a:spcPts val="0"/>
              </a:spcBef>
              <a:spcAft>
                <a:spcPts val="0"/>
              </a:spcAft>
              <a:buSzPts val="1600"/>
              <a:buNone/>
              <a:defRPr/>
            </a:lvl5pPr>
            <a:lvl6pPr lvl="5" algn="l">
              <a:lnSpc>
                <a:spcPct val="100000"/>
              </a:lnSpc>
              <a:spcBef>
                <a:spcPts val="0"/>
              </a:spcBef>
              <a:spcAft>
                <a:spcPts val="0"/>
              </a:spcAft>
              <a:buSzPts val="1600"/>
              <a:buNone/>
              <a:defRPr/>
            </a:lvl6pPr>
            <a:lvl7pPr lvl="6" algn="l">
              <a:lnSpc>
                <a:spcPct val="100000"/>
              </a:lnSpc>
              <a:spcBef>
                <a:spcPts val="0"/>
              </a:spcBef>
              <a:spcAft>
                <a:spcPts val="0"/>
              </a:spcAft>
              <a:buSzPts val="1600"/>
              <a:buNone/>
              <a:defRPr/>
            </a:lvl7pPr>
            <a:lvl8pPr lvl="7" algn="l">
              <a:lnSpc>
                <a:spcPct val="100000"/>
              </a:lnSpc>
              <a:spcBef>
                <a:spcPts val="0"/>
              </a:spcBef>
              <a:spcAft>
                <a:spcPts val="0"/>
              </a:spcAft>
              <a:buSzPts val="1600"/>
              <a:buNone/>
              <a:defRPr/>
            </a:lvl8pPr>
            <a:lvl9pPr lvl="8" algn="l">
              <a:lnSpc>
                <a:spcPct val="100000"/>
              </a:lnSpc>
              <a:spcBef>
                <a:spcPts val="0"/>
              </a:spcBef>
              <a:spcAft>
                <a:spcPts val="0"/>
              </a:spcAft>
              <a:buSzPts val="16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
  <p:cSld name="CUSTOM_8">
    <p:spTree>
      <p:nvGrpSpPr>
        <p:cNvPr id="166" name="Shape 166"/>
        <p:cNvGrpSpPr/>
        <p:nvPr/>
      </p:nvGrpSpPr>
      <p:grpSpPr>
        <a:xfrm>
          <a:off x="0" y="0"/>
          <a:ext cx="0" cy="0"/>
          <a:chOff x="0" y="0"/>
          <a:chExt cx="0" cy="0"/>
        </a:xfrm>
      </p:grpSpPr>
      <p:pic>
        <p:nvPicPr>
          <p:cNvPr id="167" name="Google Shape;167;p39"/>
          <p:cNvPicPr preferRelativeResize="0"/>
          <p:nvPr/>
        </p:nvPicPr>
        <p:blipFill rotWithShape="1">
          <a:blip r:embed="rId2">
            <a:alphaModFix/>
          </a:blip>
          <a:srcRect b="0" l="0" r="0" t="0"/>
          <a:stretch/>
        </p:blipFill>
        <p:spPr>
          <a:xfrm rot="-665181">
            <a:off x="3700" y="-621650"/>
            <a:ext cx="1924050" cy="4667250"/>
          </a:xfrm>
          <a:prstGeom prst="rect">
            <a:avLst/>
          </a:prstGeom>
          <a:noFill/>
          <a:ln>
            <a:noFill/>
          </a:ln>
        </p:spPr>
      </p:pic>
      <p:pic>
        <p:nvPicPr>
          <p:cNvPr id="168" name="Google Shape;168;p39"/>
          <p:cNvPicPr preferRelativeResize="0"/>
          <p:nvPr/>
        </p:nvPicPr>
        <p:blipFill rotWithShape="1">
          <a:blip r:embed="rId3">
            <a:alphaModFix/>
          </a:blip>
          <a:srcRect b="0" l="0" r="0" t="0"/>
          <a:stretch/>
        </p:blipFill>
        <p:spPr>
          <a:xfrm rot="-1639250">
            <a:off x="563096" y="1270047"/>
            <a:ext cx="2002458" cy="4559255"/>
          </a:xfrm>
          <a:prstGeom prst="rect">
            <a:avLst/>
          </a:prstGeom>
          <a:noFill/>
          <a:ln>
            <a:noFill/>
          </a:ln>
        </p:spPr>
      </p:pic>
      <p:pic>
        <p:nvPicPr>
          <p:cNvPr id="169" name="Google Shape;169;p39"/>
          <p:cNvPicPr preferRelativeResize="0"/>
          <p:nvPr/>
        </p:nvPicPr>
        <p:blipFill rotWithShape="1">
          <a:blip r:embed="rId4">
            <a:alphaModFix/>
          </a:blip>
          <a:srcRect b="0" l="0" r="0" t="0"/>
          <a:stretch/>
        </p:blipFill>
        <p:spPr>
          <a:xfrm rot="-5400000">
            <a:off x="1727850" y="-460650"/>
            <a:ext cx="1840875" cy="1700025"/>
          </a:xfrm>
          <a:prstGeom prst="rect">
            <a:avLst/>
          </a:prstGeom>
          <a:noFill/>
          <a:ln>
            <a:noFill/>
          </a:ln>
        </p:spPr>
      </p:pic>
      <p:pic>
        <p:nvPicPr>
          <p:cNvPr id="170" name="Google Shape;170;p39"/>
          <p:cNvPicPr preferRelativeResize="0"/>
          <p:nvPr/>
        </p:nvPicPr>
        <p:blipFill rotWithShape="1">
          <a:blip r:embed="rId5">
            <a:alphaModFix/>
          </a:blip>
          <a:srcRect b="0" l="0" r="0" t="0"/>
          <a:stretch/>
        </p:blipFill>
        <p:spPr>
          <a:xfrm flipH="1">
            <a:off x="2026875" y="-188249"/>
            <a:ext cx="1572000" cy="2036650"/>
          </a:xfrm>
          <a:prstGeom prst="rect">
            <a:avLst/>
          </a:prstGeom>
          <a:noFill/>
          <a:ln>
            <a:noFill/>
          </a:ln>
        </p:spPr>
      </p:pic>
      <p:sp>
        <p:nvSpPr>
          <p:cNvPr id="171" name="Google Shape;171;p39"/>
          <p:cNvSpPr txBox="1"/>
          <p:nvPr>
            <p:ph type="title"/>
          </p:nvPr>
        </p:nvSpPr>
        <p:spPr>
          <a:xfrm>
            <a:off x="4654575" y="1442965"/>
            <a:ext cx="3776700" cy="6492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4200"/>
              <a:buNone/>
              <a:defRPr sz="4200"/>
            </a:lvl1pPr>
            <a:lvl2pPr lvl="1" algn="r">
              <a:lnSpc>
                <a:spcPct val="100000"/>
              </a:lnSpc>
              <a:spcBef>
                <a:spcPts val="0"/>
              </a:spcBef>
              <a:spcAft>
                <a:spcPts val="0"/>
              </a:spcAft>
              <a:buSzPts val="4200"/>
              <a:buNone/>
              <a:defRPr sz="4200"/>
            </a:lvl2pPr>
            <a:lvl3pPr lvl="2" algn="r">
              <a:lnSpc>
                <a:spcPct val="100000"/>
              </a:lnSpc>
              <a:spcBef>
                <a:spcPts val="0"/>
              </a:spcBef>
              <a:spcAft>
                <a:spcPts val="0"/>
              </a:spcAft>
              <a:buSzPts val="4200"/>
              <a:buNone/>
              <a:defRPr sz="4200"/>
            </a:lvl3pPr>
            <a:lvl4pPr lvl="3" algn="r">
              <a:lnSpc>
                <a:spcPct val="100000"/>
              </a:lnSpc>
              <a:spcBef>
                <a:spcPts val="0"/>
              </a:spcBef>
              <a:spcAft>
                <a:spcPts val="0"/>
              </a:spcAft>
              <a:buSzPts val="4200"/>
              <a:buNone/>
              <a:defRPr sz="4200"/>
            </a:lvl4pPr>
            <a:lvl5pPr lvl="4" algn="r">
              <a:lnSpc>
                <a:spcPct val="100000"/>
              </a:lnSpc>
              <a:spcBef>
                <a:spcPts val="0"/>
              </a:spcBef>
              <a:spcAft>
                <a:spcPts val="0"/>
              </a:spcAft>
              <a:buSzPts val="4200"/>
              <a:buNone/>
              <a:defRPr sz="4200"/>
            </a:lvl5pPr>
            <a:lvl6pPr lvl="5" algn="r">
              <a:lnSpc>
                <a:spcPct val="100000"/>
              </a:lnSpc>
              <a:spcBef>
                <a:spcPts val="0"/>
              </a:spcBef>
              <a:spcAft>
                <a:spcPts val="0"/>
              </a:spcAft>
              <a:buSzPts val="4200"/>
              <a:buNone/>
              <a:defRPr sz="4200"/>
            </a:lvl6pPr>
            <a:lvl7pPr lvl="6" algn="r">
              <a:lnSpc>
                <a:spcPct val="100000"/>
              </a:lnSpc>
              <a:spcBef>
                <a:spcPts val="0"/>
              </a:spcBef>
              <a:spcAft>
                <a:spcPts val="0"/>
              </a:spcAft>
              <a:buSzPts val="4200"/>
              <a:buNone/>
              <a:defRPr sz="4200"/>
            </a:lvl7pPr>
            <a:lvl8pPr lvl="7" algn="r">
              <a:lnSpc>
                <a:spcPct val="100000"/>
              </a:lnSpc>
              <a:spcBef>
                <a:spcPts val="0"/>
              </a:spcBef>
              <a:spcAft>
                <a:spcPts val="0"/>
              </a:spcAft>
              <a:buSzPts val="4200"/>
              <a:buNone/>
              <a:defRPr sz="4200"/>
            </a:lvl8pPr>
            <a:lvl9pPr lvl="8" algn="r">
              <a:lnSpc>
                <a:spcPct val="100000"/>
              </a:lnSpc>
              <a:spcBef>
                <a:spcPts val="0"/>
              </a:spcBef>
              <a:spcAft>
                <a:spcPts val="0"/>
              </a:spcAft>
              <a:buSzPts val="4200"/>
              <a:buNone/>
              <a:defRPr sz="4200"/>
            </a:lvl9pPr>
          </a:lstStyle>
          <a:p/>
        </p:txBody>
      </p:sp>
      <p:sp>
        <p:nvSpPr>
          <p:cNvPr id="172" name="Google Shape;172;p39"/>
          <p:cNvSpPr txBox="1"/>
          <p:nvPr>
            <p:ph idx="1" type="subTitle"/>
          </p:nvPr>
        </p:nvSpPr>
        <p:spPr>
          <a:xfrm>
            <a:off x="4654425" y="2278254"/>
            <a:ext cx="3777000" cy="14370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2100"/>
              <a:buNone/>
              <a:defRPr/>
            </a:lvl1pPr>
            <a:lvl2pPr lvl="1" algn="r">
              <a:lnSpc>
                <a:spcPct val="100000"/>
              </a:lnSpc>
              <a:spcBef>
                <a:spcPts val="0"/>
              </a:spcBef>
              <a:spcAft>
                <a:spcPts val="0"/>
              </a:spcAft>
              <a:buSzPts val="2100"/>
              <a:buNone/>
              <a:defRPr sz="2100"/>
            </a:lvl2pPr>
            <a:lvl3pPr lvl="2" algn="r">
              <a:lnSpc>
                <a:spcPct val="100000"/>
              </a:lnSpc>
              <a:spcBef>
                <a:spcPts val="0"/>
              </a:spcBef>
              <a:spcAft>
                <a:spcPts val="0"/>
              </a:spcAft>
              <a:buSzPts val="2100"/>
              <a:buNone/>
              <a:defRPr sz="2100"/>
            </a:lvl3pPr>
            <a:lvl4pPr lvl="3" algn="r">
              <a:lnSpc>
                <a:spcPct val="100000"/>
              </a:lnSpc>
              <a:spcBef>
                <a:spcPts val="0"/>
              </a:spcBef>
              <a:spcAft>
                <a:spcPts val="0"/>
              </a:spcAft>
              <a:buSzPts val="2100"/>
              <a:buNone/>
              <a:defRPr sz="2100"/>
            </a:lvl4pPr>
            <a:lvl5pPr lvl="4" algn="r">
              <a:lnSpc>
                <a:spcPct val="100000"/>
              </a:lnSpc>
              <a:spcBef>
                <a:spcPts val="0"/>
              </a:spcBef>
              <a:spcAft>
                <a:spcPts val="0"/>
              </a:spcAft>
              <a:buSzPts val="2100"/>
              <a:buNone/>
              <a:defRPr sz="2100"/>
            </a:lvl5pPr>
            <a:lvl6pPr lvl="5" algn="r">
              <a:lnSpc>
                <a:spcPct val="100000"/>
              </a:lnSpc>
              <a:spcBef>
                <a:spcPts val="0"/>
              </a:spcBef>
              <a:spcAft>
                <a:spcPts val="0"/>
              </a:spcAft>
              <a:buSzPts val="2100"/>
              <a:buNone/>
              <a:defRPr sz="2100"/>
            </a:lvl6pPr>
            <a:lvl7pPr lvl="6" algn="r">
              <a:lnSpc>
                <a:spcPct val="100000"/>
              </a:lnSpc>
              <a:spcBef>
                <a:spcPts val="0"/>
              </a:spcBef>
              <a:spcAft>
                <a:spcPts val="0"/>
              </a:spcAft>
              <a:buSzPts val="2100"/>
              <a:buNone/>
              <a:defRPr sz="2100"/>
            </a:lvl7pPr>
            <a:lvl8pPr lvl="7" algn="r">
              <a:lnSpc>
                <a:spcPct val="100000"/>
              </a:lnSpc>
              <a:spcBef>
                <a:spcPts val="0"/>
              </a:spcBef>
              <a:spcAft>
                <a:spcPts val="0"/>
              </a:spcAft>
              <a:buSzPts val="2100"/>
              <a:buNone/>
              <a:defRPr sz="2100"/>
            </a:lvl8pPr>
            <a:lvl9pPr lvl="8" algn="r">
              <a:lnSpc>
                <a:spcPct val="100000"/>
              </a:lnSpc>
              <a:spcBef>
                <a:spcPts val="0"/>
              </a:spcBef>
              <a:spcAft>
                <a:spcPts val="0"/>
              </a:spcAft>
              <a:buSzPts val="2100"/>
              <a:buNone/>
              <a:defRPr sz="2100"/>
            </a:lvl9pPr>
          </a:lstStyle>
          <a:p/>
        </p:txBody>
      </p:sp>
      <p:pic>
        <p:nvPicPr>
          <p:cNvPr id="173" name="Google Shape;173;p39"/>
          <p:cNvPicPr preferRelativeResize="0"/>
          <p:nvPr/>
        </p:nvPicPr>
        <p:blipFill rotWithShape="1">
          <a:blip r:embed="rId6">
            <a:alphaModFix/>
          </a:blip>
          <a:srcRect b="0" l="0" r="0" t="0"/>
          <a:stretch/>
        </p:blipFill>
        <p:spPr>
          <a:xfrm rot="7511709">
            <a:off x="1241850" y="4271705"/>
            <a:ext cx="2504350" cy="1437030"/>
          </a:xfrm>
          <a:prstGeom prst="rect">
            <a:avLst/>
          </a:prstGeom>
          <a:noFill/>
          <a:ln>
            <a:noFill/>
          </a:ln>
        </p:spPr>
      </p:pic>
      <p:pic>
        <p:nvPicPr>
          <p:cNvPr id="174" name="Google Shape;174;p39"/>
          <p:cNvPicPr preferRelativeResize="0"/>
          <p:nvPr/>
        </p:nvPicPr>
        <p:blipFill rotWithShape="1">
          <a:blip r:embed="rId7">
            <a:alphaModFix/>
          </a:blip>
          <a:srcRect b="0" l="0" r="0" t="0"/>
          <a:stretch/>
        </p:blipFill>
        <p:spPr>
          <a:xfrm rot="4511836">
            <a:off x="2521265" y="2057048"/>
            <a:ext cx="1697478" cy="1643807"/>
          </a:xfrm>
          <a:prstGeom prst="rect">
            <a:avLst/>
          </a:prstGeom>
          <a:noFill/>
          <a:ln>
            <a:noFill/>
          </a:ln>
        </p:spPr>
      </p:pic>
      <p:pic>
        <p:nvPicPr>
          <p:cNvPr id="175" name="Google Shape;175;p39"/>
          <p:cNvPicPr preferRelativeResize="0"/>
          <p:nvPr/>
        </p:nvPicPr>
        <p:blipFill rotWithShape="1">
          <a:blip r:embed="rId3">
            <a:alphaModFix/>
          </a:blip>
          <a:srcRect b="0" l="0" r="0" t="0"/>
          <a:stretch/>
        </p:blipFill>
        <p:spPr>
          <a:xfrm rot="-1639250">
            <a:off x="1811646" y="-855003"/>
            <a:ext cx="2002458" cy="4559255"/>
          </a:xfrm>
          <a:prstGeom prst="rect">
            <a:avLst/>
          </a:prstGeom>
          <a:noFill/>
          <a:ln>
            <a:noFill/>
          </a:ln>
        </p:spPr>
      </p:pic>
      <p:pic>
        <p:nvPicPr>
          <p:cNvPr id="176" name="Google Shape;176;p39"/>
          <p:cNvPicPr preferRelativeResize="0"/>
          <p:nvPr/>
        </p:nvPicPr>
        <p:blipFill rotWithShape="1">
          <a:blip r:embed="rId5">
            <a:alphaModFix/>
          </a:blip>
          <a:srcRect b="0" l="0" r="0" t="0"/>
          <a:stretch/>
        </p:blipFill>
        <p:spPr>
          <a:xfrm flipH="1">
            <a:off x="-694950" y="3552826"/>
            <a:ext cx="1572000" cy="2036650"/>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CUSTOM_9">
    <p:spTree>
      <p:nvGrpSpPr>
        <p:cNvPr id="177" name="Shape 177"/>
        <p:cNvGrpSpPr/>
        <p:nvPr/>
      </p:nvGrpSpPr>
      <p:grpSpPr>
        <a:xfrm>
          <a:off x="0" y="0"/>
          <a:ext cx="0" cy="0"/>
          <a:chOff x="0" y="0"/>
          <a:chExt cx="0" cy="0"/>
        </a:xfrm>
      </p:grpSpPr>
      <p:sp>
        <p:nvSpPr>
          <p:cNvPr id="178" name="Google Shape;178;p40"/>
          <p:cNvSpPr txBox="1"/>
          <p:nvPr>
            <p:ph type="title"/>
          </p:nvPr>
        </p:nvSpPr>
        <p:spPr>
          <a:xfrm>
            <a:off x="2166450" y="1904970"/>
            <a:ext cx="4811100" cy="841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79" name="Google Shape;179;p40"/>
          <p:cNvSpPr txBox="1"/>
          <p:nvPr>
            <p:ph idx="1" type="subTitle"/>
          </p:nvPr>
        </p:nvSpPr>
        <p:spPr>
          <a:xfrm>
            <a:off x="2166450" y="2661050"/>
            <a:ext cx="4241700" cy="607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80" name="Google Shape;180;p40"/>
          <p:cNvSpPr txBox="1"/>
          <p:nvPr>
            <p:ph idx="2" type="title"/>
          </p:nvPr>
        </p:nvSpPr>
        <p:spPr>
          <a:xfrm>
            <a:off x="713225" y="1618875"/>
            <a:ext cx="1427700" cy="1378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0"/>
              <a:buNone/>
              <a:defRPr sz="9600"/>
            </a:lvl1pPr>
            <a:lvl2pPr lvl="1" algn="l">
              <a:lnSpc>
                <a:spcPct val="100000"/>
              </a:lnSpc>
              <a:spcBef>
                <a:spcPts val="0"/>
              </a:spcBef>
              <a:spcAft>
                <a:spcPts val="0"/>
              </a:spcAft>
              <a:buSzPts val="12000"/>
              <a:buNone/>
              <a:defRPr sz="12000"/>
            </a:lvl2pPr>
            <a:lvl3pPr lvl="2" algn="l">
              <a:lnSpc>
                <a:spcPct val="100000"/>
              </a:lnSpc>
              <a:spcBef>
                <a:spcPts val="0"/>
              </a:spcBef>
              <a:spcAft>
                <a:spcPts val="0"/>
              </a:spcAft>
              <a:buSzPts val="12000"/>
              <a:buNone/>
              <a:defRPr sz="12000"/>
            </a:lvl3pPr>
            <a:lvl4pPr lvl="3" algn="l">
              <a:lnSpc>
                <a:spcPct val="100000"/>
              </a:lnSpc>
              <a:spcBef>
                <a:spcPts val="0"/>
              </a:spcBef>
              <a:spcAft>
                <a:spcPts val="0"/>
              </a:spcAft>
              <a:buSzPts val="12000"/>
              <a:buNone/>
              <a:defRPr sz="12000"/>
            </a:lvl4pPr>
            <a:lvl5pPr lvl="4" algn="l">
              <a:lnSpc>
                <a:spcPct val="100000"/>
              </a:lnSpc>
              <a:spcBef>
                <a:spcPts val="0"/>
              </a:spcBef>
              <a:spcAft>
                <a:spcPts val="0"/>
              </a:spcAft>
              <a:buSzPts val="12000"/>
              <a:buNone/>
              <a:defRPr sz="12000"/>
            </a:lvl5pPr>
            <a:lvl6pPr lvl="5" algn="l">
              <a:lnSpc>
                <a:spcPct val="100000"/>
              </a:lnSpc>
              <a:spcBef>
                <a:spcPts val="0"/>
              </a:spcBef>
              <a:spcAft>
                <a:spcPts val="0"/>
              </a:spcAft>
              <a:buSzPts val="12000"/>
              <a:buNone/>
              <a:defRPr sz="12000"/>
            </a:lvl6pPr>
            <a:lvl7pPr lvl="6" algn="l">
              <a:lnSpc>
                <a:spcPct val="100000"/>
              </a:lnSpc>
              <a:spcBef>
                <a:spcPts val="0"/>
              </a:spcBef>
              <a:spcAft>
                <a:spcPts val="0"/>
              </a:spcAft>
              <a:buSzPts val="12000"/>
              <a:buNone/>
              <a:defRPr sz="12000"/>
            </a:lvl7pPr>
            <a:lvl8pPr lvl="7" algn="l">
              <a:lnSpc>
                <a:spcPct val="100000"/>
              </a:lnSpc>
              <a:spcBef>
                <a:spcPts val="0"/>
              </a:spcBef>
              <a:spcAft>
                <a:spcPts val="0"/>
              </a:spcAft>
              <a:buSzPts val="12000"/>
              <a:buNone/>
              <a:defRPr sz="12000"/>
            </a:lvl8pPr>
            <a:lvl9pPr lvl="8" algn="l">
              <a:lnSpc>
                <a:spcPct val="100000"/>
              </a:lnSpc>
              <a:spcBef>
                <a:spcPts val="0"/>
              </a:spcBef>
              <a:spcAft>
                <a:spcPts val="0"/>
              </a:spcAft>
              <a:buSzPts val="12000"/>
              <a:buNone/>
              <a:defRPr sz="12000"/>
            </a:lvl9pPr>
          </a:lstStyle>
          <a:p/>
        </p:txBody>
      </p:sp>
      <p:pic>
        <p:nvPicPr>
          <p:cNvPr id="181" name="Google Shape;181;p40"/>
          <p:cNvPicPr preferRelativeResize="0"/>
          <p:nvPr/>
        </p:nvPicPr>
        <p:blipFill rotWithShape="1">
          <a:blip r:embed="rId2">
            <a:alphaModFix/>
          </a:blip>
          <a:srcRect b="0" l="0" r="0" t="0"/>
          <a:stretch/>
        </p:blipFill>
        <p:spPr>
          <a:xfrm rot="3883291">
            <a:off x="6338622" y="3279344"/>
            <a:ext cx="2569104" cy="1474162"/>
          </a:xfrm>
          <a:prstGeom prst="rect">
            <a:avLst/>
          </a:prstGeom>
          <a:noFill/>
          <a:ln>
            <a:noFill/>
          </a:ln>
        </p:spPr>
      </p:pic>
      <p:pic>
        <p:nvPicPr>
          <p:cNvPr id="182" name="Google Shape;182;p40"/>
          <p:cNvPicPr preferRelativeResize="0"/>
          <p:nvPr/>
        </p:nvPicPr>
        <p:blipFill rotWithShape="1">
          <a:blip r:embed="rId3">
            <a:alphaModFix/>
          </a:blip>
          <a:srcRect b="0" l="0" r="0" t="0"/>
          <a:stretch/>
        </p:blipFill>
        <p:spPr>
          <a:xfrm>
            <a:off x="8146288" y="1161667"/>
            <a:ext cx="1840875" cy="1782665"/>
          </a:xfrm>
          <a:prstGeom prst="rect">
            <a:avLst/>
          </a:prstGeom>
          <a:noFill/>
          <a:ln>
            <a:noFill/>
          </a:ln>
        </p:spPr>
      </p:pic>
      <p:pic>
        <p:nvPicPr>
          <p:cNvPr id="183" name="Google Shape;183;p40"/>
          <p:cNvPicPr preferRelativeResize="0"/>
          <p:nvPr/>
        </p:nvPicPr>
        <p:blipFill rotWithShape="1">
          <a:blip r:embed="rId4">
            <a:alphaModFix/>
          </a:blip>
          <a:srcRect b="0" l="0" r="0" t="0"/>
          <a:stretch/>
        </p:blipFill>
        <p:spPr>
          <a:xfrm rot="-1639246">
            <a:off x="7914100" y="3060775"/>
            <a:ext cx="1733751" cy="3947450"/>
          </a:xfrm>
          <a:prstGeom prst="rect">
            <a:avLst/>
          </a:prstGeom>
          <a:noFill/>
          <a:ln>
            <a:noFill/>
          </a:ln>
        </p:spPr>
      </p:pic>
      <p:pic>
        <p:nvPicPr>
          <p:cNvPr id="184" name="Google Shape;184;p40"/>
          <p:cNvPicPr preferRelativeResize="0"/>
          <p:nvPr/>
        </p:nvPicPr>
        <p:blipFill rotWithShape="1">
          <a:blip r:embed="rId3">
            <a:alphaModFix/>
          </a:blip>
          <a:srcRect b="0" l="0" r="0" t="0"/>
          <a:stretch/>
        </p:blipFill>
        <p:spPr>
          <a:xfrm rot="5400000">
            <a:off x="6276800" y="638313"/>
            <a:ext cx="1393300" cy="1349250"/>
          </a:xfrm>
          <a:prstGeom prst="rect">
            <a:avLst/>
          </a:prstGeom>
          <a:noFill/>
          <a:ln>
            <a:noFill/>
          </a:ln>
        </p:spPr>
      </p:pic>
      <p:pic>
        <p:nvPicPr>
          <p:cNvPr id="185" name="Google Shape;185;p40"/>
          <p:cNvPicPr preferRelativeResize="0"/>
          <p:nvPr/>
        </p:nvPicPr>
        <p:blipFill rotWithShape="1">
          <a:blip r:embed="rId5">
            <a:alphaModFix/>
          </a:blip>
          <a:srcRect b="0" l="0" r="0" t="0"/>
          <a:stretch/>
        </p:blipFill>
        <p:spPr>
          <a:xfrm rot="7597377">
            <a:off x="4625676" y="-2541707"/>
            <a:ext cx="2386824" cy="4381382"/>
          </a:xfrm>
          <a:prstGeom prst="rect">
            <a:avLst/>
          </a:prstGeom>
          <a:noFill/>
          <a:ln>
            <a:noFill/>
          </a:ln>
        </p:spPr>
      </p:pic>
      <p:pic>
        <p:nvPicPr>
          <p:cNvPr id="186" name="Google Shape;186;p40"/>
          <p:cNvPicPr preferRelativeResize="0"/>
          <p:nvPr/>
        </p:nvPicPr>
        <p:blipFill rotWithShape="1">
          <a:blip r:embed="rId3">
            <a:alphaModFix/>
          </a:blip>
          <a:srcRect b="0" l="0" r="0" t="0"/>
          <a:stretch/>
        </p:blipFill>
        <p:spPr>
          <a:xfrm>
            <a:off x="-275904" y="978148"/>
            <a:ext cx="2416825" cy="2340400"/>
          </a:xfrm>
          <a:prstGeom prst="rect">
            <a:avLst/>
          </a:prstGeom>
          <a:noFill/>
          <a:ln>
            <a:noFill/>
          </a:ln>
        </p:spPr>
      </p:pic>
      <p:pic>
        <p:nvPicPr>
          <p:cNvPr id="187" name="Google Shape;187;p40"/>
          <p:cNvPicPr preferRelativeResize="0"/>
          <p:nvPr/>
        </p:nvPicPr>
        <p:blipFill rotWithShape="1">
          <a:blip r:embed="rId6">
            <a:alphaModFix/>
          </a:blip>
          <a:srcRect b="0" l="0" r="0" t="0"/>
          <a:stretch/>
        </p:blipFill>
        <p:spPr>
          <a:xfrm rot="-3668799">
            <a:off x="930329" y="-1893945"/>
            <a:ext cx="2136318" cy="5182162"/>
          </a:xfrm>
          <a:prstGeom prst="rect">
            <a:avLst/>
          </a:prstGeom>
          <a:noFill/>
          <a:ln>
            <a:noFill/>
          </a:ln>
        </p:spPr>
      </p:pic>
      <p:pic>
        <p:nvPicPr>
          <p:cNvPr id="188" name="Google Shape;188;p40"/>
          <p:cNvPicPr preferRelativeResize="0"/>
          <p:nvPr/>
        </p:nvPicPr>
        <p:blipFill rotWithShape="1">
          <a:blip r:embed="rId4">
            <a:alphaModFix/>
          </a:blip>
          <a:srcRect b="0" l="0" r="0" t="0"/>
          <a:stretch/>
        </p:blipFill>
        <p:spPr>
          <a:xfrm rot="-5156636">
            <a:off x="2909701" y="-1582496"/>
            <a:ext cx="2002458" cy="4559253"/>
          </a:xfrm>
          <a:prstGeom prst="rect">
            <a:avLst/>
          </a:prstGeom>
          <a:noFill/>
          <a:ln>
            <a:noFill/>
          </a:ln>
        </p:spPr>
      </p:pic>
      <p:pic>
        <p:nvPicPr>
          <p:cNvPr id="189" name="Google Shape;189;p40"/>
          <p:cNvPicPr preferRelativeResize="0"/>
          <p:nvPr/>
        </p:nvPicPr>
        <p:blipFill rotWithShape="1">
          <a:blip r:embed="rId4">
            <a:alphaModFix/>
          </a:blip>
          <a:srcRect b="0" l="0" r="0" t="0"/>
          <a:stretch/>
        </p:blipFill>
        <p:spPr>
          <a:xfrm flipH="1" rot="-5643364">
            <a:off x="2952851" y="2578502"/>
            <a:ext cx="2002458" cy="4559253"/>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CUSTOM_27">
    <p:spTree>
      <p:nvGrpSpPr>
        <p:cNvPr id="190" name="Shape 190"/>
        <p:cNvGrpSpPr/>
        <p:nvPr/>
      </p:nvGrpSpPr>
      <p:grpSpPr>
        <a:xfrm>
          <a:off x="0" y="0"/>
          <a:ext cx="0" cy="0"/>
          <a:chOff x="0" y="0"/>
          <a:chExt cx="0" cy="0"/>
        </a:xfrm>
      </p:grpSpPr>
      <p:sp>
        <p:nvSpPr>
          <p:cNvPr id="191" name="Google Shape;191;p41"/>
          <p:cNvSpPr txBox="1"/>
          <p:nvPr>
            <p:ph type="title"/>
          </p:nvPr>
        </p:nvSpPr>
        <p:spPr>
          <a:xfrm>
            <a:off x="4227250" y="2501200"/>
            <a:ext cx="4203600" cy="841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600"/>
              <a:buNone/>
              <a:defRPr sz="3600"/>
            </a:lvl1pPr>
            <a:lvl2pPr lvl="1" algn="r">
              <a:lnSpc>
                <a:spcPct val="100000"/>
              </a:lnSpc>
              <a:spcBef>
                <a:spcPts val="0"/>
              </a:spcBef>
              <a:spcAft>
                <a:spcPts val="0"/>
              </a:spcAft>
              <a:buSzPts val="3600"/>
              <a:buNone/>
              <a:defRPr sz="3600"/>
            </a:lvl2pPr>
            <a:lvl3pPr lvl="2" algn="r">
              <a:lnSpc>
                <a:spcPct val="100000"/>
              </a:lnSpc>
              <a:spcBef>
                <a:spcPts val="0"/>
              </a:spcBef>
              <a:spcAft>
                <a:spcPts val="0"/>
              </a:spcAft>
              <a:buSzPts val="3600"/>
              <a:buNone/>
              <a:defRPr sz="3600"/>
            </a:lvl3pPr>
            <a:lvl4pPr lvl="3" algn="r">
              <a:lnSpc>
                <a:spcPct val="100000"/>
              </a:lnSpc>
              <a:spcBef>
                <a:spcPts val="0"/>
              </a:spcBef>
              <a:spcAft>
                <a:spcPts val="0"/>
              </a:spcAft>
              <a:buSzPts val="3600"/>
              <a:buNone/>
              <a:defRPr sz="3600"/>
            </a:lvl4pPr>
            <a:lvl5pPr lvl="4" algn="r">
              <a:lnSpc>
                <a:spcPct val="100000"/>
              </a:lnSpc>
              <a:spcBef>
                <a:spcPts val="0"/>
              </a:spcBef>
              <a:spcAft>
                <a:spcPts val="0"/>
              </a:spcAft>
              <a:buSzPts val="3600"/>
              <a:buNone/>
              <a:defRPr sz="3600"/>
            </a:lvl5pPr>
            <a:lvl6pPr lvl="5" algn="r">
              <a:lnSpc>
                <a:spcPct val="100000"/>
              </a:lnSpc>
              <a:spcBef>
                <a:spcPts val="0"/>
              </a:spcBef>
              <a:spcAft>
                <a:spcPts val="0"/>
              </a:spcAft>
              <a:buSzPts val="3600"/>
              <a:buNone/>
              <a:defRPr sz="3600"/>
            </a:lvl6pPr>
            <a:lvl7pPr lvl="6" algn="r">
              <a:lnSpc>
                <a:spcPct val="100000"/>
              </a:lnSpc>
              <a:spcBef>
                <a:spcPts val="0"/>
              </a:spcBef>
              <a:spcAft>
                <a:spcPts val="0"/>
              </a:spcAft>
              <a:buSzPts val="3600"/>
              <a:buNone/>
              <a:defRPr sz="3600"/>
            </a:lvl7pPr>
            <a:lvl8pPr lvl="7" algn="r">
              <a:lnSpc>
                <a:spcPct val="100000"/>
              </a:lnSpc>
              <a:spcBef>
                <a:spcPts val="0"/>
              </a:spcBef>
              <a:spcAft>
                <a:spcPts val="0"/>
              </a:spcAft>
              <a:buSzPts val="3600"/>
              <a:buNone/>
              <a:defRPr sz="3600"/>
            </a:lvl8pPr>
            <a:lvl9pPr lvl="8" algn="r">
              <a:lnSpc>
                <a:spcPct val="100000"/>
              </a:lnSpc>
              <a:spcBef>
                <a:spcPts val="0"/>
              </a:spcBef>
              <a:spcAft>
                <a:spcPts val="0"/>
              </a:spcAft>
              <a:buSzPts val="3600"/>
              <a:buNone/>
              <a:defRPr sz="3600"/>
            </a:lvl9pPr>
          </a:lstStyle>
          <a:p/>
        </p:txBody>
      </p:sp>
      <p:sp>
        <p:nvSpPr>
          <p:cNvPr id="192" name="Google Shape;192;p41"/>
          <p:cNvSpPr txBox="1"/>
          <p:nvPr>
            <p:ph idx="1" type="subTitle"/>
          </p:nvPr>
        </p:nvSpPr>
        <p:spPr>
          <a:xfrm>
            <a:off x="4227250" y="3257276"/>
            <a:ext cx="4203600" cy="607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lvl1pPr>
            <a:lvl2pPr lvl="1" algn="r">
              <a:lnSpc>
                <a:spcPct val="100000"/>
              </a:lnSpc>
              <a:spcBef>
                <a:spcPts val="0"/>
              </a:spcBef>
              <a:spcAft>
                <a:spcPts val="0"/>
              </a:spcAft>
              <a:buSzPts val="2800"/>
              <a:buNone/>
              <a:defRPr sz="2800"/>
            </a:lvl2pPr>
            <a:lvl3pPr lvl="2" algn="r">
              <a:lnSpc>
                <a:spcPct val="100000"/>
              </a:lnSpc>
              <a:spcBef>
                <a:spcPts val="0"/>
              </a:spcBef>
              <a:spcAft>
                <a:spcPts val="0"/>
              </a:spcAft>
              <a:buSzPts val="2800"/>
              <a:buNone/>
              <a:defRPr sz="2800"/>
            </a:lvl3pPr>
            <a:lvl4pPr lvl="3" algn="r">
              <a:lnSpc>
                <a:spcPct val="100000"/>
              </a:lnSpc>
              <a:spcBef>
                <a:spcPts val="0"/>
              </a:spcBef>
              <a:spcAft>
                <a:spcPts val="0"/>
              </a:spcAft>
              <a:buSzPts val="2800"/>
              <a:buNone/>
              <a:defRPr sz="2800"/>
            </a:lvl4pPr>
            <a:lvl5pPr lvl="4" algn="r">
              <a:lnSpc>
                <a:spcPct val="100000"/>
              </a:lnSpc>
              <a:spcBef>
                <a:spcPts val="0"/>
              </a:spcBef>
              <a:spcAft>
                <a:spcPts val="0"/>
              </a:spcAft>
              <a:buSzPts val="2800"/>
              <a:buNone/>
              <a:defRPr sz="2800"/>
            </a:lvl5pPr>
            <a:lvl6pPr lvl="5" algn="r">
              <a:lnSpc>
                <a:spcPct val="100000"/>
              </a:lnSpc>
              <a:spcBef>
                <a:spcPts val="0"/>
              </a:spcBef>
              <a:spcAft>
                <a:spcPts val="0"/>
              </a:spcAft>
              <a:buSzPts val="2800"/>
              <a:buNone/>
              <a:defRPr sz="2800"/>
            </a:lvl6pPr>
            <a:lvl7pPr lvl="6" algn="r">
              <a:lnSpc>
                <a:spcPct val="100000"/>
              </a:lnSpc>
              <a:spcBef>
                <a:spcPts val="0"/>
              </a:spcBef>
              <a:spcAft>
                <a:spcPts val="0"/>
              </a:spcAft>
              <a:buSzPts val="2800"/>
              <a:buNone/>
              <a:defRPr sz="2800"/>
            </a:lvl7pPr>
            <a:lvl8pPr lvl="7" algn="r">
              <a:lnSpc>
                <a:spcPct val="100000"/>
              </a:lnSpc>
              <a:spcBef>
                <a:spcPts val="0"/>
              </a:spcBef>
              <a:spcAft>
                <a:spcPts val="0"/>
              </a:spcAft>
              <a:buSzPts val="2800"/>
              <a:buNone/>
              <a:defRPr sz="2800"/>
            </a:lvl8pPr>
            <a:lvl9pPr lvl="8" algn="r">
              <a:lnSpc>
                <a:spcPct val="100000"/>
              </a:lnSpc>
              <a:spcBef>
                <a:spcPts val="0"/>
              </a:spcBef>
              <a:spcAft>
                <a:spcPts val="0"/>
              </a:spcAft>
              <a:buSzPts val="2800"/>
              <a:buNone/>
              <a:defRPr sz="2800"/>
            </a:lvl9pPr>
          </a:lstStyle>
          <a:p/>
        </p:txBody>
      </p:sp>
      <p:sp>
        <p:nvSpPr>
          <p:cNvPr id="193" name="Google Shape;193;p41"/>
          <p:cNvSpPr txBox="1"/>
          <p:nvPr>
            <p:ph idx="2" type="title"/>
          </p:nvPr>
        </p:nvSpPr>
        <p:spPr>
          <a:xfrm>
            <a:off x="5159950" y="1138775"/>
            <a:ext cx="2338200" cy="1378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2000"/>
              <a:buNone/>
              <a:defRPr sz="9600"/>
            </a:lvl1pPr>
            <a:lvl2pPr lvl="1" algn="r">
              <a:lnSpc>
                <a:spcPct val="100000"/>
              </a:lnSpc>
              <a:spcBef>
                <a:spcPts val="0"/>
              </a:spcBef>
              <a:spcAft>
                <a:spcPts val="0"/>
              </a:spcAft>
              <a:buSzPts val="12000"/>
              <a:buNone/>
              <a:defRPr sz="12000"/>
            </a:lvl2pPr>
            <a:lvl3pPr lvl="2" algn="r">
              <a:lnSpc>
                <a:spcPct val="100000"/>
              </a:lnSpc>
              <a:spcBef>
                <a:spcPts val="0"/>
              </a:spcBef>
              <a:spcAft>
                <a:spcPts val="0"/>
              </a:spcAft>
              <a:buSzPts val="12000"/>
              <a:buNone/>
              <a:defRPr sz="12000"/>
            </a:lvl3pPr>
            <a:lvl4pPr lvl="3" algn="r">
              <a:lnSpc>
                <a:spcPct val="100000"/>
              </a:lnSpc>
              <a:spcBef>
                <a:spcPts val="0"/>
              </a:spcBef>
              <a:spcAft>
                <a:spcPts val="0"/>
              </a:spcAft>
              <a:buSzPts val="12000"/>
              <a:buNone/>
              <a:defRPr sz="12000"/>
            </a:lvl4pPr>
            <a:lvl5pPr lvl="4" algn="r">
              <a:lnSpc>
                <a:spcPct val="100000"/>
              </a:lnSpc>
              <a:spcBef>
                <a:spcPts val="0"/>
              </a:spcBef>
              <a:spcAft>
                <a:spcPts val="0"/>
              </a:spcAft>
              <a:buSzPts val="12000"/>
              <a:buNone/>
              <a:defRPr sz="12000"/>
            </a:lvl5pPr>
            <a:lvl6pPr lvl="5" algn="r">
              <a:lnSpc>
                <a:spcPct val="100000"/>
              </a:lnSpc>
              <a:spcBef>
                <a:spcPts val="0"/>
              </a:spcBef>
              <a:spcAft>
                <a:spcPts val="0"/>
              </a:spcAft>
              <a:buSzPts val="12000"/>
              <a:buNone/>
              <a:defRPr sz="12000"/>
            </a:lvl6pPr>
            <a:lvl7pPr lvl="6" algn="r">
              <a:lnSpc>
                <a:spcPct val="100000"/>
              </a:lnSpc>
              <a:spcBef>
                <a:spcPts val="0"/>
              </a:spcBef>
              <a:spcAft>
                <a:spcPts val="0"/>
              </a:spcAft>
              <a:buSzPts val="12000"/>
              <a:buNone/>
              <a:defRPr sz="12000"/>
            </a:lvl7pPr>
            <a:lvl8pPr lvl="7" algn="r">
              <a:lnSpc>
                <a:spcPct val="100000"/>
              </a:lnSpc>
              <a:spcBef>
                <a:spcPts val="0"/>
              </a:spcBef>
              <a:spcAft>
                <a:spcPts val="0"/>
              </a:spcAft>
              <a:buSzPts val="12000"/>
              <a:buNone/>
              <a:defRPr sz="12000"/>
            </a:lvl8pPr>
            <a:lvl9pPr lvl="8" algn="r">
              <a:lnSpc>
                <a:spcPct val="100000"/>
              </a:lnSpc>
              <a:spcBef>
                <a:spcPts val="0"/>
              </a:spcBef>
              <a:spcAft>
                <a:spcPts val="0"/>
              </a:spcAft>
              <a:buSzPts val="12000"/>
              <a:buNone/>
              <a:defRPr sz="12000"/>
            </a:lvl9pPr>
          </a:lstStyle>
          <a:p/>
        </p:txBody>
      </p:sp>
      <p:pic>
        <p:nvPicPr>
          <p:cNvPr id="194" name="Google Shape;194;p41"/>
          <p:cNvPicPr preferRelativeResize="0"/>
          <p:nvPr/>
        </p:nvPicPr>
        <p:blipFill rotWithShape="1">
          <a:blip r:embed="rId2">
            <a:alphaModFix/>
          </a:blip>
          <a:srcRect b="0" l="0" r="0" t="0"/>
          <a:stretch/>
        </p:blipFill>
        <p:spPr>
          <a:xfrm flipH="1" rot="-10134819">
            <a:off x="3700" y="1321765"/>
            <a:ext cx="1924050" cy="4667250"/>
          </a:xfrm>
          <a:prstGeom prst="rect">
            <a:avLst/>
          </a:prstGeom>
          <a:noFill/>
          <a:ln>
            <a:noFill/>
          </a:ln>
        </p:spPr>
      </p:pic>
      <p:pic>
        <p:nvPicPr>
          <p:cNvPr id="195" name="Google Shape;195;p41"/>
          <p:cNvPicPr preferRelativeResize="0"/>
          <p:nvPr/>
        </p:nvPicPr>
        <p:blipFill rotWithShape="1">
          <a:blip r:embed="rId3">
            <a:alphaModFix/>
          </a:blip>
          <a:srcRect b="0" l="0" r="0" t="0"/>
          <a:stretch/>
        </p:blipFill>
        <p:spPr>
          <a:xfrm flipH="1" rot="-9160750">
            <a:off x="563096" y="-461936"/>
            <a:ext cx="2002458" cy="4559255"/>
          </a:xfrm>
          <a:prstGeom prst="rect">
            <a:avLst/>
          </a:prstGeom>
          <a:noFill/>
          <a:ln>
            <a:noFill/>
          </a:ln>
        </p:spPr>
      </p:pic>
      <p:pic>
        <p:nvPicPr>
          <p:cNvPr id="196" name="Google Shape;196;p41"/>
          <p:cNvPicPr preferRelativeResize="0"/>
          <p:nvPr/>
        </p:nvPicPr>
        <p:blipFill rotWithShape="1">
          <a:blip r:embed="rId4">
            <a:alphaModFix/>
          </a:blip>
          <a:srcRect b="0" l="0" r="0" t="0"/>
          <a:stretch/>
        </p:blipFill>
        <p:spPr>
          <a:xfrm flipH="1" rot="-5400000">
            <a:off x="1727850" y="4127990"/>
            <a:ext cx="1840875" cy="1700025"/>
          </a:xfrm>
          <a:prstGeom prst="rect">
            <a:avLst/>
          </a:prstGeom>
          <a:noFill/>
          <a:ln>
            <a:noFill/>
          </a:ln>
        </p:spPr>
      </p:pic>
      <p:pic>
        <p:nvPicPr>
          <p:cNvPr id="197" name="Google Shape;197;p41"/>
          <p:cNvPicPr preferRelativeResize="0"/>
          <p:nvPr/>
        </p:nvPicPr>
        <p:blipFill rotWithShape="1">
          <a:blip r:embed="rId5">
            <a:alphaModFix/>
          </a:blip>
          <a:srcRect b="0" l="0" r="0" t="0"/>
          <a:stretch/>
        </p:blipFill>
        <p:spPr>
          <a:xfrm rot="10800000">
            <a:off x="2026875" y="3518965"/>
            <a:ext cx="1572000" cy="2036650"/>
          </a:xfrm>
          <a:prstGeom prst="rect">
            <a:avLst/>
          </a:prstGeom>
          <a:noFill/>
          <a:ln>
            <a:noFill/>
          </a:ln>
        </p:spPr>
      </p:pic>
      <p:pic>
        <p:nvPicPr>
          <p:cNvPr id="198" name="Google Shape;198;p41"/>
          <p:cNvPicPr preferRelativeResize="0"/>
          <p:nvPr/>
        </p:nvPicPr>
        <p:blipFill rotWithShape="1">
          <a:blip r:embed="rId6">
            <a:alphaModFix/>
          </a:blip>
          <a:srcRect b="0" l="0" r="0" t="0"/>
          <a:stretch/>
        </p:blipFill>
        <p:spPr>
          <a:xfrm flipH="1" rot="3288291">
            <a:off x="1241850" y="-341370"/>
            <a:ext cx="2504350" cy="1437030"/>
          </a:xfrm>
          <a:prstGeom prst="rect">
            <a:avLst/>
          </a:prstGeom>
          <a:noFill/>
          <a:ln>
            <a:noFill/>
          </a:ln>
        </p:spPr>
      </p:pic>
      <p:pic>
        <p:nvPicPr>
          <p:cNvPr id="199" name="Google Shape;199;p41"/>
          <p:cNvPicPr preferRelativeResize="0"/>
          <p:nvPr/>
        </p:nvPicPr>
        <p:blipFill rotWithShape="1">
          <a:blip r:embed="rId7">
            <a:alphaModFix/>
          </a:blip>
          <a:srcRect b="0" l="0" r="0" t="0"/>
          <a:stretch/>
        </p:blipFill>
        <p:spPr>
          <a:xfrm flipH="1" rot="6288164">
            <a:off x="2521265" y="1666511"/>
            <a:ext cx="1697478" cy="1643807"/>
          </a:xfrm>
          <a:prstGeom prst="rect">
            <a:avLst/>
          </a:prstGeom>
          <a:noFill/>
          <a:ln>
            <a:noFill/>
          </a:ln>
        </p:spPr>
      </p:pic>
      <p:pic>
        <p:nvPicPr>
          <p:cNvPr id="200" name="Google Shape;200;p41"/>
          <p:cNvPicPr preferRelativeResize="0"/>
          <p:nvPr/>
        </p:nvPicPr>
        <p:blipFill rotWithShape="1">
          <a:blip r:embed="rId3">
            <a:alphaModFix/>
          </a:blip>
          <a:srcRect b="0" l="0" r="0" t="0"/>
          <a:stretch/>
        </p:blipFill>
        <p:spPr>
          <a:xfrm flipH="1" rot="-9160750">
            <a:off x="1811646" y="1663114"/>
            <a:ext cx="2002458" cy="4559255"/>
          </a:xfrm>
          <a:prstGeom prst="rect">
            <a:avLst/>
          </a:prstGeom>
          <a:noFill/>
          <a:ln>
            <a:noFill/>
          </a:ln>
        </p:spPr>
      </p:pic>
      <p:pic>
        <p:nvPicPr>
          <p:cNvPr id="201" name="Google Shape;201;p41"/>
          <p:cNvPicPr preferRelativeResize="0"/>
          <p:nvPr/>
        </p:nvPicPr>
        <p:blipFill rotWithShape="1">
          <a:blip r:embed="rId5">
            <a:alphaModFix/>
          </a:blip>
          <a:srcRect b="0" l="0" r="0" t="0"/>
          <a:stretch/>
        </p:blipFill>
        <p:spPr>
          <a:xfrm rot="10800000">
            <a:off x="-694950" y="-222110"/>
            <a:ext cx="1572000" cy="2036650"/>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CUSTOM_3">
    <p:spTree>
      <p:nvGrpSpPr>
        <p:cNvPr id="202" name="Shape 202"/>
        <p:cNvGrpSpPr/>
        <p:nvPr/>
      </p:nvGrpSpPr>
      <p:grpSpPr>
        <a:xfrm>
          <a:off x="0" y="0"/>
          <a:ext cx="0" cy="0"/>
          <a:chOff x="0" y="0"/>
          <a:chExt cx="0" cy="0"/>
        </a:xfrm>
      </p:grpSpPr>
      <p:sp>
        <p:nvSpPr>
          <p:cNvPr id="203" name="Google Shape;203;p42"/>
          <p:cNvSpPr txBox="1"/>
          <p:nvPr>
            <p:ph type="title"/>
          </p:nvPr>
        </p:nvSpPr>
        <p:spPr>
          <a:xfrm>
            <a:off x="713225" y="1950152"/>
            <a:ext cx="2537700" cy="4638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2400"/>
              <a:buNone/>
              <a:defRPr sz="22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204" name="Google Shape;204;p42"/>
          <p:cNvSpPr txBox="1"/>
          <p:nvPr>
            <p:ph idx="1" type="subTitle"/>
          </p:nvPr>
        </p:nvSpPr>
        <p:spPr>
          <a:xfrm>
            <a:off x="713225" y="2298242"/>
            <a:ext cx="2537700" cy="8853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1600"/>
              <a:buNone/>
              <a:defRPr/>
            </a:lvl1pPr>
            <a:lvl2pPr lvl="1" algn="l">
              <a:lnSpc>
                <a:spcPct val="100000"/>
              </a:lnSpc>
              <a:spcBef>
                <a:spcPts val="0"/>
              </a:spcBef>
              <a:spcAft>
                <a:spcPts val="0"/>
              </a:spcAft>
              <a:buSzPts val="1600"/>
              <a:buNone/>
              <a:defRPr/>
            </a:lvl2pPr>
            <a:lvl3pPr lvl="2" algn="l">
              <a:lnSpc>
                <a:spcPct val="100000"/>
              </a:lnSpc>
              <a:spcBef>
                <a:spcPts val="0"/>
              </a:spcBef>
              <a:spcAft>
                <a:spcPts val="0"/>
              </a:spcAft>
              <a:buSzPts val="1600"/>
              <a:buNone/>
              <a:defRPr/>
            </a:lvl3pPr>
            <a:lvl4pPr lvl="3" algn="l">
              <a:lnSpc>
                <a:spcPct val="100000"/>
              </a:lnSpc>
              <a:spcBef>
                <a:spcPts val="0"/>
              </a:spcBef>
              <a:spcAft>
                <a:spcPts val="0"/>
              </a:spcAft>
              <a:buSzPts val="1600"/>
              <a:buNone/>
              <a:defRPr/>
            </a:lvl4pPr>
            <a:lvl5pPr lvl="4" algn="l">
              <a:lnSpc>
                <a:spcPct val="100000"/>
              </a:lnSpc>
              <a:spcBef>
                <a:spcPts val="0"/>
              </a:spcBef>
              <a:spcAft>
                <a:spcPts val="0"/>
              </a:spcAft>
              <a:buSzPts val="1600"/>
              <a:buNone/>
              <a:defRPr/>
            </a:lvl5pPr>
            <a:lvl6pPr lvl="5" algn="l">
              <a:lnSpc>
                <a:spcPct val="100000"/>
              </a:lnSpc>
              <a:spcBef>
                <a:spcPts val="0"/>
              </a:spcBef>
              <a:spcAft>
                <a:spcPts val="0"/>
              </a:spcAft>
              <a:buSzPts val="1600"/>
              <a:buNone/>
              <a:defRPr/>
            </a:lvl6pPr>
            <a:lvl7pPr lvl="6" algn="l">
              <a:lnSpc>
                <a:spcPct val="100000"/>
              </a:lnSpc>
              <a:spcBef>
                <a:spcPts val="0"/>
              </a:spcBef>
              <a:spcAft>
                <a:spcPts val="0"/>
              </a:spcAft>
              <a:buSzPts val="1600"/>
              <a:buNone/>
              <a:defRPr/>
            </a:lvl7pPr>
            <a:lvl8pPr lvl="7" algn="l">
              <a:lnSpc>
                <a:spcPct val="100000"/>
              </a:lnSpc>
              <a:spcBef>
                <a:spcPts val="0"/>
              </a:spcBef>
              <a:spcAft>
                <a:spcPts val="0"/>
              </a:spcAft>
              <a:buSzPts val="1600"/>
              <a:buNone/>
              <a:defRPr/>
            </a:lvl8pPr>
            <a:lvl9pPr lvl="8" algn="l">
              <a:lnSpc>
                <a:spcPct val="100000"/>
              </a:lnSpc>
              <a:spcBef>
                <a:spcPts val="0"/>
              </a:spcBef>
              <a:spcAft>
                <a:spcPts val="0"/>
              </a:spcAft>
              <a:buSzPts val="1600"/>
              <a:buNone/>
              <a:defRPr/>
            </a:lvl9pPr>
          </a:lstStyle>
          <a:p/>
        </p:txBody>
      </p:sp>
      <p:sp>
        <p:nvSpPr>
          <p:cNvPr id="205" name="Google Shape;205;p42"/>
          <p:cNvSpPr txBox="1"/>
          <p:nvPr>
            <p:ph idx="2" type="title"/>
          </p:nvPr>
        </p:nvSpPr>
        <p:spPr>
          <a:xfrm>
            <a:off x="713225" y="539500"/>
            <a:ext cx="77175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a:lvl2pPr>
            <a:lvl3pPr lvl="2" algn="ctr">
              <a:lnSpc>
                <a:spcPct val="100000"/>
              </a:lnSpc>
              <a:spcBef>
                <a:spcPts val="0"/>
              </a:spcBef>
              <a:spcAft>
                <a:spcPts val="0"/>
              </a:spcAft>
              <a:buSzPts val="2800"/>
              <a:buNone/>
              <a:defRPr/>
            </a:lvl3pPr>
            <a:lvl4pPr lvl="3" algn="ctr">
              <a:lnSpc>
                <a:spcPct val="100000"/>
              </a:lnSpc>
              <a:spcBef>
                <a:spcPts val="0"/>
              </a:spcBef>
              <a:spcAft>
                <a:spcPts val="0"/>
              </a:spcAft>
              <a:buSzPts val="2800"/>
              <a:buNone/>
              <a:defRPr/>
            </a:lvl4pPr>
            <a:lvl5pPr lvl="4" algn="ctr">
              <a:lnSpc>
                <a:spcPct val="100000"/>
              </a:lnSpc>
              <a:spcBef>
                <a:spcPts val="0"/>
              </a:spcBef>
              <a:spcAft>
                <a:spcPts val="0"/>
              </a:spcAft>
              <a:buSzPts val="2800"/>
              <a:buNone/>
              <a:defRPr/>
            </a:lvl5pPr>
            <a:lvl6pPr lvl="5" algn="ctr">
              <a:lnSpc>
                <a:spcPct val="100000"/>
              </a:lnSpc>
              <a:spcBef>
                <a:spcPts val="0"/>
              </a:spcBef>
              <a:spcAft>
                <a:spcPts val="0"/>
              </a:spcAft>
              <a:buSzPts val="2800"/>
              <a:buNone/>
              <a:defRPr/>
            </a:lvl6pPr>
            <a:lvl7pPr lvl="6" algn="ctr">
              <a:lnSpc>
                <a:spcPct val="100000"/>
              </a:lnSpc>
              <a:spcBef>
                <a:spcPts val="0"/>
              </a:spcBef>
              <a:spcAft>
                <a:spcPts val="0"/>
              </a:spcAft>
              <a:buSzPts val="2800"/>
              <a:buNone/>
              <a:defRPr/>
            </a:lvl7pPr>
            <a:lvl8pPr lvl="7" algn="ctr">
              <a:lnSpc>
                <a:spcPct val="100000"/>
              </a:lnSpc>
              <a:spcBef>
                <a:spcPts val="0"/>
              </a:spcBef>
              <a:spcAft>
                <a:spcPts val="0"/>
              </a:spcAft>
              <a:buSzPts val="2800"/>
              <a:buNone/>
              <a:defRPr/>
            </a:lvl8pPr>
            <a:lvl9pPr lvl="8" algn="ctr">
              <a:lnSpc>
                <a:spcPct val="100000"/>
              </a:lnSpc>
              <a:spcBef>
                <a:spcPts val="0"/>
              </a:spcBef>
              <a:spcAft>
                <a:spcPts val="0"/>
              </a:spcAft>
              <a:buSzPts val="2800"/>
              <a:buNone/>
              <a:defRPr/>
            </a:lvl9pPr>
          </a:lstStyle>
          <a:p/>
        </p:txBody>
      </p:sp>
      <p:sp>
        <p:nvSpPr>
          <p:cNvPr id="206" name="Google Shape;206;p42"/>
          <p:cNvSpPr txBox="1"/>
          <p:nvPr>
            <p:ph idx="3" type="title"/>
          </p:nvPr>
        </p:nvSpPr>
        <p:spPr>
          <a:xfrm>
            <a:off x="5893076" y="2888525"/>
            <a:ext cx="25377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None/>
              <a:defRPr sz="22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207" name="Google Shape;207;p42"/>
          <p:cNvSpPr txBox="1"/>
          <p:nvPr>
            <p:ph idx="4" type="subTitle"/>
          </p:nvPr>
        </p:nvSpPr>
        <p:spPr>
          <a:xfrm>
            <a:off x="5893075" y="3257026"/>
            <a:ext cx="2537700" cy="885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600"/>
              <a:buNone/>
              <a:defRPr/>
            </a:lvl1pPr>
            <a:lvl2pPr lvl="1" algn="l">
              <a:lnSpc>
                <a:spcPct val="100000"/>
              </a:lnSpc>
              <a:spcBef>
                <a:spcPts val="0"/>
              </a:spcBef>
              <a:spcAft>
                <a:spcPts val="0"/>
              </a:spcAft>
              <a:buSzPts val="1600"/>
              <a:buNone/>
              <a:defRPr/>
            </a:lvl2pPr>
            <a:lvl3pPr lvl="2" algn="l">
              <a:lnSpc>
                <a:spcPct val="100000"/>
              </a:lnSpc>
              <a:spcBef>
                <a:spcPts val="0"/>
              </a:spcBef>
              <a:spcAft>
                <a:spcPts val="0"/>
              </a:spcAft>
              <a:buSzPts val="1600"/>
              <a:buNone/>
              <a:defRPr/>
            </a:lvl3pPr>
            <a:lvl4pPr lvl="3" algn="l">
              <a:lnSpc>
                <a:spcPct val="100000"/>
              </a:lnSpc>
              <a:spcBef>
                <a:spcPts val="0"/>
              </a:spcBef>
              <a:spcAft>
                <a:spcPts val="0"/>
              </a:spcAft>
              <a:buSzPts val="1600"/>
              <a:buNone/>
              <a:defRPr/>
            </a:lvl4pPr>
            <a:lvl5pPr lvl="4" algn="l">
              <a:lnSpc>
                <a:spcPct val="100000"/>
              </a:lnSpc>
              <a:spcBef>
                <a:spcPts val="0"/>
              </a:spcBef>
              <a:spcAft>
                <a:spcPts val="0"/>
              </a:spcAft>
              <a:buSzPts val="1600"/>
              <a:buNone/>
              <a:defRPr/>
            </a:lvl5pPr>
            <a:lvl6pPr lvl="5" algn="l">
              <a:lnSpc>
                <a:spcPct val="100000"/>
              </a:lnSpc>
              <a:spcBef>
                <a:spcPts val="0"/>
              </a:spcBef>
              <a:spcAft>
                <a:spcPts val="0"/>
              </a:spcAft>
              <a:buSzPts val="1600"/>
              <a:buNone/>
              <a:defRPr/>
            </a:lvl6pPr>
            <a:lvl7pPr lvl="6" algn="l">
              <a:lnSpc>
                <a:spcPct val="100000"/>
              </a:lnSpc>
              <a:spcBef>
                <a:spcPts val="0"/>
              </a:spcBef>
              <a:spcAft>
                <a:spcPts val="0"/>
              </a:spcAft>
              <a:buSzPts val="1600"/>
              <a:buNone/>
              <a:defRPr/>
            </a:lvl7pPr>
            <a:lvl8pPr lvl="7" algn="l">
              <a:lnSpc>
                <a:spcPct val="100000"/>
              </a:lnSpc>
              <a:spcBef>
                <a:spcPts val="0"/>
              </a:spcBef>
              <a:spcAft>
                <a:spcPts val="0"/>
              </a:spcAft>
              <a:buSzPts val="1600"/>
              <a:buNone/>
              <a:defRPr/>
            </a:lvl8pPr>
            <a:lvl9pPr lvl="8" algn="l">
              <a:lnSpc>
                <a:spcPct val="100000"/>
              </a:lnSpc>
              <a:spcBef>
                <a:spcPts val="0"/>
              </a:spcBef>
              <a:spcAft>
                <a:spcPts val="0"/>
              </a:spcAft>
              <a:buSzPts val="1600"/>
              <a:buNone/>
              <a:defRPr/>
            </a:lvl9pPr>
          </a:lstStyle>
          <a:p/>
        </p:txBody>
      </p:sp>
      <p:pic>
        <p:nvPicPr>
          <p:cNvPr id="208" name="Google Shape;208;p42"/>
          <p:cNvPicPr preferRelativeResize="0"/>
          <p:nvPr/>
        </p:nvPicPr>
        <p:blipFill rotWithShape="1">
          <a:blip r:embed="rId2">
            <a:alphaModFix/>
          </a:blip>
          <a:srcRect b="0" l="0" r="0" t="0"/>
          <a:stretch/>
        </p:blipFill>
        <p:spPr>
          <a:xfrm rot="5400000">
            <a:off x="7734125" y="981213"/>
            <a:ext cx="1393300" cy="1349250"/>
          </a:xfrm>
          <a:prstGeom prst="rect">
            <a:avLst/>
          </a:prstGeom>
          <a:noFill/>
          <a:ln>
            <a:noFill/>
          </a:ln>
        </p:spPr>
      </p:pic>
      <p:pic>
        <p:nvPicPr>
          <p:cNvPr id="209" name="Google Shape;209;p42"/>
          <p:cNvPicPr preferRelativeResize="0"/>
          <p:nvPr/>
        </p:nvPicPr>
        <p:blipFill rotWithShape="1">
          <a:blip r:embed="rId3">
            <a:alphaModFix/>
          </a:blip>
          <a:srcRect b="0" l="0" r="0" t="0"/>
          <a:stretch/>
        </p:blipFill>
        <p:spPr>
          <a:xfrm rot="-5400000">
            <a:off x="-2150" y="3753987"/>
            <a:ext cx="1840875" cy="1700025"/>
          </a:xfrm>
          <a:prstGeom prst="rect">
            <a:avLst/>
          </a:prstGeom>
          <a:noFill/>
          <a:ln>
            <a:noFill/>
          </a:ln>
        </p:spPr>
      </p:pic>
      <p:pic>
        <p:nvPicPr>
          <p:cNvPr id="210" name="Google Shape;210;p42"/>
          <p:cNvPicPr preferRelativeResize="0"/>
          <p:nvPr/>
        </p:nvPicPr>
        <p:blipFill rotWithShape="1">
          <a:blip r:embed="rId4">
            <a:alphaModFix/>
          </a:blip>
          <a:srcRect b="0" l="0" r="0" t="0"/>
          <a:stretch/>
        </p:blipFill>
        <p:spPr>
          <a:xfrm rot="10800000">
            <a:off x="7557911" y="-473000"/>
            <a:ext cx="2372929" cy="1840875"/>
          </a:xfrm>
          <a:prstGeom prst="rect">
            <a:avLst/>
          </a:prstGeom>
          <a:noFill/>
          <a:ln>
            <a:noFill/>
          </a:ln>
        </p:spPr>
      </p:pic>
      <p:pic>
        <p:nvPicPr>
          <p:cNvPr id="211" name="Google Shape;211;p42"/>
          <p:cNvPicPr preferRelativeResize="0"/>
          <p:nvPr/>
        </p:nvPicPr>
        <p:blipFill rotWithShape="1">
          <a:blip r:embed="rId5">
            <a:alphaModFix/>
          </a:blip>
          <a:srcRect b="0" l="0" r="0" t="0"/>
          <a:stretch/>
        </p:blipFill>
        <p:spPr>
          <a:xfrm rot="7597377">
            <a:off x="6083001" y="-2198807"/>
            <a:ext cx="2386824" cy="4381382"/>
          </a:xfrm>
          <a:prstGeom prst="rect">
            <a:avLst/>
          </a:prstGeom>
          <a:noFill/>
          <a:ln>
            <a:noFill/>
          </a:ln>
        </p:spPr>
      </p:pic>
      <p:pic>
        <p:nvPicPr>
          <p:cNvPr id="212" name="Google Shape;212;p42"/>
          <p:cNvPicPr preferRelativeResize="0"/>
          <p:nvPr/>
        </p:nvPicPr>
        <p:blipFill rotWithShape="1">
          <a:blip r:embed="rId6">
            <a:alphaModFix/>
          </a:blip>
          <a:srcRect b="0" l="0" r="0" t="0"/>
          <a:stretch/>
        </p:blipFill>
        <p:spPr>
          <a:xfrm rot="10799990">
            <a:off x="-984822" y="704320"/>
            <a:ext cx="1774244" cy="4039660"/>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20">
    <p:spTree>
      <p:nvGrpSpPr>
        <p:cNvPr id="213" name="Shape 213"/>
        <p:cNvGrpSpPr/>
        <p:nvPr/>
      </p:nvGrpSpPr>
      <p:grpSpPr>
        <a:xfrm>
          <a:off x="0" y="0"/>
          <a:ext cx="0" cy="0"/>
          <a:chOff x="0" y="0"/>
          <a:chExt cx="0" cy="0"/>
        </a:xfrm>
      </p:grpSpPr>
      <p:sp>
        <p:nvSpPr>
          <p:cNvPr id="214" name="Google Shape;214;p43"/>
          <p:cNvSpPr txBox="1"/>
          <p:nvPr>
            <p:ph type="title"/>
          </p:nvPr>
        </p:nvSpPr>
        <p:spPr>
          <a:xfrm>
            <a:off x="988581" y="1246806"/>
            <a:ext cx="2169600" cy="449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None/>
              <a:defRPr sz="22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215" name="Google Shape;215;p43"/>
          <p:cNvSpPr txBox="1"/>
          <p:nvPr>
            <p:ph idx="1" type="subTitle"/>
          </p:nvPr>
        </p:nvSpPr>
        <p:spPr>
          <a:xfrm>
            <a:off x="988581" y="1603842"/>
            <a:ext cx="2169600" cy="885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600"/>
              <a:buNone/>
              <a:defRPr/>
            </a:lvl1pPr>
            <a:lvl2pPr lvl="1" algn="l">
              <a:lnSpc>
                <a:spcPct val="100000"/>
              </a:lnSpc>
              <a:spcBef>
                <a:spcPts val="0"/>
              </a:spcBef>
              <a:spcAft>
                <a:spcPts val="0"/>
              </a:spcAft>
              <a:buSzPts val="1600"/>
              <a:buNone/>
              <a:defRPr/>
            </a:lvl2pPr>
            <a:lvl3pPr lvl="2" algn="l">
              <a:lnSpc>
                <a:spcPct val="100000"/>
              </a:lnSpc>
              <a:spcBef>
                <a:spcPts val="0"/>
              </a:spcBef>
              <a:spcAft>
                <a:spcPts val="0"/>
              </a:spcAft>
              <a:buSzPts val="1600"/>
              <a:buNone/>
              <a:defRPr/>
            </a:lvl3pPr>
            <a:lvl4pPr lvl="3" algn="l">
              <a:lnSpc>
                <a:spcPct val="100000"/>
              </a:lnSpc>
              <a:spcBef>
                <a:spcPts val="0"/>
              </a:spcBef>
              <a:spcAft>
                <a:spcPts val="0"/>
              </a:spcAft>
              <a:buSzPts val="1600"/>
              <a:buNone/>
              <a:defRPr/>
            </a:lvl4pPr>
            <a:lvl5pPr lvl="4" algn="l">
              <a:lnSpc>
                <a:spcPct val="100000"/>
              </a:lnSpc>
              <a:spcBef>
                <a:spcPts val="0"/>
              </a:spcBef>
              <a:spcAft>
                <a:spcPts val="0"/>
              </a:spcAft>
              <a:buSzPts val="1600"/>
              <a:buNone/>
              <a:defRPr/>
            </a:lvl5pPr>
            <a:lvl6pPr lvl="5" algn="l">
              <a:lnSpc>
                <a:spcPct val="100000"/>
              </a:lnSpc>
              <a:spcBef>
                <a:spcPts val="0"/>
              </a:spcBef>
              <a:spcAft>
                <a:spcPts val="0"/>
              </a:spcAft>
              <a:buSzPts val="1600"/>
              <a:buNone/>
              <a:defRPr/>
            </a:lvl6pPr>
            <a:lvl7pPr lvl="6" algn="l">
              <a:lnSpc>
                <a:spcPct val="100000"/>
              </a:lnSpc>
              <a:spcBef>
                <a:spcPts val="0"/>
              </a:spcBef>
              <a:spcAft>
                <a:spcPts val="0"/>
              </a:spcAft>
              <a:buSzPts val="1600"/>
              <a:buNone/>
              <a:defRPr/>
            </a:lvl7pPr>
            <a:lvl8pPr lvl="7" algn="l">
              <a:lnSpc>
                <a:spcPct val="100000"/>
              </a:lnSpc>
              <a:spcBef>
                <a:spcPts val="0"/>
              </a:spcBef>
              <a:spcAft>
                <a:spcPts val="0"/>
              </a:spcAft>
              <a:buSzPts val="1600"/>
              <a:buNone/>
              <a:defRPr/>
            </a:lvl8pPr>
            <a:lvl9pPr lvl="8" algn="l">
              <a:lnSpc>
                <a:spcPct val="100000"/>
              </a:lnSpc>
              <a:spcBef>
                <a:spcPts val="0"/>
              </a:spcBef>
              <a:spcAft>
                <a:spcPts val="0"/>
              </a:spcAft>
              <a:buSzPts val="1600"/>
              <a:buNone/>
              <a:defRPr/>
            </a:lvl9pPr>
          </a:lstStyle>
          <a:p/>
        </p:txBody>
      </p:sp>
      <p:sp>
        <p:nvSpPr>
          <p:cNvPr id="216" name="Google Shape;216;p43"/>
          <p:cNvSpPr txBox="1"/>
          <p:nvPr>
            <p:ph idx="2" type="title"/>
          </p:nvPr>
        </p:nvSpPr>
        <p:spPr>
          <a:xfrm>
            <a:off x="713225" y="539500"/>
            <a:ext cx="77175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a:lvl2pPr>
            <a:lvl3pPr lvl="2" algn="ctr">
              <a:lnSpc>
                <a:spcPct val="100000"/>
              </a:lnSpc>
              <a:spcBef>
                <a:spcPts val="0"/>
              </a:spcBef>
              <a:spcAft>
                <a:spcPts val="0"/>
              </a:spcAft>
              <a:buSzPts val="2800"/>
              <a:buNone/>
              <a:defRPr/>
            </a:lvl3pPr>
            <a:lvl4pPr lvl="3" algn="ctr">
              <a:lnSpc>
                <a:spcPct val="100000"/>
              </a:lnSpc>
              <a:spcBef>
                <a:spcPts val="0"/>
              </a:spcBef>
              <a:spcAft>
                <a:spcPts val="0"/>
              </a:spcAft>
              <a:buSzPts val="2800"/>
              <a:buNone/>
              <a:defRPr/>
            </a:lvl4pPr>
            <a:lvl5pPr lvl="4" algn="ctr">
              <a:lnSpc>
                <a:spcPct val="100000"/>
              </a:lnSpc>
              <a:spcBef>
                <a:spcPts val="0"/>
              </a:spcBef>
              <a:spcAft>
                <a:spcPts val="0"/>
              </a:spcAft>
              <a:buSzPts val="2800"/>
              <a:buNone/>
              <a:defRPr/>
            </a:lvl5pPr>
            <a:lvl6pPr lvl="5" algn="ctr">
              <a:lnSpc>
                <a:spcPct val="100000"/>
              </a:lnSpc>
              <a:spcBef>
                <a:spcPts val="0"/>
              </a:spcBef>
              <a:spcAft>
                <a:spcPts val="0"/>
              </a:spcAft>
              <a:buSzPts val="2800"/>
              <a:buNone/>
              <a:defRPr/>
            </a:lvl6pPr>
            <a:lvl7pPr lvl="6" algn="ctr">
              <a:lnSpc>
                <a:spcPct val="100000"/>
              </a:lnSpc>
              <a:spcBef>
                <a:spcPts val="0"/>
              </a:spcBef>
              <a:spcAft>
                <a:spcPts val="0"/>
              </a:spcAft>
              <a:buSzPts val="2800"/>
              <a:buNone/>
              <a:defRPr/>
            </a:lvl7pPr>
            <a:lvl8pPr lvl="7" algn="ctr">
              <a:lnSpc>
                <a:spcPct val="100000"/>
              </a:lnSpc>
              <a:spcBef>
                <a:spcPts val="0"/>
              </a:spcBef>
              <a:spcAft>
                <a:spcPts val="0"/>
              </a:spcAft>
              <a:buSzPts val="2800"/>
              <a:buNone/>
              <a:defRPr/>
            </a:lvl8pPr>
            <a:lvl9pPr lvl="8" algn="ctr">
              <a:lnSpc>
                <a:spcPct val="100000"/>
              </a:lnSpc>
              <a:spcBef>
                <a:spcPts val="0"/>
              </a:spcBef>
              <a:spcAft>
                <a:spcPts val="0"/>
              </a:spcAft>
              <a:buSzPts val="2800"/>
              <a:buNone/>
              <a:defRPr/>
            </a:lvl9pPr>
          </a:lstStyle>
          <a:p/>
        </p:txBody>
      </p:sp>
      <p:sp>
        <p:nvSpPr>
          <p:cNvPr id="217" name="Google Shape;217;p43"/>
          <p:cNvSpPr txBox="1"/>
          <p:nvPr>
            <p:ph idx="3" type="title"/>
          </p:nvPr>
        </p:nvSpPr>
        <p:spPr>
          <a:xfrm>
            <a:off x="988581" y="3123387"/>
            <a:ext cx="2169600" cy="449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None/>
              <a:defRPr sz="22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218" name="Google Shape;218;p43"/>
          <p:cNvSpPr txBox="1"/>
          <p:nvPr>
            <p:ph idx="4" type="subTitle"/>
          </p:nvPr>
        </p:nvSpPr>
        <p:spPr>
          <a:xfrm>
            <a:off x="988581" y="3480422"/>
            <a:ext cx="2169600" cy="885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600"/>
              <a:buNone/>
              <a:defRPr/>
            </a:lvl1pPr>
            <a:lvl2pPr lvl="1" algn="l">
              <a:lnSpc>
                <a:spcPct val="100000"/>
              </a:lnSpc>
              <a:spcBef>
                <a:spcPts val="0"/>
              </a:spcBef>
              <a:spcAft>
                <a:spcPts val="0"/>
              </a:spcAft>
              <a:buSzPts val="1600"/>
              <a:buNone/>
              <a:defRPr/>
            </a:lvl2pPr>
            <a:lvl3pPr lvl="2" algn="l">
              <a:lnSpc>
                <a:spcPct val="100000"/>
              </a:lnSpc>
              <a:spcBef>
                <a:spcPts val="0"/>
              </a:spcBef>
              <a:spcAft>
                <a:spcPts val="0"/>
              </a:spcAft>
              <a:buSzPts val="1600"/>
              <a:buNone/>
              <a:defRPr/>
            </a:lvl3pPr>
            <a:lvl4pPr lvl="3" algn="l">
              <a:lnSpc>
                <a:spcPct val="100000"/>
              </a:lnSpc>
              <a:spcBef>
                <a:spcPts val="0"/>
              </a:spcBef>
              <a:spcAft>
                <a:spcPts val="0"/>
              </a:spcAft>
              <a:buSzPts val="1600"/>
              <a:buNone/>
              <a:defRPr/>
            </a:lvl4pPr>
            <a:lvl5pPr lvl="4" algn="l">
              <a:lnSpc>
                <a:spcPct val="100000"/>
              </a:lnSpc>
              <a:spcBef>
                <a:spcPts val="0"/>
              </a:spcBef>
              <a:spcAft>
                <a:spcPts val="0"/>
              </a:spcAft>
              <a:buSzPts val="1600"/>
              <a:buNone/>
              <a:defRPr/>
            </a:lvl5pPr>
            <a:lvl6pPr lvl="5" algn="l">
              <a:lnSpc>
                <a:spcPct val="100000"/>
              </a:lnSpc>
              <a:spcBef>
                <a:spcPts val="0"/>
              </a:spcBef>
              <a:spcAft>
                <a:spcPts val="0"/>
              </a:spcAft>
              <a:buSzPts val="1600"/>
              <a:buNone/>
              <a:defRPr/>
            </a:lvl6pPr>
            <a:lvl7pPr lvl="6" algn="l">
              <a:lnSpc>
                <a:spcPct val="100000"/>
              </a:lnSpc>
              <a:spcBef>
                <a:spcPts val="0"/>
              </a:spcBef>
              <a:spcAft>
                <a:spcPts val="0"/>
              </a:spcAft>
              <a:buSzPts val="1600"/>
              <a:buNone/>
              <a:defRPr/>
            </a:lvl7pPr>
            <a:lvl8pPr lvl="7" algn="l">
              <a:lnSpc>
                <a:spcPct val="100000"/>
              </a:lnSpc>
              <a:spcBef>
                <a:spcPts val="0"/>
              </a:spcBef>
              <a:spcAft>
                <a:spcPts val="0"/>
              </a:spcAft>
              <a:buSzPts val="1600"/>
              <a:buNone/>
              <a:defRPr/>
            </a:lvl8pPr>
            <a:lvl9pPr lvl="8" algn="l">
              <a:lnSpc>
                <a:spcPct val="100000"/>
              </a:lnSpc>
              <a:spcBef>
                <a:spcPts val="0"/>
              </a:spcBef>
              <a:spcAft>
                <a:spcPts val="0"/>
              </a:spcAft>
              <a:buSzPts val="1600"/>
              <a:buNone/>
              <a:defRPr/>
            </a:lvl9pPr>
          </a:lstStyle>
          <a:p/>
        </p:txBody>
      </p:sp>
      <p:sp>
        <p:nvSpPr>
          <p:cNvPr id="219" name="Google Shape;219;p43"/>
          <p:cNvSpPr txBox="1"/>
          <p:nvPr>
            <p:ph idx="5" type="title"/>
          </p:nvPr>
        </p:nvSpPr>
        <p:spPr>
          <a:xfrm>
            <a:off x="3372606" y="1246819"/>
            <a:ext cx="2169600" cy="449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None/>
              <a:defRPr sz="22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220" name="Google Shape;220;p43"/>
          <p:cNvSpPr txBox="1"/>
          <p:nvPr>
            <p:ph idx="6" type="subTitle"/>
          </p:nvPr>
        </p:nvSpPr>
        <p:spPr>
          <a:xfrm>
            <a:off x="3372606" y="1603854"/>
            <a:ext cx="2169600" cy="885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600"/>
              <a:buNone/>
              <a:defRPr/>
            </a:lvl1pPr>
            <a:lvl2pPr lvl="1" algn="l">
              <a:lnSpc>
                <a:spcPct val="100000"/>
              </a:lnSpc>
              <a:spcBef>
                <a:spcPts val="0"/>
              </a:spcBef>
              <a:spcAft>
                <a:spcPts val="0"/>
              </a:spcAft>
              <a:buSzPts val="1600"/>
              <a:buNone/>
              <a:defRPr/>
            </a:lvl2pPr>
            <a:lvl3pPr lvl="2" algn="l">
              <a:lnSpc>
                <a:spcPct val="100000"/>
              </a:lnSpc>
              <a:spcBef>
                <a:spcPts val="0"/>
              </a:spcBef>
              <a:spcAft>
                <a:spcPts val="0"/>
              </a:spcAft>
              <a:buSzPts val="1600"/>
              <a:buNone/>
              <a:defRPr/>
            </a:lvl3pPr>
            <a:lvl4pPr lvl="3" algn="l">
              <a:lnSpc>
                <a:spcPct val="100000"/>
              </a:lnSpc>
              <a:spcBef>
                <a:spcPts val="0"/>
              </a:spcBef>
              <a:spcAft>
                <a:spcPts val="0"/>
              </a:spcAft>
              <a:buSzPts val="1600"/>
              <a:buNone/>
              <a:defRPr/>
            </a:lvl4pPr>
            <a:lvl5pPr lvl="4" algn="l">
              <a:lnSpc>
                <a:spcPct val="100000"/>
              </a:lnSpc>
              <a:spcBef>
                <a:spcPts val="0"/>
              </a:spcBef>
              <a:spcAft>
                <a:spcPts val="0"/>
              </a:spcAft>
              <a:buSzPts val="1600"/>
              <a:buNone/>
              <a:defRPr/>
            </a:lvl5pPr>
            <a:lvl6pPr lvl="5" algn="l">
              <a:lnSpc>
                <a:spcPct val="100000"/>
              </a:lnSpc>
              <a:spcBef>
                <a:spcPts val="0"/>
              </a:spcBef>
              <a:spcAft>
                <a:spcPts val="0"/>
              </a:spcAft>
              <a:buSzPts val="1600"/>
              <a:buNone/>
              <a:defRPr/>
            </a:lvl6pPr>
            <a:lvl7pPr lvl="6" algn="l">
              <a:lnSpc>
                <a:spcPct val="100000"/>
              </a:lnSpc>
              <a:spcBef>
                <a:spcPts val="0"/>
              </a:spcBef>
              <a:spcAft>
                <a:spcPts val="0"/>
              </a:spcAft>
              <a:buSzPts val="1600"/>
              <a:buNone/>
              <a:defRPr/>
            </a:lvl7pPr>
            <a:lvl8pPr lvl="7" algn="l">
              <a:lnSpc>
                <a:spcPct val="100000"/>
              </a:lnSpc>
              <a:spcBef>
                <a:spcPts val="0"/>
              </a:spcBef>
              <a:spcAft>
                <a:spcPts val="0"/>
              </a:spcAft>
              <a:buSzPts val="1600"/>
              <a:buNone/>
              <a:defRPr/>
            </a:lvl8pPr>
            <a:lvl9pPr lvl="8" algn="l">
              <a:lnSpc>
                <a:spcPct val="100000"/>
              </a:lnSpc>
              <a:spcBef>
                <a:spcPts val="0"/>
              </a:spcBef>
              <a:spcAft>
                <a:spcPts val="0"/>
              </a:spcAft>
              <a:buSzPts val="1600"/>
              <a:buNone/>
              <a:defRPr/>
            </a:lvl9pPr>
          </a:lstStyle>
          <a:p/>
        </p:txBody>
      </p:sp>
      <p:pic>
        <p:nvPicPr>
          <p:cNvPr id="221" name="Google Shape;221;p43"/>
          <p:cNvPicPr preferRelativeResize="0"/>
          <p:nvPr/>
        </p:nvPicPr>
        <p:blipFill rotWithShape="1">
          <a:blip r:embed="rId2">
            <a:alphaModFix/>
          </a:blip>
          <a:srcRect b="0" l="0" r="0" t="0"/>
          <a:stretch/>
        </p:blipFill>
        <p:spPr>
          <a:xfrm rot="3546976">
            <a:off x="-485442" y="-1198569"/>
            <a:ext cx="1796434" cy="4090188"/>
          </a:xfrm>
          <a:prstGeom prst="rect">
            <a:avLst/>
          </a:prstGeom>
          <a:noFill/>
          <a:ln>
            <a:noFill/>
          </a:ln>
        </p:spPr>
      </p:pic>
      <p:pic>
        <p:nvPicPr>
          <p:cNvPr id="222" name="Google Shape;222;p43"/>
          <p:cNvPicPr preferRelativeResize="0"/>
          <p:nvPr/>
        </p:nvPicPr>
        <p:blipFill rotWithShape="1">
          <a:blip r:embed="rId3">
            <a:alphaModFix/>
          </a:blip>
          <a:srcRect b="0" l="0" r="0" t="0"/>
          <a:stretch/>
        </p:blipFill>
        <p:spPr>
          <a:xfrm flipH="1" rot="10800000">
            <a:off x="7789500" y="-310000"/>
            <a:ext cx="1572000" cy="2036650"/>
          </a:xfrm>
          <a:prstGeom prst="rect">
            <a:avLst/>
          </a:prstGeom>
          <a:noFill/>
          <a:ln>
            <a:noFill/>
          </a:ln>
        </p:spPr>
      </p:pic>
      <p:sp>
        <p:nvSpPr>
          <p:cNvPr id="223" name="Google Shape;223;p43"/>
          <p:cNvSpPr txBox="1"/>
          <p:nvPr>
            <p:ph idx="7" type="title"/>
          </p:nvPr>
        </p:nvSpPr>
        <p:spPr>
          <a:xfrm>
            <a:off x="3373394" y="3139512"/>
            <a:ext cx="2169600" cy="449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None/>
              <a:defRPr sz="22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224" name="Google Shape;224;p43"/>
          <p:cNvSpPr txBox="1"/>
          <p:nvPr>
            <p:ph idx="8" type="subTitle"/>
          </p:nvPr>
        </p:nvSpPr>
        <p:spPr>
          <a:xfrm>
            <a:off x="3373394" y="3496547"/>
            <a:ext cx="2169600" cy="885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600"/>
              <a:buNone/>
              <a:defRPr/>
            </a:lvl1pPr>
            <a:lvl2pPr lvl="1" algn="l">
              <a:lnSpc>
                <a:spcPct val="100000"/>
              </a:lnSpc>
              <a:spcBef>
                <a:spcPts val="0"/>
              </a:spcBef>
              <a:spcAft>
                <a:spcPts val="0"/>
              </a:spcAft>
              <a:buSzPts val="1600"/>
              <a:buNone/>
              <a:defRPr/>
            </a:lvl2pPr>
            <a:lvl3pPr lvl="2" algn="l">
              <a:lnSpc>
                <a:spcPct val="100000"/>
              </a:lnSpc>
              <a:spcBef>
                <a:spcPts val="0"/>
              </a:spcBef>
              <a:spcAft>
                <a:spcPts val="0"/>
              </a:spcAft>
              <a:buSzPts val="1600"/>
              <a:buNone/>
              <a:defRPr/>
            </a:lvl3pPr>
            <a:lvl4pPr lvl="3" algn="l">
              <a:lnSpc>
                <a:spcPct val="100000"/>
              </a:lnSpc>
              <a:spcBef>
                <a:spcPts val="0"/>
              </a:spcBef>
              <a:spcAft>
                <a:spcPts val="0"/>
              </a:spcAft>
              <a:buSzPts val="1600"/>
              <a:buNone/>
              <a:defRPr/>
            </a:lvl4pPr>
            <a:lvl5pPr lvl="4" algn="l">
              <a:lnSpc>
                <a:spcPct val="100000"/>
              </a:lnSpc>
              <a:spcBef>
                <a:spcPts val="0"/>
              </a:spcBef>
              <a:spcAft>
                <a:spcPts val="0"/>
              </a:spcAft>
              <a:buSzPts val="1600"/>
              <a:buNone/>
              <a:defRPr/>
            </a:lvl5pPr>
            <a:lvl6pPr lvl="5" algn="l">
              <a:lnSpc>
                <a:spcPct val="100000"/>
              </a:lnSpc>
              <a:spcBef>
                <a:spcPts val="0"/>
              </a:spcBef>
              <a:spcAft>
                <a:spcPts val="0"/>
              </a:spcAft>
              <a:buSzPts val="1600"/>
              <a:buNone/>
              <a:defRPr/>
            </a:lvl6pPr>
            <a:lvl7pPr lvl="6" algn="l">
              <a:lnSpc>
                <a:spcPct val="100000"/>
              </a:lnSpc>
              <a:spcBef>
                <a:spcPts val="0"/>
              </a:spcBef>
              <a:spcAft>
                <a:spcPts val="0"/>
              </a:spcAft>
              <a:buSzPts val="1600"/>
              <a:buNone/>
              <a:defRPr/>
            </a:lvl7pPr>
            <a:lvl8pPr lvl="7" algn="l">
              <a:lnSpc>
                <a:spcPct val="100000"/>
              </a:lnSpc>
              <a:spcBef>
                <a:spcPts val="0"/>
              </a:spcBef>
              <a:spcAft>
                <a:spcPts val="0"/>
              </a:spcAft>
              <a:buSzPts val="1600"/>
              <a:buNone/>
              <a:defRPr/>
            </a:lvl8pPr>
            <a:lvl9pPr lvl="8" algn="l">
              <a:lnSpc>
                <a:spcPct val="100000"/>
              </a:lnSpc>
              <a:spcBef>
                <a:spcPts val="0"/>
              </a:spcBef>
              <a:spcAft>
                <a:spcPts val="0"/>
              </a:spcAft>
              <a:buSzPts val="1600"/>
              <a:buNone/>
              <a:defRPr/>
            </a:lvl9pPr>
          </a:lstStyle>
          <a:p/>
        </p:txBody>
      </p:sp>
      <p:pic>
        <p:nvPicPr>
          <p:cNvPr id="225" name="Google Shape;225;p43"/>
          <p:cNvPicPr preferRelativeResize="0"/>
          <p:nvPr/>
        </p:nvPicPr>
        <p:blipFill rotWithShape="1">
          <a:blip r:embed="rId4">
            <a:alphaModFix/>
          </a:blip>
          <a:srcRect b="0" l="0" r="0" t="0"/>
          <a:stretch/>
        </p:blipFill>
        <p:spPr>
          <a:xfrm rot="-6180706">
            <a:off x="5385563" y="2105288"/>
            <a:ext cx="2059525" cy="4995800"/>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29">
    <p:spTree>
      <p:nvGrpSpPr>
        <p:cNvPr id="226" name="Shape 226"/>
        <p:cNvGrpSpPr/>
        <p:nvPr/>
      </p:nvGrpSpPr>
      <p:grpSpPr>
        <a:xfrm>
          <a:off x="0" y="0"/>
          <a:ext cx="0" cy="0"/>
          <a:chOff x="0" y="0"/>
          <a:chExt cx="0" cy="0"/>
        </a:xfrm>
      </p:grpSpPr>
      <p:sp>
        <p:nvSpPr>
          <p:cNvPr id="227" name="Google Shape;227;p44"/>
          <p:cNvSpPr txBox="1"/>
          <p:nvPr>
            <p:ph idx="1" type="subTitle"/>
          </p:nvPr>
        </p:nvSpPr>
        <p:spPr>
          <a:xfrm>
            <a:off x="4029375" y="1998708"/>
            <a:ext cx="4061700" cy="1935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600"/>
              <a:buChar char="●"/>
              <a:defRPr/>
            </a:lvl1pPr>
            <a:lvl2pPr lvl="1" algn="l">
              <a:lnSpc>
                <a:spcPct val="100000"/>
              </a:lnSpc>
              <a:spcBef>
                <a:spcPts val="0"/>
              </a:spcBef>
              <a:spcAft>
                <a:spcPts val="0"/>
              </a:spcAft>
              <a:buSzPts val="1600"/>
              <a:buChar char="○"/>
              <a:defRPr/>
            </a:lvl2pPr>
            <a:lvl3pPr lvl="2" algn="l">
              <a:lnSpc>
                <a:spcPct val="100000"/>
              </a:lnSpc>
              <a:spcBef>
                <a:spcPts val="0"/>
              </a:spcBef>
              <a:spcAft>
                <a:spcPts val="0"/>
              </a:spcAft>
              <a:buSzPts val="1600"/>
              <a:buChar char="■"/>
              <a:defRPr/>
            </a:lvl3pPr>
            <a:lvl4pPr lvl="3" algn="l">
              <a:lnSpc>
                <a:spcPct val="100000"/>
              </a:lnSpc>
              <a:spcBef>
                <a:spcPts val="0"/>
              </a:spcBef>
              <a:spcAft>
                <a:spcPts val="0"/>
              </a:spcAft>
              <a:buSzPts val="1600"/>
              <a:buChar char="●"/>
              <a:defRPr/>
            </a:lvl4pPr>
            <a:lvl5pPr lvl="4" algn="l">
              <a:lnSpc>
                <a:spcPct val="100000"/>
              </a:lnSpc>
              <a:spcBef>
                <a:spcPts val="0"/>
              </a:spcBef>
              <a:spcAft>
                <a:spcPts val="0"/>
              </a:spcAft>
              <a:buSzPts val="1600"/>
              <a:buChar char="○"/>
              <a:defRPr/>
            </a:lvl5pPr>
            <a:lvl6pPr lvl="5" algn="l">
              <a:lnSpc>
                <a:spcPct val="100000"/>
              </a:lnSpc>
              <a:spcBef>
                <a:spcPts val="0"/>
              </a:spcBef>
              <a:spcAft>
                <a:spcPts val="0"/>
              </a:spcAft>
              <a:buSzPts val="1600"/>
              <a:buChar char="■"/>
              <a:defRPr/>
            </a:lvl6pPr>
            <a:lvl7pPr lvl="6" algn="l">
              <a:lnSpc>
                <a:spcPct val="100000"/>
              </a:lnSpc>
              <a:spcBef>
                <a:spcPts val="0"/>
              </a:spcBef>
              <a:spcAft>
                <a:spcPts val="0"/>
              </a:spcAft>
              <a:buSzPts val="1600"/>
              <a:buChar char="●"/>
              <a:defRPr/>
            </a:lvl7pPr>
            <a:lvl8pPr lvl="7" algn="l">
              <a:lnSpc>
                <a:spcPct val="100000"/>
              </a:lnSpc>
              <a:spcBef>
                <a:spcPts val="0"/>
              </a:spcBef>
              <a:spcAft>
                <a:spcPts val="0"/>
              </a:spcAft>
              <a:buSzPts val="1600"/>
              <a:buChar char="○"/>
              <a:defRPr/>
            </a:lvl8pPr>
            <a:lvl9pPr lvl="8" algn="l">
              <a:lnSpc>
                <a:spcPct val="100000"/>
              </a:lnSpc>
              <a:spcBef>
                <a:spcPts val="0"/>
              </a:spcBef>
              <a:spcAft>
                <a:spcPts val="0"/>
              </a:spcAft>
              <a:buSzPts val="1600"/>
              <a:buChar char="■"/>
              <a:defRPr/>
            </a:lvl9pPr>
          </a:lstStyle>
          <a:p/>
        </p:txBody>
      </p:sp>
      <p:sp>
        <p:nvSpPr>
          <p:cNvPr id="228" name="Google Shape;228;p44"/>
          <p:cNvSpPr txBox="1"/>
          <p:nvPr>
            <p:ph type="title"/>
          </p:nvPr>
        </p:nvSpPr>
        <p:spPr>
          <a:xfrm>
            <a:off x="713225" y="539500"/>
            <a:ext cx="77175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a:lvl2pPr>
            <a:lvl3pPr lvl="2" algn="ctr">
              <a:lnSpc>
                <a:spcPct val="100000"/>
              </a:lnSpc>
              <a:spcBef>
                <a:spcPts val="0"/>
              </a:spcBef>
              <a:spcAft>
                <a:spcPts val="0"/>
              </a:spcAft>
              <a:buSzPts val="2800"/>
              <a:buNone/>
              <a:defRPr/>
            </a:lvl3pPr>
            <a:lvl4pPr lvl="3" algn="ctr">
              <a:lnSpc>
                <a:spcPct val="100000"/>
              </a:lnSpc>
              <a:spcBef>
                <a:spcPts val="0"/>
              </a:spcBef>
              <a:spcAft>
                <a:spcPts val="0"/>
              </a:spcAft>
              <a:buSzPts val="2800"/>
              <a:buNone/>
              <a:defRPr/>
            </a:lvl4pPr>
            <a:lvl5pPr lvl="4" algn="ctr">
              <a:lnSpc>
                <a:spcPct val="100000"/>
              </a:lnSpc>
              <a:spcBef>
                <a:spcPts val="0"/>
              </a:spcBef>
              <a:spcAft>
                <a:spcPts val="0"/>
              </a:spcAft>
              <a:buSzPts val="2800"/>
              <a:buNone/>
              <a:defRPr/>
            </a:lvl5pPr>
            <a:lvl6pPr lvl="5" algn="ctr">
              <a:lnSpc>
                <a:spcPct val="100000"/>
              </a:lnSpc>
              <a:spcBef>
                <a:spcPts val="0"/>
              </a:spcBef>
              <a:spcAft>
                <a:spcPts val="0"/>
              </a:spcAft>
              <a:buSzPts val="2800"/>
              <a:buNone/>
              <a:defRPr/>
            </a:lvl6pPr>
            <a:lvl7pPr lvl="6" algn="ctr">
              <a:lnSpc>
                <a:spcPct val="100000"/>
              </a:lnSpc>
              <a:spcBef>
                <a:spcPts val="0"/>
              </a:spcBef>
              <a:spcAft>
                <a:spcPts val="0"/>
              </a:spcAft>
              <a:buSzPts val="2800"/>
              <a:buNone/>
              <a:defRPr/>
            </a:lvl7pPr>
            <a:lvl8pPr lvl="7" algn="ctr">
              <a:lnSpc>
                <a:spcPct val="100000"/>
              </a:lnSpc>
              <a:spcBef>
                <a:spcPts val="0"/>
              </a:spcBef>
              <a:spcAft>
                <a:spcPts val="0"/>
              </a:spcAft>
              <a:buSzPts val="2800"/>
              <a:buNone/>
              <a:defRPr/>
            </a:lvl8pPr>
            <a:lvl9pPr lvl="8" algn="ctr">
              <a:lnSpc>
                <a:spcPct val="100000"/>
              </a:lnSpc>
              <a:spcBef>
                <a:spcPts val="0"/>
              </a:spcBef>
              <a:spcAft>
                <a:spcPts val="0"/>
              </a:spcAft>
              <a:buSzPts val="2800"/>
              <a:buNone/>
              <a:defRPr/>
            </a:lvl9pPr>
          </a:lstStyle>
          <a:p/>
        </p:txBody>
      </p:sp>
      <p:pic>
        <p:nvPicPr>
          <p:cNvPr id="229" name="Google Shape;229;p44"/>
          <p:cNvPicPr preferRelativeResize="0"/>
          <p:nvPr/>
        </p:nvPicPr>
        <p:blipFill rotWithShape="1">
          <a:blip r:embed="rId2">
            <a:alphaModFix/>
          </a:blip>
          <a:srcRect b="0" l="0" r="0" t="0"/>
          <a:stretch/>
        </p:blipFill>
        <p:spPr>
          <a:xfrm flipH="1" rot="-3546976">
            <a:off x="7847308" y="-893769"/>
            <a:ext cx="1796434" cy="4090188"/>
          </a:xfrm>
          <a:prstGeom prst="rect">
            <a:avLst/>
          </a:prstGeom>
          <a:noFill/>
          <a:ln>
            <a:noFill/>
          </a:ln>
        </p:spPr>
      </p:pic>
      <p:pic>
        <p:nvPicPr>
          <p:cNvPr id="230" name="Google Shape;230;p44"/>
          <p:cNvPicPr preferRelativeResize="0"/>
          <p:nvPr/>
        </p:nvPicPr>
        <p:blipFill rotWithShape="1">
          <a:blip r:embed="rId3">
            <a:alphaModFix/>
          </a:blip>
          <a:srcRect b="0" l="0" r="0" t="0"/>
          <a:stretch/>
        </p:blipFill>
        <p:spPr>
          <a:xfrm rot="10800000">
            <a:off x="-203200" y="-310000"/>
            <a:ext cx="1572000" cy="2036650"/>
          </a:xfrm>
          <a:prstGeom prst="rect">
            <a:avLst/>
          </a:prstGeom>
          <a:noFill/>
          <a:ln>
            <a:noFill/>
          </a:ln>
        </p:spPr>
      </p:pic>
      <p:pic>
        <p:nvPicPr>
          <p:cNvPr id="231" name="Google Shape;231;p44"/>
          <p:cNvPicPr preferRelativeResize="0"/>
          <p:nvPr/>
        </p:nvPicPr>
        <p:blipFill rotWithShape="1">
          <a:blip r:embed="rId4">
            <a:alphaModFix/>
          </a:blip>
          <a:srcRect b="0" l="0" r="0" t="0"/>
          <a:stretch/>
        </p:blipFill>
        <p:spPr>
          <a:xfrm rot="-5400000">
            <a:off x="5650100" y="3034450"/>
            <a:ext cx="1724400" cy="4182900"/>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3">
  <p:cSld name="CUSTOM_28">
    <p:spTree>
      <p:nvGrpSpPr>
        <p:cNvPr id="232" name="Shape 232"/>
        <p:cNvGrpSpPr/>
        <p:nvPr/>
      </p:nvGrpSpPr>
      <p:grpSpPr>
        <a:xfrm>
          <a:off x="0" y="0"/>
          <a:ext cx="0" cy="0"/>
          <a:chOff x="0" y="0"/>
          <a:chExt cx="0" cy="0"/>
        </a:xfrm>
      </p:grpSpPr>
      <p:sp>
        <p:nvSpPr>
          <p:cNvPr id="233" name="Google Shape;233;p45"/>
          <p:cNvSpPr txBox="1"/>
          <p:nvPr>
            <p:ph type="title"/>
          </p:nvPr>
        </p:nvSpPr>
        <p:spPr>
          <a:xfrm>
            <a:off x="2198350" y="2233731"/>
            <a:ext cx="2169600" cy="449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400"/>
              <a:buNone/>
              <a:defRPr sz="22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234" name="Google Shape;234;p45"/>
          <p:cNvSpPr txBox="1"/>
          <p:nvPr>
            <p:ph idx="1" type="subTitle"/>
          </p:nvPr>
        </p:nvSpPr>
        <p:spPr>
          <a:xfrm>
            <a:off x="2198350" y="2590767"/>
            <a:ext cx="2169600" cy="8853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a:lvl1pPr>
            <a:lvl2pPr lvl="1" algn="l">
              <a:lnSpc>
                <a:spcPct val="100000"/>
              </a:lnSpc>
              <a:spcBef>
                <a:spcPts val="0"/>
              </a:spcBef>
              <a:spcAft>
                <a:spcPts val="0"/>
              </a:spcAft>
              <a:buSzPts val="1600"/>
              <a:buNone/>
              <a:defRPr/>
            </a:lvl2pPr>
            <a:lvl3pPr lvl="2" algn="l">
              <a:lnSpc>
                <a:spcPct val="100000"/>
              </a:lnSpc>
              <a:spcBef>
                <a:spcPts val="0"/>
              </a:spcBef>
              <a:spcAft>
                <a:spcPts val="0"/>
              </a:spcAft>
              <a:buSzPts val="1600"/>
              <a:buNone/>
              <a:defRPr/>
            </a:lvl3pPr>
            <a:lvl4pPr lvl="3" algn="l">
              <a:lnSpc>
                <a:spcPct val="100000"/>
              </a:lnSpc>
              <a:spcBef>
                <a:spcPts val="0"/>
              </a:spcBef>
              <a:spcAft>
                <a:spcPts val="0"/>
              </a:spcAft>
              <a:buSzPts val="1600"/>
              <a:buNone/>
              <a:defRPr/>
            </a:lvl4pPr>
            <a:lvl5pPr lvl="4" algn="l">
              <a:lnSpc>
                <a:spcPct val="100000"/>
              </a:lnSpc>
              <a:spcBef>
                <a:spcPts val="0"/>
              </a:spcBef>
              <a:spcAft>
                <a:spcPts val="0"/>
              </a:spcAft>
              <a:buSzPts val="1600"/>
              <a:buNone/>
              <a:defRPr/>
            </a:lvl5pPr>
            <a:lvl6pPr lvl="5" algn="l">
              <a:lnSpc>
                <a:spcPct val="100000"/>
              </a:lnSpc>
              <a:spcBef>
                <a:spcPts val="0"/>
              </a:spcBef>
              <a:spcAft>
                <a:spcPts val="0"/>
              </a:spcAft>
              <a:buSzPts val="1600"/>
              <a:buNone/>
              <a:defRPr/>
            </a:lvl6pPr>
            <a:lvl7pPr lvl="6" algn="l">
              <a:lnSpc>
                <a:spcPct val="100000"/>
              </a:lnSpc>
              <a:spcBef>
                <a:spcPts val="0"/>
              </a:spcBef>
              <a:spcAft>
                <a:spcPts val="0"/>
              </a:spcAft>
              <a:buSzPts val="1600"/>
              <a:buNone/>
              <a:defRPr/>
            </a:lvl7pPr>
            <a:lvl8pPr lvl="7" algn="l">
              <a:lnSpc>
                <a:spcPct val="100000"/>
              </a:lnSpc>
              <a:spcBef>
                <a:spcPts val="0"/>
              </a:spcBef>
              <a:spcAft>
                <a:spcPts val="0"/>
              </a:spcAft>
              <a:buSzPts val="1600"/>
              <a:buNone/>
              <a:defRPr/>
            </a:lvl8pPr>
            <a:lvl9pPr lvl="8" algn="l">
              <a:lnSpc>
                <a:spcPct val="100000"/>
              </a:lnSpc>
              <a:spcBef>
                <a:spcPts val="0"/>
              </a:spcBef>
              <a:spcAft>
                <a:spcPts val="0"/>
              </a:spcAft>
              <a:buSzPts val="1600"/>
              <a:buNone/>
              <a:defRPr/>
            </a:lvl9pPr>
          </a:lstStyle>
          <a:p/>
        </p:txBody>
      </p:sp>
      <p:sp>
        <p:nvSpPr>
          <p:cNvPr id="235" name="Google Shape;235;p45"/>
          <p:cNvSpPr txBox="1"/>
          <p:nvPr>
            <p:ph idx="2" type="title"/>
          </p:nvPr>
        </p:nvSpPr>
        <p:spPr>
          <a:xfrm>
            <a:off x="713225" y="539500"/>
            <a:ext cx="77175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a:lvl2pPr>
            <a:lvl3pPr lvl="2" algn="ctr">
              <a:lnSpc>
                <a:spcPct val="100000"/>
              </a:lnSpc>
              <a:spcBef>
                <a:spcPts val="0"/>
              </a:spcBef>
              <a:spcAft>
                <a:spcPts val="0"/>
              </a:spcAft>
              <a:buSzPts val="2800"/>
              <a:buNone/>
              <a:defRPr/>
            </a:lvl3pPr>
            <a:lvl4pPr lvl="3" algn="ctr">
              <a:lnSpc>
                <a:spcPct val="100000"/>
              </a:lnSpc>
              <a:spcBef>
                <a:spcPts val="0"/>
              </a:spcBef>
              <a:spcAft>
                <a:spcPts val="0"/>
              </a:spcAft>
              <a:buSzPts val="2800"/>
              <a:buNone/>
              <a:defRPr/>
            </a:lvl4pPr>
            <a:lvl5pPr lvl="4" algn="ctr">
              <a:lnSpc>
                <a:spcPct val="100000"/>
              </a:lnSpc>
              <a:spcBef>
                <a:spcPts val="0"/>
              </a:spcBef>
              <a:spcAft>
                <a:spcPts val="0"/>
              </a:spcAft>
              <a:buSzPts val="2800"/>
              <a:buNone/>
              <a:defRPr/>
            </a:lvl5pPr>
            <a:lvl6pPr lvl="5" algn="ctr">
              <a:lnSpc>
                <a:spcPct val="100000"/>
              </a:lnSpc>
              <a:spcBef>
                <a:spcPts val="0"/>
              </a:spcBef>
              <a:spcAft>
                <a:spcPts val="0"/>
              </a:spcAft>
              <a:buSzPts val="2800"/>
              <a:buNone/>
              <a:defRPr/>
            </a:lvl6pPr>
            <a:lvl7pPr lvl="6" algn="ctr">
              <a:lnSpc>
                <a:spcPct val="100000"/>
              </a:lnSpc>
              <a:spcBef>
                <a:spcPts val="0"/>
              </a:spcBef>
              <a:spcAft>
                <a:spcPts val="0"/>
              </a:spcAft>
              <a:buSzPts val="2800"/>
              <a:buNone/>
              <a:defRPr/>
            </a:lvl7pPr>
            <a:lvl8pPr lvl="7" algn="ctr">
              <a:lnSpc>
                <a:spcPct val="100000"/>
              </a:lnSpc>
              <a:spcBef>
                <a:spcPts val="0"/>
              </a:spcBef>
              <a:spcAft>
                <a:spcPts val="0"/>
              </a:spcAft>
              <a:buSzPts val="2800"/>
              <a:buNone/>
              <a:defRPr/>
            </a:lvl8pPr>
            <a:lvl9pPr lvl="8" algn="ctr">
              <a:lnSpc>
                <a:spcPct val="100000"/>
              </a:lnSpc>
              <a:spcBef>
                <a:spcPts val="0"/>
              </a:spcBef>
              <a:spcAft>
                <a:spcPts val="0"/>
              </a:spcAft>
              <a:buSzPts val="2800"/>
              <a:buNone/>
              <a:defRPr/>
            </a:lvl9pPr>
          </a:lstStyle>
          <a:p/>
        </p:txBody>
      </p:sp>
      <p:sp>
        <p:nvSpPr>
          <p:cNvPr id="236" name="Google Shape;236;p45"/>
          <p:cNvSpPr txBox="1"/>
          <p:nvPr>
            <p:ph idx="3" type="title"/>
          </p:nvPr>
        </p:nvSpPr>
        <p:spPr>
          <a:xfrm>
            <a:off x="4776050" y="2233731"/>
            <a:ext cx="2169600" cy="449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400"/>
              <a:buNone/>
              <a:defRPr sz="22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237" name="Google Shape;237;p45"/>
          <p:cNvSpPr txBox="1"/>
          <p:nvPr>
            <p:ph idx="4" type="subTitle"/>
          </p:nvPr>
        </p:nvSpPr>
        <p:spPr>
          <a:xfrm>
            <a:off x="4776050" y="2590767"/>
            <a:ext cx="2169600" cy="8853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a:lvl1pPr>
            <a:lvl2pPr lvl="1" algn="l">
              <a:lnSpc>
                <a:spcPct val="100000"/>
              </a:lnSpc>
              <a:spcBef>
                <a:spcPts val="0"/>
              </a:spcBef>
              <a:spcAft>
                <a:spcPts val="0"/>
              </a:spcAft>
              <a:buSzPts val="1600"/>
              <a:buNone/>
              <a:defRPr/>
            </a:lvl2pPr>
            <a:lvl3pPr lvl="2" algn="l">
              <a:lnSpc>
                <a:spcPct val="100000"/>
              </a:lnSpc>
              <a:spcBef>
                <a:spcPts val="0"/>
              </a:spcBef>
              <a:spcAft>
                <a:spcPts val="0"/>
              </a:spcAft>
              <a:buSzPts val="1600"/>
              <a:buNone/>
              <a:defRPr/>
            </a:lvl3pPr>
            <a:lvl4pPr lvl="3" algn="l">
              <a:lnSpc>
                <a:spcPct val="100000"/>
              </a:lnSpc>
              <a:spcBef>
                <a:spcPts val="0"/>
              </a:spcBef>
              <a:spcAft>
                <a:spcPts val="0"/>
              </a:spcAft>
              <a:buSzPts val="1600"/>
              <a:buNone/>
              <a:defRPr/>
            </a:lvl4pPr>
            <a:lvl5pPr lvl="4" algn="l">
              <a:lnSpc>
                <a:spcPct val="100000"/>
              </a:lnSpc>
              <a:spcBef>
                <a:spcPts val="0"/>
              </a:spcBef>
              <a:spcAft>
                <a:spcPts val="0"/>
              </a:spcAft>
              <a:buSzPts val="1600"/>
              <a:buNone/>
              <a:defRPr/>
            </a:lvl5pPr>
            <a:lvl6pPr lvl="5" algn="l">
              <a:lnSpc>
                <a:spcPct val="100000"/>
              </a:lnSpc>
              <a:spcBef>
                <a:spcPts val="0"/>
              </a:spcBef>
              <a:spcAft>
                <a:spcPts val="0"/>
              </a:spcAft>
              <a:buSzPts val="1600"/>
              <a:buNone/>
              <a:defRPr/>
            </a:lvl6pPr>
            <a:lvl7pPr lvl="6" algn="l">
              <a:lnSpc>
                <a:spcPct val="100000"/>
              </a:lnSpc>
              <a:spcBef>
                <a:spcPts val="0"/>
              </a:spcBef>
              <a:spcAft>
                <a:spcPts val="0"/>
              </a:spcAft>
              <a:buSzPts val="1600"/>
              <a:buNone/>
              <a:defRPr/>
            </a:lvl7pPr>
            <a:lvl8pPr lvl="7" algn="l">
              <a:lnSpc>
                <a:spcPct val="100000"/>
              </a:lnSpc>
              <a:spcBef>
                <a:spcPts val="0"/>
              </a:spcBef>
              <a:spcAft>
                <a:spcPts val="0"/>
              </a:spcAft>
              <a:buSzPts val="1600"/>
              <a:buNone/>
              <a:defRPr/>
            </a:lvl8pPr>
            <a:lvl9pPr lvl="8" algn="l">
              <a:lnSpc>
                <a:spcPct val="100000"/>
              </a:lnSpc>
              <a:spcBef>
                <a:spcPts val="0"/>
              </a:spcBef>
              <a:spcAft>
                <a:spcPts val="0"/>
              </a:spcAft>
              <a:buSzPts val="1600"/>
              <a:buNone/>
              <a:defRPr/>
            </a:lvl9pPr>
          </a:lstStyle>
          <a:p/>
        </p:txBody>
      </p:sp>
      <p:pic>
        <p:nvPicPr>
          <p:cNvPr id="238" name="Google Shape;238;p45"/>
          <p:cNvPicPr preferRelativeResize="0"/>
          <p:nvPr/>
        </p:nvPicPr>
        <p:blipFill rotWithShape="1">
          <a:blip r:embed="rId2">
            <a:alphaModFix/>
          </a:blip>
          <a:srcRect b="0" l="0" r="0" t="0"/>
          <a:stretch/>
        </p:blipFill>
        <p:spPr>
          <a:xfrm rot="3546976">
            <a:off x="-485442" y="-893769"/>
            <a:ext cx="1796434" cy="4090188"/>
          </a:xfrm>
          <a:prstGeom prst="rect">
            <a:avLst/>
          </a:prstGeom>
          <a:noFill/>
          <a:ln>
            <a:noFill/>
          </a:ln>
        </p:spPr>
      </p:pic>
      <p:pic>
        <p:nvPicPr>
          <p:cNvPr id="239" name="Google Shape;239;p45"/>
          <p:cNvPicPr preferRelativeResize="0"/>
          <p:nvPr/>
        </p:nvPicPr>
        <p:blipFill rotWithShape="1">
          <a:blip r:embed="rId3">
            <a:alphaModFix/>
          </a:blip>
          <a:srcRect b="0" l="0" r="0" t="0"/>
          <a:stretch/>
        </p:blipFill>
        <p:spPr>
          <a:xfrm rot="5400000">
            <a:off x="3365525" y="4494600"/>
            <a:ext cx="1393300" cy="1349250"/>
          </a:xfrm>
          <a:prstGeom prst="rect">
            <a:avLst/>
          </a:prstGeom>
          <a:noFill/>
          <a:ln>
            <a:noFill/>
          </a:ln>
        </p:spPr>
      </p:pic>
      <p:pic>
        <p:nvPicPr>
          <p:cNvPr id="240" name="Google Shape;240;p45"/>
          <p:cNvPicPr preferRelativeResize="0"/>
          <p:nvPr/>
        </p:nvPicPr>
        <p:blipFill rotWithShape="1">
          <a:blip r:embed="rId4">
            <a:alphaModFix/>
          </a:blip>
          <a:srcRect b="0" l="0" r="0" t="0"/>
          <a:stretch/>
        </p:blipFill>
        <p:spPr>
          <a:xfrm rot="-5400000">
            <a:off x="7742762" y="3134200"/>
            <a:ext cx="1659025" cy="1532125"/>
          </a:xfrm>
          <a:prstGeom prst="rect">
            <a:avLst/>
          </a:prstGeom>
          <a:noFill/>
          <a:ln>
            <a:noFill/>
          </a:ln>
        </p:spPr>
      </p:pic>
      <p:pic>
        <p:nvPicPr>
          <p:cNvPr id="241" name="Google Shape;241;p45"/>
          <p:cNvPicPr preferRelativeResize="0"/>
          <p:nvPr/>
        </p:nvPicPr>
        <p:blipFill rotWithShape="1">
          <a:blip r:embed="rId5">
            <a:alphaModFix/>
          </a:blip>
          <a:srcRect b="0" l="0" r="0" t="0"/>
          <a:stretch/>
        </p:blipFill>
        <p:spPr>
          <a:xfrm rot="-8611223">
            <a:off x="2644600" y="4491875"/>
            <a:ext cx="2835150" cy="2032750"/>
          </a:xfrm>
          <a:prstGeom prst="rect">
            <a:avLst/>
          </a:prstGeom>
          <a:noFill/>
          <a:ln>
            <a:noFill/>
          </a:ln>
        </p:spPr>
      </p:pic>
      <p:pic>
        <p:nvPicPr>
          <p:cNvPr id="242" name="Google Shape;242;p45"/>
          <p:cNvPicPr preferRelativeResize="0"/>
          <p:nvPr/>
        </p:nvPicPr>
        <p:blipFill rotWithShape="1">
          <a:blip r:embed="rId2">
            <a:alphaModFix/>
          </a:blip>
          <a:srcRect b="0" l="0" r="0" t="0"/>
          <a:stretch/>
        </p:blipFill>
        <p:spPr>
          <a:xfrm rot="-5400008">
            <a:off x="7571045" y="-1740127"/>
            <a:ext cx="2002458" cy="4559254"/>
          </a:xfrm>
          <a:prstGeom prst="rect">
            <a:avLst/>
          </a:prstGeom>
          <a:noFill/>
          <a:ln>
            <a:noFill/>
          </a:ln>
        </p:spPr>
      </p:pic>
      <p:pic>
        <p:nvPicPr>
          <p:cNvPr id="243" name="Google Shape;243;p45"/>
          <p:cNvPicPr preferRelativeResize="0"/>
          <p:nvPr/>
        </p:nvPicPr>
        <p:blipFill rotWithShape="1">
          <a:blip r:embed="rId4">
            <a:alphaModFix/>
          </a:blip>
          <a:srcRect b="0" l="0" r="0" t="0"/>
          <a:stretch/>
        </p:blipFill>
        <p:spPr>
          <a:xfrm flipH="1" rot="5400000">
            <a:off x="-309963" y="3134200"/>
            <a:ext cx="1659025" cy="1532125"/>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4">
  <p:cSld name="CUSTOM_10">
    <p:spTree>
      <p:nvGrpSpPr>
        <p:cNvPr id="244" name="Shape 244"/>
        <p:cNvGrpSpPr/>
        <p:nvPr/>
      </p:nvGrpSpPr>
      <p:grpSpPr>
        <a:xfrm>
          <a:off x="0" y="0"/>
          <a:ext cx="0" cy="0"/>
          <a:chOff x="0" y="0"/>
          <a:chExt cx="0" cy="0"/>
        </a:xfrm>
      </p:grpSpPr>
      <p:sp>
        <p:nvSpPr>
          <p:cNvPr id="245" name="Google Shape;245;p46"/>
          <p:cNvSpPr txBox="1"/>
          <p:nvPr>
            <p:ph type="title"/>
          </p:nvPr>
        </p:nvSpPr>
        <p:spPr>
          <a:xfrm>
            <a:off x="2198350" y="2668322"/>
            <a:ext cx="2169600" cy="449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400"/>
              <a:buNone/>
              <a:defRPr sz="22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246" name="Google Shape;246;p46"/>
          <p:cNvSpPr txBox="1"/>
          <p:nvPr>
            <p:ph idx="1" type="subTitle"/>
          </p:nvPr>
        </p:nvSpPr>
        <p:spPr>
          <a:xfrm>
            <a:off x="2198350" y="3025358"/>
            <a:ext cx="2169600" cy="8853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a:lvl1pPr>
            <a:lvl2pPr lvl="1" algn="l">
              <a:lnSpc>
                <a:spcPct val="100000"/>
              </a:lnSpc>
              <a:spcBef>
                <a:spcPts val="0"/>
              </a:spcBef>
              <a:spcAft>
                <a:spcPts val="0"/>
              </a:spcAft>
              <a:buSzPts val="1600"/>
              <a:buNone/>
              <a:defRPr/>
            </a:lvl2pPr>
            <a:lvl3pPr lvl="2" algn="l">
              <a:lnSpc>
                <a:spcPct val="100000"/>
              </a:lnSpc>
              <a:spcBef>
                <a:spcPts val="0"/>
              </a:spcBef>
              <a:spcAft>
                <a:spcPts val="0"/>
              </a:spcAft>
              <a:buSzPts val="1600"/>
              <a:buNone/>
              <a:defRPr/>
            </a:lvl3pPr>
            <a:lvl4pPr lvl="3" algn="l">
              <a:lnSpc>
                <a:spcPct val="100000"/>
              </a:lnSpc>
              <a:spcBef>
                <a:spcPts val="0"/>
              </a:spcBef>
              <a:spcAft>
                <a:spcPts val="0"/>
              </a:spcAft>
              <a:buSzPts val="1600"/>
              <a:buNone/>
              <a:defRPr/>
            </a:lvl4pPr>
            <a:lvl5pPr lvl="4" algn="l">
              <a:lnSpc>
                <a:spcPct val="100000"/>
              </a:lnSpc>
              <a:spcBef>
                <a:spcPts val="0"/>
              </a:spcBef>
              <a:spcAft>
                <a:spcPts val="0"/>
              </a:spcAft>
              <a:buSzPts val="1600"/>
              <a:buNone/>
              <a:defRPr/>
            </a:lvl5pPr>
            <a:lvl6pPr lvl="5" algn="l">
              <a:lnSpc>
                <a:spcPct val="100000"/>
              </a:lnSpc>
              <a:spcBef>
                <a:spcPts val="0"/>
              </a:spcBef>
              <a:spcAft>
                <a:spcPts val="0"/>
              </a:spcAft>
              <a:buSzPts val="1600"/>
              <a:buNone/>
              <a:defRPr/>
            </a:lvl6pPr>
            <a:lvl7pPr lvl="6" algn="l">
              <a:lnSpc>
                <a:spcPct val="100000"/>
              </a:lnSpc>
              <a:spcBef>
                <a:spcPts val="0"/>
              </a:spcBef>
              <a:spcAft>
                <a:spcPts val="0"/>
              </a:spcAft>
              <a:buSzPts val="1600"/>
              <a:buNone/>
              <a:defRPr/>
            </a:lvl7pPr>
            <a:lvl8pPr lvl="7" algn="l">
              <a:lnSpc>
                <a:spcPct val="100000"/>
              </a:lnSpc>
              <a:spcBef>
                <a:spcPts val="0"/>
              </a:spcBef>
              <a:spcAft>
                <a:spcPts val="0"/>
              </a:spcAft>
              <a:buSzPts val="1600"/>
              <a:buNone/>
              <a:defRPr/>
            </a:lvl8pPr>
            <a:lvl9pPr lvl="8" algn="l">
              <a:lnSpc>
                <a:spcPct val="100000"/>
              </a:lnSpc>
              <a:spcBef>
                <a:spcPts val="0"/>
              </a:spcBef>
              <a:spcAft>
                <a:spcPts val="0"/>
              </a:spcAft>
              <a:buSzPts val="1600"/>
              <a:buNone/>
              <a:defRPr/>
            </a:lvl9pPr>
          </a:lstStyle>
          <a:p/>
        </p:txBody>
      </p:sp>
      <p:sp>
        <p:nvSpPr>
          <p:cNvPr id="247" name="Google Shape;247;p46"/>
          <p:cNvSpPr txBox="1"/>
          <p:nvPr>
            <p:ph idx="2" type="title"/>
          </p:nvPr>
        </p:nvSpPr>
        <p:spPr>
          <a:xfrm>
            <a:off x="713225" y="539500"/>
            <a:ext cx="77175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a:lvl2pPr>
            <a:lvl3pPr lvl="2" algn="ctr">
              <a:lnSpc>
                <a:spcPct val="100000"/>
              </a:lnSpc>
              <a:spcBef>
                <a:spcPts val="0"/>
              </a:spcBef>
              <a:spcAft>
                <a:spcPts val="0"/>
              </a:spcAft>
              <a:buSzPts val="2800"/>
              <a:buNone/>
              <a:defRPr/>
            </a:lvl3pPr>
            <a:lvl4pPr lvl="3" algn="ctr">
              <a:lnSpc>
                <a:spcPct val="100000"/>
              </a:lnSpc>
              <a:spcBef>
                <a:spcPts val="0"/>
              </a:spcBef>
              <a:spcAft>
                <a:spcPts val="0"/>
              </a:spcAft>
              <a:buSzPts val="2800"/>
              <a:buNone/>
              <a:defRPr/>
            </a:lvl4pPr>
            <a:lvl5pPr lvl="4" algn="ctr">
              <a:lnSpc>
                <a:spcPct val="100000"/>
              </a:lnSpc>
              <a:spcBef>
                <a:spcPts val="0"/>
              </a:spcBef>
              <a:spcAft>
                <a:spcPts val="0"/>
              </a:spcAft>
              <a:buSzPts val="2800"/>
              <a:buNone/>
              <a:defRPr/>
            </a:lvl5pPr>
            <a:lvl6pPr lvl="5" algn="ctr">
              <a:lnSpc>
                <a:spcPct val="100000"/>
              </a:lnSpc>
              <a:spcBef>
                <a:spcPts val="0"/>
              </a:spcBef>
              <a:spcAft>
                <a:spcPts val="0"/>
              </a:spcAft>
              <a:buSzPts val="2800"/>
              <a:buNone/>
              <a:defRPr/>
            </a:lvl6pPr>
            <a:lvl7pPr lvl="6" algn="ctr">
              <a:lnSpc>
                <a:spcPct val="100000"/>
              </a:lnSpc>
              <a:spcBef>
                <a:spcPts val="0"/>
              </a:spcBef>
              <a:spcAft>
                <a:spcPts val="0"/>
              </a:spcAft>
              <a:buSzPts val="2800"/>
              <a:buNone/>
              <a:defRPr/>
            </a:lvl7pPr>
            <a:lvl8pPr lvl="7" algn="ctr">
              <a:lnSpc>
                <a:spcPct val="100000"/>
              </a:lnSpc>
              <a:spcBef>
                <a:spcPts val="0"/>
              </a:spcBef>
              <a:spcAft>
                <a:spcPts val="0"/>
              </a:spcAft>
              <a:buSzPts val="2800"/>
              <a:buNone/>
              <a:defRPr/>
            </a:lvl8pPr>
            <a:lvl9pPr lvl="8" algn="ctr">
              <a:lnSpc>
                <a:spcPct val="100000"/>
              </a:lnSpc>
              <a:spcBef>
                <a:spcPts val="0"/>
              </a:spcBef>
              <a:spcAft>
                <a:spcPts val="0"/>
              </a:spcAft>
              <a:buSzPts val="2800"/>
              <a:buNone/>
              <a:defRPr/>
            </a:lvl9pPr>
          </a:lstStyle>
          <a:p/>
        </p:txBody>
      </p:sp>
      <p:sp>
        <p:nvSpPr>
          <p:cNvPr id="248" name="Google Shape;248;p46"/>
          <p:cNvSpPr txBox="1"/>
          <p:nvPr>
            <p:ph idx="3" type="title"/>
          </p:nvPr>
        </p:nvSpPr>
        <p:spPr>
          <a:xfrm>
            <a:off x="4776050" y="2668322"/>
            <a:ext cx="2169600" cy="449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400"/>
              <a:buNone/>
              <a:defRPr sz="22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249" name="Google Shape;249;p46"/>
          <p:cNvSpPr txBox="1"/>
          <p:nvPr>
            <p:ph idx="4" type="subTitle"/>
          </p:nvPr>
        </p:nvSpPr>
        <p:spPr>
          <a:xfrm>
            <a:off x="4776050" y="3025358"/>
            <a:ext cx="2169600" cy="8853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a:lvl1pPr>
            <a:lvl2pPr lvl="1" algn="l">
              <a:lnSpc>
                <a:spcPct val="100000"/>
              </a:lnSpc>
              <a:spcBef>
                <a:spcPts val="0"/>
              </a:spcBef>
              <a:spcAft>
                <a:spcPts val="0"/>
              </a:spcAft>
              <a:buSzPts val="1600"/>
              <a:buNone/>
              <a:defRPr/>
            </a:lvl2pPr>
            <a:lvl3pPr lvl="2" algn="l">
              <a:lnSpc>
                <a:spcPct val="100000"/>
              </a:lnSpc>
              <a:spcBef>
                <a:spcPts val="0"/>
              </a:spcBef>
              <a:spcAft>
                <a:spcPts val="0"/>
              </a:spcAft>
              <a:buSzPts val="1600"/>
              <a:buNone/>
              <a:defRPr/>
            </a:lvl3pPr>
            <a:lvl4pPr lvl="3" algn="l">
              <a:lnSpc>
                <a:spcPct val="100000"/>
              </a:lnSpc>
              <a:spcBef>
                <a:spcPts val="0"/>
              </a:spcBef>
              <a:spcAft>
                <a:spcPts val="0"/>
              </a:spcAft>
              <a:buSzPts val="1600"/>
              <a:buNone/>
              <a:defRPr/>
            </a:lvl4pPr>
            <a:lvl5pPr lvl="4" algn="l">
              <a:lnSpc>
                <a:spcPct val="100000"/>
              </a:lnSpc>
              <a:spcBef>
                <a:spcPts val="0"/>
              </a:spcBef>
              <a:spcAft>
                <a:spcPts val="0"/>
              </a:spcAft>
              <a:buSzPts val="1600"/>
              <a:buNone/>
              <a:defRPr/>
            </a:lvl5pPr>
            <a:lvl6pPr lvl="5" algn="l">
              <a:lnSpc>
                <a:spcPct val="100000"/>
              </a:lnSpc>
              <a:spcBef>
                <a:spcPts val="0"/>
              </a:spcBef>
              <a:spcAft>
                <a:spcPts val="0"/>
              </a:spcAft>
              <a:buSzPts val="1600"/>
              <a:buNone/>
              <a:defRPr/>
            </a:lvl6pPr>
            <a:lvl7pPr lvl="6" algn="l">
              <a:lnSpc>
                <a:spcPct val="100000"/>
              </a:lnSpc>
              <a:spcBef>
                <a:spcPts val="0"/>
              </a:spcBef>
              <a:spcAft>
                <a:spcPts val="0"/>
              </a:spcAft>
              <a:buSzPts val="1600"/>
              <a:buNone/>
              <a:defRPr/>
            </a:lvl7pPr>
            <a:lvl8pPr lvl="7" algn="l">
              <a:lnSpc>
                <a:spcPct val="100000"/>
              </a:lnSpc>
              <a:spcBef>
                <a:spcPts val="0"/>
              </a:spcBef>
              <a:spcAft>
                <a:spcPts val="0"/>
              </a:spcAft>
              <a:buSzPts val="1600"/>
              <a:buNone/>
              <a:defRPr/>
            </a:lvl8pPr>
            <a:lvl9pPr lvl="8" algn="l">
              <a:lnSpc>
                <a:spcPct val="100000"/>
              </a:lnSpc>
              <a:spcBef>
                <a:spcPts val="0"/>
              </a:spcBef>
              <a:spcAft>
                <a:spcPts val="0"/>
              </a:spcAft>
              <a:buSzPts val="1600"/>
              <a:buNone/>
              <a:defRPr/>
            </a:lvl9pPr>
          </a:lstStyle>
          <a:p/>
        </p:txBody>
      </p:sp>
      <p:pic>
        <p:nvPicPr>
          <p:cNvPr id="250" name="Google Shape;250;p46"/>
          <p:cNvPicPr preferRelativeResize="0"/>
          <p:nvPr/>
        </p:nvPicPr>
        <p:blipFill rotWithShape="1">
          <a:blip r:embed="rId2">
            <a:alphaModFix/>
          </a:blip>
          <a:srcRect b="0" l="0" r="0" t="0"/>
          <a:stretch/>
        </p:blipFill>
        <p:spPr>
          <a:xfrm rot="3546976">
            <a:off x="-485442" y="-893769"/>
            <a:ext cx="1796434" cy="4090188"/>
          </a:xfrm>
          <a:prstGeom prst="rect">
            <a:avLst/>
          </a:prstGeom>
          <a:noFill/>
          <a:ln>
            <a:noFill/>
          </a:ln>
        </p:spPr>
      </p:pic>
      <p:pic>
        <p:nvPicPr>
          <p:cNvPr id="251" name="Google Shape;251;p46"/>
          <p:cNvPicPr preferRelativeResize="0"/>
          <p:nvPr/>
        </p:nvPicPr>
        <p:blipFill rotWithShape="1">
          <a:blip r:embed="rId3">
            <a:alphaModFix/>
          </a:blip>
          <a:srcRect b="0" l="0" r="0" t="0"/>
          <a:stretch/>
        </p:blipFill>
        <p:spPr>
          <a:xfrm rot="5400000">
            <a:off x="3365525" y="4494600"/>
            <a:ext cx="1393300" cy="1349250"/>
          </a:xfrm>
          <a:prstGeom prst="rect">
            <a:avLst/>
          </a:prstGeom>
          <a:noFill/>
          <a:ln>
            <a:noFill/>
          </a:ln>
        </p:spPr>
      </p:pic>
      <p:pic>
        <p:nvPicPr>
          <p:cNvPr id="252" name="Google Shape;252;p46"/>
          <p:cNvPicPr preferRelativeResize="0"/>
          <p:nvPr/>
        </p:nvPicPr>
        <p:blipFill rotWithShape="1">
          <a:blip r:embed="rId4">
            <a:alphaModFix/>
          </a:blip>
          <a:srcRect b="0" l="0" r="0" t="0"/>
          <a:stretch/>
        </p:blipFill>
        <p:spPr>
          <a:xfrm rot="-5400000">
            <a:off x="8218200" y="3327325"/>
            <a:ext cx="1659025" cy="1532125"/>
          </a:xfrm>
          <a:prstGeom prst="rect">
            <a:avLst/>
          </a:prstGeom>
          <a:noFill/>
          <a:ln>
            <a:noFill/>
          </a:ln>
        </p:spPr>
      </p:pic>
      <p:pic>
        <p:nvPicPr>
          <p:cNvPr id="253" name="Google Shape;253;p46"/>
          <p:cNvPicPr preferRelativeResize="0"/>
          <p:nvPr/>
        </p:nvPicPr>
        <p:blipFill rotWithShape="1">
          <a:blip r:embed="rId5">
            <a:alphaModFix/>
          </a:blip>
          <a:srcRect b="0" l="0" r="0" t="0"/>
          <a:stretch/>
        </p:blipFill>
        <p:spPr>
          <a:xfrm rot="-8611223">
            <a:off x="2644600" y="4491875"/>
            <a:ext cx="2835150" cy="2032750"/>
          </a:xfrm>
          <a:prstGeom prst="rect">
            <a:avLst/>
          </a:prstGeom>
          <a:noFill/>
          <a:ln>
            <a:noFill/>
          </a:ln>
        </p:spPr>
      </p:pic>
      <p:pic>
        <p:nvPicPr>
          <p:cNvPr id="254" name="Google Shape;254;p46"/>
          <p:cNvPicPr preferRelativeResize="0"/>
          <p:nvPr/>
        </p:nvPicPr>
        <p:blipFill rotWithShape="1">
          <a:blip r:embed="rId2">
            <a:alphaModFix/>
          </a:blip>
          <a:srcRect b="0" l="0" r="0" t="0"/>
          <a:stretch/>
        </p:blipFill>
        <p:spPr>
          <a:xfrm rot="-5400008">
            <a:off x="7571045" y="-1740127"/>
            <a:ext cx="2002458" cy="4559254"/>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1">
    <p:spTree>
      <p:nvGrpSpPr>
        <p:cNvPr id="255" name="Shape 255"/>
        <p:cNvGrpSpPr/>
        <p:nvPr/>
      </p:nvGrpSpPr>
      <p:grpSpPr>
        <a:xfrm>
          <a:off x="0" y="0"/>
          <a:ext cx="0" cy="0"/>
          <a:chOff x="0" y="0"/>
          <a:chExt cx="0" cy="0"/>
        </a:xfrm>
      </p:grpSpPr>
      <p:pic>
        <p:nvPicPr>
          <p:cNvPr id="256" name="Google Shape;256;p47"/>
          <p:cNvPicPr preferRelativeResize="0"/>
          <p:nvPr/>
        </p:nvPicPr>
        <p:blipFill rotWithShape="1">
          <a:blip r:embed="rId2">
            <a:alphaModFix/>
          </a:blip>
          <a:srcRect b="0" l="0" r="0" t="0"/>
          <a:stretch/>
        </p:blipFill>
        <p:spPr>
          <a:xfrm rot="10800000">
            <a:off x="-698700" y="376250"/>
            <a:ext cx="1812850" cy="1406350"/>
          </a:xfrm>
          <a:prstGeom prst="rect">
            <a:avLst/>
          </a:prstGeom>
          <a:noFill/>
          <a:ln>
            <a:noFill/>
          </a:ln>
        </p:spPr>
      </p:pic>
      <p:pic>
        <p:nvPicPr>
          <p:cNvPr id="257" name="Google Shape;257;p47"/>
          <p:cNvPicPr preferRelativeResize="0"/>
          <p:nvPr/>
        </p:nvPicPr>
        <p:blipFill rotWithShape="1">
          <a:blip r:embed="rId3">
            <a:alphaModFix/>
          </a:blip>
          <a:srcRect b="0" l="0" r="0" t="0"/>
          <a:stretch/>
        </p:blipFill>
        <p:spPr>
          <a:xfrm flipH="1" rot="10800000">
            <a:off x="8093575" y="70425"/>
            <a:ext cx="1209425" cy="1566900"/>
          </a:xfrm>
          <a:prstGeom prst="rect">
            <a:avLst/>
          </a:prstGeom>
          <a:noFill/>
          <a:ln>
            <a:noFill/>
          </a:ln>
        </p:spPr>
      </p:pic>
      <p:pic>
        <p:nvPicPr>
          <p:cNvPr id="258" name="Google Shape;258;p47"/>
          <p:cNvPicPr preferRelativeResize="0"/>
          <p:nvPr/>
        </p:nvPicPr>
        <p:blipFill rotWithShape="1">
          <a:blip r:embed="rId4">
            <a:alphaModFix/>
          </a:blip>
          <a:srcRect b="0" l="0" r="0" t="0"/>
          <a:stretch/>
        </p:blipFill>
        <p:spPr>
          <a:xfrm rot="6202858">
            <a:off x="3893650" y="3376778"/>
            <a:ext cx="1271700" cy="3084848"/>
          </a:xfrm>
          <a:prstGeom prst="rect">
            <a:avLst/>
          </a:prstGeom>
          <a:noFill/>
          <a:ln>
            <a:noFill/>
          </a:ln>
        </p:spPr>
      </p:pic>
      <p:pic>
        <p:nvPicPr>
          <p:cNvPr id="259" name="Google Shape;259;p47"/>
          <p:cNvPicPr preferRelativeResize="0"/>
          <p:nvPr/>
        </p:nvPicPr>
        <p:blipFill rotWithShape="1">
          <a:blip r:embed="rId5">
            <a:alphaModFix/>
          </a:blip>
          <a:srcRect b="0" l="0" r="0" t="0"/>
          <a:stretch/>
        </p:blipFill>
        <p:spPr>
          <a:xfrm rot="-4597155">
            <a:off x="5301490" y="3580353"/>
            <a:ext cx="2002458" cy="4559254"/>
          </a:xfrm>
          <a:prstGeom prst="rect">
            <a:avLst/>
          </a:prstGeom>
          <a:noFill/>
          <a:ln>
            <a:noFill/>
          </a:ln>
        </p:spPr>
      </p:pic>
      <p:sp>
        <p:nvSpPr>
          <p:cNvPr id="260" name="Google Shape;260;p47"/>
          <p:cNvSpPr txBox="1"/>
          <p:nvPr>
            <p:ph type="title"/>
          </p:nvPr>
        </p:nvSpPr>
        <p:spPr>
          <a:xfrm>
            <a:off x="713225" y="539500"/>
            <a:ext cx="77175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a:lvl2pPr>
            <a:lvl3pPr lvl="2" algn="ctr">
              <a:lnSpc>
                <a:spcPct val="100000"/>
              </a:lnSpc>
              <a:spcBef>
                <a:spcPts val="0"/>
              </a:spcBef>
              <a:spcAft>
                <a:spcPts val="0"/>
              </a:spcAft>
              <a:buSzPts val="2800"/>
              <a:buNone/>
              <a:defRPr/>
            </a:lvl3pPr>
            <a:lvl4pPr lvl="3" algn="ctr">
              <a:lnSpc>
                <a:spcPct val="100000"/>
              </a:lnSpc>
              <a:spcBef>
                <a:spcPts val="0"/>
              </a:spcBef>
              <a:spcAft>
                <a:spcPts val="0"/>
              </a:spcAft>
              <a:buSzPts val="2800"/>
              <a:buNone/>
              <a:defRPr/>
            </a:lvl4pPr>
            <a:lvl5pPr lvl="4" algn="ctr">
              <a:lnSpc>
                <a:spcPct val="100000"/>
              </a:lnSpc>
              <a:spcBef>
                <a:spcPts val="0"/>
              </a:spcBef>
              <a:spcAft>
                <a:spcPts val="0"/>
              </a:spcAft>
              <a:buSzPts val="2800"/>
              <a:buNone/>
              <a:defRPr/>
            </a:lvl5pPr>
            <a:lvl6pPr lvl="5" algn="ctr">
              <a:lnSpc>
                <a:spcPct val="100000"/>
              </a:lnSpc>
              <a:spcBef>
                <a:spcPts val="0"/>
              </a:spcBef>
              <a:spcAft>
                <a:spcPts val="0"/>
              </a:spcAft>
              <a:buSzPts val="2800"/>
              <a:buNone/>
              <a:defRPr/>
            </a:lvl6pPr>
            <a:lvl7pPr lvl="6" algn="ctr">
              <a:lnSpc>
                <a:spcPct val="100000"/>
              </a:lnSpc>
              <a:spcBef>
                <a:spcPts val="0"/>
              </a:spcBef>
              <a:spcAft>
                <a:spcPts val="0"/>
              </a:spcAft>
              <a:buSzPts val="2800"/>
              <a:buNone/>
              <a:defRPr/>
            </a:lvl7pPr>
            <a:lvl8pPr lvl="7" algn="ctr">
              <a:lnSpc>
                <a:spcPct val="100000"/>
              </a:lnSpc>
              <a:spcBef>
                <a:spcPts val="0"/>
              </a:spcBef>
              <a:spcAft>
                <a:spcPts val="0"/>
              </a:spcAft>
              <a:buSzPts val="2800"/>
              <a:buNone/>
              <a:defRPr/>
            </a:lvl8pPr>
            <a:lvl9pPr lvl="8" algn="ctr">
              <a:lnSpc>
                <a:spcPct val="100000"/>
              </a:lnSpc>
              <a:spcBef>
                <a:spcPts val="0"/>
              </a:spcBef>
              <a:spcAft>
                <a:spcPts val="0"/>
              </a:spcAft>
              <a:buSzPts val="2800"/>
              <a:buNone/>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1">
  <p:cSld name="CUSTOM_12">
    <p:spTree>
      <p:nvGrpSpPr>
        <p:cNvPr id="261" name="Shape 261"/>
        <p:cNvGrpSpPr/>
        <p:nvPr/>
      </p:nvGrpSpPr>
      <p:grpSpPr>
        <a:xfrm>
          <a:off x="0" y="0"/>
          <a:ext cx="0" cy="0"/>
          <a:chOff x="0" y="0"/>
          <a:chExt cx="0" cy="0"/>
        </a:xfrm>
      </p:grpSpPr>
      <p:pic>
        <p:nvPicPr>
          <p:cNvPr id="262" name="Google Shape;262;p48"/>
          <p:cNvPicPr preferRelativeResize="0"/>
          <p:nvPr/>
        </p:nvPicPr>
        <p:blipFill rotWithShape="1">
          <a:blip r:embed="rId2">
            <a:alphaModFix/>
          </a:blip>
          <a:srcRect b="0" l="0" r="0" t="0"/>
          <a:stretch/>
        </p:blipFill>
        <p:spPr>
          <a:xfrm rot="4734819">
            <a:off x="6034912" y="1086136"/>
            <a:ext cx="1924050" cy="4667250"/>
          </a:xfrm>
          <a:prstGeom prst="rect">
            <a:avLst/>
          </a:prstGeom>
          <a:noFill/>
          <a:ln>
            <a:noFill/>
          </a:ln>
        </p:spPr>
      </p:pic>
      <p:pic>
        <p:nvPicPr>
          <p:cNvPr id="263" name="Google Shape;263;p48"/>
          <p:cNvPicPr preferRelativeResize="0"/>
          <p:nvPr/>
        </p:nvPicPr>
        <p:blipFill rotWithShape="1">
          <a:blip r:embed="rId3">
            <a:alphaModFix/>
          </a:blip>
          <a:srcRect b="0" l="0" r="0" t="0"/>
          <a:stretch/>
        </p:blipFill>
        <p:spPr>
          <a:xfrm rot="3760750">
            <a:off x="3687884" y="2197658"/>
            <a:ext cx="2002458" cy="4559255"/>
          </a:xfrm>
          <a:prstGeom prst="rect">
            <a:avLst/>
          </a:prstGeom>
          <a:noFill/>
          <a:ln>
            <a:noFill/>
          </a:ln>
        </p:spPr>
      </p:pic>
      <p:pic>
        <p:nvPicPr>
          <p:cNvPr id="264" name="Google Shape;264;p48"/>
          <p:cNvPicPr preferRelativeResize="0"/>
          <p:nvPr/>
        </p:nvPicPr>
        <p:blipFill rotWithShape="1">
          <a:blip r:embed="rId4">
            <a:alphaModFix/>
          </a:blip>
          <a:srcRect b="0" l="0" r="0" t="0"/>
          <a:stretch/>
        </p:blipFill>
        <p:spPr>
          <a:xfrm>
            <a:off x="7399112" y="4252310"/>
            <a:ext cx="1840875" cy="1700025"/>
          </a:xfrm>
          <a:prstGeom prst="rect">
            <a:avLst/>
          </a:prstGeom>
          <a:noFill/>
          <a:ln>
            <a:noFill/>
          </a:ln>
        </p:spPr>
      </p:pic>
      <p:pic>
        <p:nvPicPr>
          <p:cNvPr id="265" name="Google Shape;265;p48"/>
          <p:cNvPicPr preferRelativeResize="0"/>
          <p:nvPr/>
        </p:nvPicPr>
        <p:blipFill rotWithShape="1">
          <a:blip r:embed="rId5">
            <a:alphaModFix/>
          </a:blip>
          <a:srcRect b="0" l="0" r="0" t="0"/>
          <a:stretch/>
        </p:blipFill>
        <p:spPr>
          <a:xfrm flipH="1" rot="5400000">
            <a:off x="7092837" y="4248586"/>
            <a:ext cx="1572000" cy="2036650"/>
          </a:xfrm>
          <a:prstGeom prst="rect">
            <a:avLst/>
          </a:prstGeom>
          <a:noFill/>
          <a:ln>
            <a:noFill/>
          </a:ln>
        </p:spPr>
      </p:pic>
      <p:pic>
        <p:nvPicPr>
          <p:cNvPr id="266" name="Google Shape;266;p48"/>
          <p:cNvPicPr preferRelativeResize="0"/>
          <p:nvPr/>
        </p:nvPicPr>
        <p:blipFill rotWithShape="1">
          <a:blip r:embed="rId6">
            <a:alphaModFix/>
          </a:blip>
          <a:srcRect b="0" l="0" r="0" t="0"/>
          <a:stretch/>
        </p:blipFill>
        <p:spPr>
          <a:xfrm rot="-8688291">
            <a:off x="2466517" y="4229545"/>
            <a:ext cx="2504350" cy="1437030"/>
          </a:xfrm>
          <a:prstGeom prst="rect">
            <a:avLst/>
          </a:prstGeom>
          <a:noFill/>
          <a:ln>
            <a:noFill/>
          </a:ln>
        </p:spPr>
      </p:pic>
      <p:pic>
        <p:nvPicPr>
          <p:cNvPr id="267" name="Google Shape;267;p48"/>
          <p:cNvPicPr preferRelativeResize="0"/>
          <p:nvPr/>
        </p:nvPicPr>
        <p:blipFill rotWithShape="1">
          <a:blip r:embed="rId7">
            <a:alphaModFix/>
          </a:blip>
          <a:srcRect b="0" l="0" r="0" t="0"/>
          <a:stretch/>
        </p:blipFill>
        <p:spPr>
          <a:xfrm rot="9911836">
            <a:off x="4981222" y="5002136"/>
            <a:ext cx="1697478" cy="1643807"/>
          </a:xfrm>
          <a:prstGeom prst="rect">
            <a:avLst/>
          </a:prstGeom>
          <a:noFill/>
          <a:ln>
            <a:noFill/>
          </a:ln>
        </p:spPr>
      </p:pic>
      <p:pic>
        <p:nvPicPr>
          <p:cNvPr id="268" name="Google Shape;268;p48"/>
          <p:cNvPicPr preferRelativeResize="0"/>
          <p:nvPr/>
        </p:nvPicPr>
        <p:blipFill rotWithShape="1">
          <a:blip r:embed="rId3">
            <a:alphaModFix/>
          </a:blip>
          <a:srcRect b="0" l="0" r="0" t="0"/>
          <a:stretch/>
        </p:blipFill>
        <p:spPr>
          <a:xfrm rot="3760750">
            <a:off x="6283059" y="2987283"/>
            <a:ext cx="2002458" cy="4559255"/>
          </a:xfrm>
          <a:prstGeom prst="rect">
            <a:avLst/>
          </a:prstGeom>
          <a:noFill/>
          <a:ln>
            <a:noFill/>
          </a:ln>
        </p:spPr>
      </p:pic>
      <p:pic>
        <p:nvPicPr>
          <p:cNvPr id="269" name="Google Shape;269;p48"/>
          <p:cNvPicPr preferRelativeResize="0"/>
          <p:nvPr/>
        </p:nvPicPr>
        <p:blipFill rotWithShape="1">
          <a:blip r:embed="rId5">
            <a:alphaModFix/>
          </a:blip>
          <a:srcRect b="0" l="0" r="0" t="0"/>
          <a:stretch/>
        </p:blipFill>
        <p:spPr>
          <a:xfrm rot="5400000">
            <a:off x="3351762" y="2236811"/>
            <a:ext cx="1572000" cy="2036650"/>
          </a:xfrm>
          <a:prstGeom prst="rect">
            <a:avLst/>
          </a:prstGeom>
          <a:noFill/>
          <a:ln>
            <a:noFill/>
          </a:ln>
        </p:spPr>
      </p:pic>
      <p:pic>
        <p:nvPicPr>
          <p:cNvPr id="270" name="Google Shape;270;p48"/>
          <p:cNvPicPr preferRelativeResize="0"/>
          <p:nvPr/>
        </p:nvPicPr>
        <p:blipFill rotWithShape="1">
          <a:blip r:embed="rId8">
            <a:alphaModFix/>
          </a:blip>
          <a:srcRect b="0" l="0" r="0" t="0"/>
          <a:stretch/>
        </p:blipFill>
        <p:spPr>
          <a:xfrm rot="3900296">
            <a:off x="6369868" y="683844"/>
            <a:ext cx="2386824" cy="4381380"/>
          </a:xfrm>
          <a:prstGeom prst="rect">
            <a:avLst/>
          </a:prstGeom>
          <a:noFill/>
          <a:ln>
            <a:noFill/>
          </a:ln>
        </p:spPr>
      </p:pic>
      <p:sp>
        <p:nvSpPr>
          <p:cNvPr id="271" name="Google Shape;271;p48"/>
          <p:cNvSpPr txBox="1"/>
          <p:nvPr>
            <p:ph type="title"/>
          </p:nvPr>
        </p:nvSpPr>
        <p:spPr>
          <a:xfrm flipH="1">
            <a:off x="1117500" y="838200"/>
            <a:ext cx="6909000" cy="1158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4800"/>
              <a:buNone/>
              <a:defRPr sz="60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pic>
        <p:nvPicPr>
          <p:cNvPr id="272" name="Google Shape;272;p48"/>
          <p:cNvPicPr preferRelativeResize="0"/>
          <p:nvPr/>
        </p:nvPicPr>
        <p:blipFill rotWithShape="1">
          <a:blip r:embed="rId2">
            <a:alphaModFix/>
          </a:blip>
          <a:srcRect b="0" l="0" r="0" t="0"/>
          <a:stretch/>
        </p:blipFill>
        <p:spPr>
          <a:xfrm rot="4734819">
            <a:off x="-861188" y="1086136"/>
            <a:ext cx="1924050" cy="4667250"/>
          </a:xfrm>
          <a:prstGeom prst="rect">
            <a:avLst/>
          </a:prstGeom>
          <a:noFill/>
          <a:ln>
            <a:noFill/>
          </a:ln>
        </p:spPr>
      </p:pic>
      <p:pic>
        <p:nvPicPr>
          <p:cNvPr id="273" name="Google Shape;273;p48"/>
          <p:cNvPicPr preferRelativeResize="0"/>
          <p:nvPr/>
        </p:nvPicPr>
        <p:blipFill rotWithShape="1">
          <a:blip r:embed="rId4">
            <a:alphaModFix/>
          </a:blip>
          <a:srcRect b="0" l="0" r="0" t="0"/>
          <a:stretch/>
        </p:blipFill>
        <p:spPr>
          <a:xfrm>
            <a:off x="503012" y="4252310"/>
            <a:ext cx="1840875" cy="1700025"/>
          </a:xfrm>
          <a:prstGeom prst="rect">
            <a:avLst/>
          </a:prstGeom>
          <a:noFill/>
          <a:ln>
            <a:noFill/>
          </a:ln>
        </p:spPr>
      </p:pic>
      <p:pic>
        <p:nvPicPr>
          <p:cNvPr id="274" name="Google Shape;274;p48"/>
          <p:cNvPicPr preferRelativeResize="0"/>
          <p:nvPr/>
        </p:nvPicPr>
        <p:blipFill rotWithShape="1">
          <a:blip r:embed="rId5">
            <a:alphaModFix/>
          </a:blip>
          <a:srcRect b="0" l="0" r="0" t="0"/>
          <a:stretch/>
        </p:blipFill>
        <p:spPr>
          <a:xfrm flipH="1" rot="5400000">
            <a:off x="196737" y="4248586"/>
            <a:ext cx="1572000" cy="2036650"/>
          </a:xfrm>
          <a:prstGeom prst="rect">
            <a:avLst/>
          </a:prstGeom>
          <a:noFill/>
          <a:ln>
            <a:noFill/>
          </a:ln>
        </p:spPr>
      </p:pic>
      <p:pic>
        <p:nvPicPr>
          <p:cNvPr id="275" name="Google Shape;275;p48"/>
          <p:cNvPicPr preferRelativeResize="0"/>
          <p:nvPr/>
        </p:nvPicPr>
        <p:blipFill rotWithShape="1">
          <a:blip r:embed="rId3">
            <a:alphaModFix/>
          </a:blip>
          <a:srcRect b="0" l="0" r="0" t="0"/>
          <a:stretch/>
        </p:blipFill>
        <p:spPr>
          <a:xfrm rot="3760750">
            <a:off x="-1204804" y="1537658"/>
            <a:ext cx="2002458" cy="4559255"/>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2_2">
    <p:spTree>
      <p:nvGrpSpPr>
        <p:cNvPr id="276" name="Shape 276"/>
        <p:cNvGrpSpPr/>
        <p:nvPr/>
      </p:nvGrpSpPr>
      <p:grpSpPr>
        <a:xfrm>
          <a:off x="0" y="0"/>
          <a:ext cx="0" cy="0"/>
          <a:chOff x="0" y="0"/>
          <a:chExt cx="0" cy="0"/>
        </a:xfrm>
      </p:grpSpPr>
      <p:sp>
        <p:nvSpPr>
          <p:cNvPr id="277" name="Google Shape;277;p49"/>
          <p:cNvSpPr txBox="1"/>
          <p:nvPr>
            <p:ph type="title"/>
          </p:nvPr>
        </p:nvSpPr>
        <p:spPr>
          <a:xfrm>
            <a:off x="909400" y="3204375"/>
            <a:ext cx="21696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400"/>
              <a:buNone/>
              <a:defRPr sz="22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278" name="Google Shape;278;p49"/>
          <p:cNvSpPr txBox="1"/>
          <p:nvPr>
            <p:ph idx="1" type="subTitle"/>
          </p:nvPr>
        </p:nvSpPr>
        <p:spPr>
          <a:xfrm>
            <a:off x="909400" y="3572884"/>
            <a:ext cx="2169600" cy="677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a:lvl1pPr>
            <a:lvl2pPr lvl="1" algn="l">
              <a:lnSpc>
                <a:spcPct val="100000"/>
              </a:lnSpc>
              <a:spcBef>
                <a:spcPts val="0"/>
              </a:spcBef>
              <a:spcAft>
                <a:spcPts val="0"/>
              </a:spcAft>
              <a:buSzPts val="1600"/>
              <a:buNone/>
              <a:defRPr/>
            </a:lvl2pPr>
            <a:lvl3pPr lvl="2" algn="l">
              <a:lnSpc>
                <a:spcPct val="100000"/>
              </a:lnSpc>
              <a:spcBef>
                <a:spcPts val="0"/>
              </a:spcBef>
              <a:spcAft>
                <a:spcPts val="0"/>
              </a:spcAft>
              <a:buSzPts val="1600"/>
              <a:buNone/>
              <a:defRPr/>
            </a:lvl3pPr>
            <a:lvl4pPr lvl="3" algn="l">
              <a:lnSpc>
                <a:spcPct val="100000"/>
              </a:lnSpc>
              <a:spcBef>
                <a:spcPts val="0"/>
              </a:spcBef>
              <a:spcAft>
                <a:spcPts val="0"/>
              </a:spcAft>
              <a:buSzPts val="1600"/>
              <a:buNone/>
              <a:defRPr/>
            </a:lvl4pPr>
            <a:lvl5pPr lvl="4" algn="l">
              <a:lnSpc>
                <a:spcPct val="100000"/>
              </a:lnSpc>
              <a:spcBef>
                <a:spcPts val="0"/>
              </a:spcBef>
              <a:spcAft>
                <a:spcPts val="0"/>
              </a:spcAft>
              <a:buSzPts val="1600"/>
              <a:buNone/>
              <a:defRPr/>
            </a:lvl5pPr>
            <a:lvl6pPr lvl="5" algn="l">
              <a:lnSpc>
                <a:spcPct val="100000"/>
              </a:lnSpc>
              <a:spcBef>
                <a:spcPts val="0"/>
              </a:spcBef>
              <a:spcAft>
                <a:spcPts val="0"/>
              </a:spcAft>
              <a:buSzPts val="1600"/>
              <a:buNone/>
              <a:defRPr/>
            </a:lvl6pPr>
            <a:lvl7pPr lvl="6" algn="l">
              <a:lnSpc>
                <a:spcPct val="100000"/>
              </a:lnSpc>
              <a:spcBef>
                <a:spcPts val="0"/>
              </a:spcBef>
              <a:spcAft>
                <a:spcPts val="0"/>
              </a:spcAft>
              <a:buSzPts val="1600"/>
              <a:buNone/>
              <a:defRPr/>
            </a:lvl7pPr>
            <a:lvl8pPr lvl="7" algn="l">
              <a:lnSpc>
                <a:spcPct val="100000"/>
              </a:lnSpc>
              <a:spcBef>
                <a:spcPts val="0"/>
              </a:spcBef>
              <a:spcAft>
                <a:spcPts val="0"/>
              </a:spcAft>
              <a:buSzPts val="1600"/>
              <a:buNone/>
              <a:defRPr/>
            </a:lvl8pPr>
            <a:lvl9pPr lvl="8" algn="l">
              <a:lnSpc>
                <a:spcPct val="100000"/>
              </a:lnSpc>
              <a:spcBef>
                <a:spcPts val="0"/>
              </a:spcBef>
              <a:spcAft>
                <a:spcPts val="0"/>
              </a:spcAft>
              <a:buSzPts val="1600"/>
              <a:buNone/>
              <a:defRPr/>
            </a:lvl9pPr>
          </a:lstStyle>
          <a:p/>
        </p:txBody>
      </p:sp>
      <p:sp>
        <p:nvSpPr>
          <p:cNvPr id="279" name="Google Shape;279;p49"/>
          <p:cNvSpPr txBox="1"/>
          <p:nvPr>
            <p:ph idx="2" type="title"/>
          </p:nvPr>
        </p:nvSpPr>
        <p:spPr>
          <a:xfrm>
            <a:off x="713225" y="539500"/>
            <a:ext cx="77175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a:lvl2pPr>
            <a:lvl3pPr lvl="2" algn="ctr">
              <a:lnSpc>
                <a:spcPct val="100000"/>
              </a:lnSpc>
              <a:spcBef>
                <a:spcPts val="0"/>
              </a:spcBef>
              <a:spcAft>
                <a:spcPts val="0"/>
              </a:spcAft>
              <a:buSzPts val="2800"/>
              <a:buNone/>
              <a:defRPr/>
            </a:lvl3pPr>
            <a:lvl4pPr lvl="3" algn="ctr">
              <a:lnSpc>
                <a:spcPct val="100000"/>
              </a:lnSpc>
              <a:spcBef>
                <a:spcPts val="0"/>
              </a:spcBef>
              <a:spcAft>
                <a:spcPts val="0"/>
              </a:spcAft>
              <a:buSzPts val="2800"/>
              <a:buNone/>
              <a:defRPr/>
            </a:lvl4pPr>
            <a:lvl5pPr lvl="4" algn="ctr">
              <a:lnSpc>
                <a:spcPct val="100000"/>
              </a:lnSpc>
              <a:spcBef>
                <a:spcPts val="0"/>
              </a:spcBef>
              <a:spcAft>
                <a:spcPts val="0"/>
              </a:spcAft>
              <a:buSzPts val="2800"/>
              <a:buNone/>
              <a:defRPr/>
            </a:lvl5pPr>
            <a:lvl6pPr lvl="5" algn="ctr">
              <a:lnSpc>
                <a:spcPct val="100000"/>
              </a:lnSpc>
              <a:spcBef>
                <a:spcPts val="0"/>
              </a:spcBef>
              <a:spcAft>
                <a:spcPts val="0"/>
              </a:spcAft>
              <a:buSzPts val="2800"/>
              <a:buNone/>
              <a:defRPr/>
            </a:lvl6pPr>
            <a:lvl7pPr lvl="6" algn="ctr">
              <a:lnSpc>
                <a:spcPct val="100000"/>
              </a:lnSpc>
              <a:spcBef>
                <a:spcPts val="0"/>
              </a:spcBef>
              <a:spcAft>
                <a:spcPts val="0"/>
              </a:spcAft>
              <a:buSzPts val="2800"/>
              <a:buNone/>
              <a:defRPr/>
            </a:lvl7pPr>
            <a:lvl8pPr lvl="7" algn="ctr">
              <a:lnSpc>
                <a:spcPct val="100000"/>
              </a:lnSpc>
              <a:spcBef>
                <a:spcPts val="0"/>
              </a:spcBef>
              <a:spcAft>
                <a:spcPts val="0"/>
              </a:spcAft>
              <a:buSzPts val="2800"/>
              <a:buNone/>
              <a:defRPr/>
            </a:lvl8pPr>
            <a:lvl9pPr lvl="8" algn="ctr">
              <a:lnSpc>
                <a:spcPct val="100000"/>
              </a:lnSpc>
              <a:spcBef>
                <a:spcPts val="0"/>
              </a:spcBef>
              <a:spcAft>
                <a:spcPts val="0"/>
              </a:spcAft>
              <a:buSzPts val="2800"/>
              <a:buNone/>
              <a:defRPr/>
            </a:lvl9pPr>
          </a:lstStyle>
          <a:p/>
        </p:txBody>
      </p:sp>
      <p:sp>
        <p:nvSpPr>
          <p:cNvPr id="280" name="Google Shape;280;p49"/>
          <p:cNvSpPr txBox="1"/>
          <p:nvPr>
            <p:ph idx="3" type="title"/>
          </p:nvPr>
        </p:nvSpPr>
        <p:spPr>
          <a:xfrm>
            <a:off x="3487101" y="3204375"/>
            <a:ext cx="21696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400"/>
              <a:buNone/>
              <a:defRPr sz="22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281" name="Google Shape;281;p49"/>
          <p:cNvSpPr txBox="1"/>
          <p:nvPr>
            <p:ph idx="4" type="subTitle"/>
          </p:nvPr>
        </p:nvSpPr>
        <p:spPr>
          <a:xfrm>
            <a:off x="3487100" y="3572884"/>
            <a:ext cx="2169600" cy="677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a:lvl1pPr>
            <a:lvl2pPr lvl="1" algn="l">
              <a:lnSpc>
                <a:spcPct val="100000"/>
              </a:lnSpc>
              <a:spcBef>
                <a:spcPts val="0"/>
              </a:spcBef>
              <a:spcAft>
                <a:spcPts val="0"/>
              </a:spcAft>
              <a:buSzPts val="1600"/>
              <a:buNone/>
              <a:defRPr/>
            </a:lvl2pPr>
            <a:lvl3pPr lvl="2" algn="l">
              <a:lnSpc>
                <a:spcPct val="100000"/>
              </a:lnSpc>
              <a:spcBef>
                <a:spcPts val="0"/>
              </a:spcBef>
              <a:spcAft>
                <a:spcPts val="0"/>
              </a:spcAft>
              <a:buSzPts val="1600"/>
              <a:buNone/>
              <a:defRPr/>
            </a:lvl3pPr>
            <a:lvl4pPr lvl="3" algn="l">
              <a:lnSpc>
                <a:spcPct val="100000"/>
              </a:lnSpc>
              <a:spcBef>
                <a:spcPts val="0"/>
              </a:spcBef>
              <a:spcAft>
                <a:spcPts val="0"/>
              </a:spcAft>
              <a:buSzPts val="1600"/>
              <a:buNone/>
              <a:defRPr/>
            </a:lvl4pPr>
            <a:lvl5pPr lvl="4" algn="l">
              <a:lnSpc>
                <a:spcPct val="100000"/>
              </a:lnSpc>
              <a:spcBef>
                <a:spcPts val="0"/>
              </a:spcBef>
              <a:spcAft>
                <a:spcPts val="0"/>
              </a:spcAft>
              <a:buSzPts val="1600"/>
              <a:buNone/>
              <a:defRPr/>
            </a:lvl5pPr>
            <a:lvl6pPr lvl="5" algn="l">
              <a:lnSpc>
                <a:spcPct val="100000"/>
              </a:lnSpc>
              <a:spcBef>
                <a:spcPts val="0"/>
              </a:spcBef>
              <a:spcAft>
                <a:spcPts val="0"/>
              </a:spcAft>
              <a:buSzPts val="1600"/>
              <a:buNone/>
              <a:defRPr/>
            </a:lvl6pPr>
            <a:lvl7pPr lvl="6" algn="l">
              <a:lnSpc>
                <a:spcPct val="100000"/>
              </a:lnSpc>
              <a:spcBef>
                <a:spcPts val="0"/>
              </a:spcBef>
              <a:spcAft>
                <a:spcPts val="0"/>
              </a:spcAft>
              <a:buSzPts val="1600"/>
              <a:buNone/>
              <a:defRPr/>
            </a:lvl7pPr>
            <a:lvl8pPr lvl="7" algn="l">
              <a:lnSpc>
                <a:spcPct val="100000"/>
              </a:lnSpc>
              <a:spcBef>
                <a:spcPts val="0"/>
              </a:spcBef>
              <a:spcAft>
                <a:spcPts val="0"/>
              </a:spcAft>
              <a:buSzPts val="1600"/>
              <a:buNone/>
              <a:defRPr/>
            </a:lvl8pPr>
            <a:lvl9pPr lvl="8" algn="l">
              <a:lnSpc>
                <a:spcPct val="100000"/>
              </a:lnSpc>
              <a:spcBef>
                <a:spcPts val="0"/>
              </a:spcBef>
              <a:spcAft>
                <a:spcPts val="0"/>
              </a:spcAft>
              <a:buSzPts val="1600"/>
              <a:buNone/>
              <a:defRPr/>
            </a:lvl9pPr>
          </a:lstStyle>
          <a:p/>
        </p:txBody>
      </p:sp>
      <p:sp>
        <p:nvSpPr>
          <p:cNvPr id="282" name="Google Shape;282;p49"/>
          <p:cNvSpPr txBox="1"/>
          <p:nvPr>
            <p:ph idx="5" type="title"/>
          </p:nvPr>
        </p:nvSpPr>
        <p:spPr>
          <a:xfrm>
            <a:off x="6064802" y="3204375"/>
            <a:ext cx="21696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400"/>
              <a:buNone/>
              <a:defRPr sz="22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283" name="Google Shape;283;p49"/>
          <p:cNvSpPr txBox="1"/>
          <p:nvPr>
            <p:ph idx="6" type="subTitle"/>
          </p:nvPr>
        </p:nvSpPr>
        <p:spPr>
          <a:xfrm>
            <a:off x="6064800" y="3572884"/>
            <a:ext cx="2169600" cy="677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a:lvl1pPr>
            <a:lvl2pPr lvl="1" algn="l">
              <a:lnSpc>
                <a:spcPct val="100000"/>
              </a:lnSpc>
              <a:spcBef>
                <a:spcPts val="0"/>
              </a:spcBef>
              <a:spcAft>
                <a:spcPts val="0"/>
              </a:spcAft>
              <a:buSzPts val="1600"/>
              <a:buNone/>
              <a:defRPr/>
            </a:lvl2pPr>
            <a:lvl3pPr lvl="2" algn="l">
              <a:lnSpc>
                <a:spcPct val="100000"/>
              </a:lnSpc>
              <a:spcBef>
                <a:spcPts val="0"/>
              </a:spcBef>
              <a:spcAft>
                <a:spcPts val="0"/>
              </a:spcAft>
              <a:buSzPts val="1600"/>
              <a:buNone/>
              <a:defRPr/>
            </a:lvl3pPr>
            <a:lvl4pPr lvl="3" algn="l">
              <a:lnSpc>
                <a:spcPct val="100000"/>
              </a:lnSpc>
              <a:spcBef>
                <a:spcPts val="0"/>
              </a:spcBef>
              <a:spcAft>
                <a:spcPts val="0"/>
              </a:spcAft>
              <a:buSzPts val="1600"/>
              <a:buNone/>
              <a:defRPr/>
            </a:lvl4pPr>
            <a:lvl5pPr lvl="4" algn="l">
              <a:lnSpc>
                <a:spcPct val="100000"/>
              </a:lnSpc>
              <a:spcBef>
                <a:spcPts val="0"/>
              </a:spcBef>
              <a:spcAft>
                <a:spcPts val="0"/>
              </a:spcAft>
              <a:buSzPts val="1600"/>
              <a:buNone/>
              <a:defRPr/>
            </a:lvl5pPr>
            <a:lvl6pPr lvl="5" algn="l">
              <a:lnSpc>
                <a:spcPct val="100000"/>
              </a:lnSpc>
              <a:spcBef>
                <a:spcPts val="0"/>
              </a:spcBef>
              <a:spcAft>
                <a:spcPts val="0"/>
              </a:spcAft>
              <a:buSzPts val="1600"/>
              <a:buNone/>
              <a:defRPr/>
            </a:lvl6pPr>
            <a:lvl7pPr lvl="6" algn="l">
              <a:lnSpc>
                <a:spcPct val="100000"/>
              </a:lnSpc>
              <a:spcBef>
                <a:spcPts val="0"/>
              </a:spcBef>
              <a:spcAft>
                <a:spcPts val="0"/>
              </a:spcAft>
              <a:buSzPts val="1600"/>
              <a:buNone/>
              <a:defRPr/>
            </a:lvl7pPr>
            <a:lvl8pPr lvl="7" algn="l">
              <a:lnSpc>
                <a:spcPct val="100000"/>
              </a:lnSpc>
              <a:spcBef>
                <a:spcPts val="0"/>
              </a:spcBef>
              <a:spcAft>
                <a:spcPts val="0"/>
              </a:spcAft>
              <a:buSzPts val="1600"/>
              <a:buNone/>
              <a:defRPr/>
            </a:lvl8pPr>
            <a:lvl9pPr lvl="8" algn="l">
              <a:lnSpc>
                <a:spcPct val="100000"/>
              </a:lnSpc>
              <a:spcBef>
                <a:spcPts val="0"/>
              </a:spcBef>
              <a:spcAft>
                <a:spcPts val="0"/>
              </a:spcAft>
              <a:buSzPts val="1600"/>
              <a:buNone/>
              <a:defRPr/>
            </a:lvl9pPr>
          </a:lstStyle>
          <a:p/>
        </p:txBody>
      </p:sp>
      <p:pic>
        <p:nvPicPr>
          <p:cNvPr id="284" name="Google Shape;284;p49"/>
          <p:cNvPicPr preferRelativeResize="0"/>
          <p:nvPr/>
        </p:nvPicPr>
        <p:blipFill rotWithShape="1">
          <a:blip r:embed="rId2">
            <a:alphaModFix/>
          </a:blip>
          <a:srcRect b="0" l="0" r="0" t="0"/>
          <a:stretch/>
        </p:blipFill>
        <p:spPr>
          <a:xfrm rot="5400000">
            <a:off x="3365525" y="4494600"/>
            <a:ext cx="1393300" cy="1349250"/>
          </a:xfrm>
          <a:prstGeom prst="rect">
            <a:avLst/>
          </a:prstGeom>
          <a:noFill/>
          <a:ln>
            <a:noFill/>
          </a:ln>
        </p:spPr>
      </p:pic>
      <p:pic>
        <p:nvPicPr>
          <p:cNvPr id="285" name="Google Shape;285;p49"/>
          <p:cNvPicPr preferRelativeResize="0"/>
          <p:nvPr/>
        </p:nvPicPr>
        <p:blipFill rotWithShape="1">
          <a:blip r:embed="rId3">
            <a:alphaModFix/>
          </a:blip>
          <a:srcRect b="0" l="0" r="0" t="0"/>
          <a:stretch/>
        </p:blipFill>
        <p:spPr>
          <a:xfrm rot="-5400000">
            <a:off x="8218200" y="3327325"/>
            <a:ext cx="1659025" cy="1532125"/>
          </a:xfrm>
          <a:prstGeom prst="rect">
            <a:avLst/>
          </a:prstGeom>
          <a:noFill/>
          <a:ln>
            <a:noFill/>
          </a:ln>
        </p:spPr>
      </p:pic>
      <p:pic>
        <p:nvPicPr>
          <p:cNvPr id="286" name="Google Shape;286;p49"/>
          <p:cNvPicPr preferRelativeResize="0"/>
          <p:nvPr/>
        </p:nvPicPr>
        <p:blipFill rotWithShape="1">
          <a:blip r:embed="rId4">
            <a:alphaModFix/>
          </a:blip>
          <a:srcRect b="0" l="0" r="0" t="0"/>
          <a:stretch/>
        </p:blipFill>
        <p:spPr>
          <a:xfrm rot="-9355986">
            <a:off x="-232067" y="311450"/>
            <a:ext cx="1328784" cy="3223299"/>
          </a:xfrm>
          <a:prstGeom prst="rect">
            <a:avLst/>
          </a:prstGeom>
          <a:noFill/>
          <a:ln>
            <a:noFill/>
          </a:ln>
        </p:spPr>
      </p:pic>
      <p:pic>
        <p:nvPicPr>
          <p:cNvPr id="287" name="Google Shape;287;p49"/>
          <p:cNvPicPr preferRelativeResize="0"/>
          <p:nvPr/>
        </p:nvPicPr>
        <p:blipFill rotWithShape="1">
          <a:blip r:embed="rId5">
            <a:alphaModFix/>
          </a:blip>
          <a:srcRect b="0" l="0" r="0" t="0"/>
          <a:stretch/>
        </p:blipFill>
        <p:spPr>
          <a:xfrm rot="-8611223">
            <a:off x="2644600" y="4491875"/>
            <a:ext cx="2835150" cy="2032750"/>
          </a:xfrm>
          <a:prstGeom prst="rect">
            <a:avLst/>
          </a:prstGeom>
          <a:noFill/>
          <a:ln>
            <a:noFill/>
          </a:ln>
        </p:spPr>
      </p:pic>
      <p:pic>
        <p:nvPicPr>
          <p:cNvPr id="288" name="Google Shape;288;p49"/>
          <p:cNvPicPr preferRelativeResize="0"/>
          <p:nvPr/>
        </p:nvPicPr>
        <p:blipFill rotWithShape="1">
          <a:blip r:embed="rId6">
            <a:alphaModFix/>
          </a:blip>
          <a:srcRect b="0" l="0" r="0" t="0"/>
          <a:stretch/>
        </p:blipFill>
        <p:spPr>
          <a:xfrm rot="-5400008">
            <a:off x="7571045" y="-1740127"/>
            <a:ext cx="2002458" cy="4559254"/>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2">
  <p:cSld name="CUSTOM_2_2_1">
    <p:spTree>
      <p:nvGrpSpPr>
        <p:cNvPr id="289" name="Shape 289"/>
        <p:cNvGrpSpPr/>
        <p:nvPr/>
      </p:nvGrpSpPr>
      <p:grpSpPr>
        <a:xfrm>
          <a:off x="0" y="0"/>
          <a:ext cx="0" cy="0"/>
          <a:chOff x="0" y="0"/>
          <a:chExt cx="0" cy="0"/>
        </a:xfrm>
      </p:grpSpPr>
      <p:sp>
        <p:nvSpPr>
          <p:cNvPr id="290" name="Google Shape;290;p50"/>
          <p:cNvSpPr txBox="1"/>
          <p:nvPr>
            <p:ph type="title"/>
          </p:nvPr>
        </p:nvSpPr>
        <p:spPr>
          <a:xfrm>
            <a:off x="1986650" y="1320550"/>
            <a:ext cx="27489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None/>
              <a:defRPr sz="22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291" name="Google Shape;291;p50"/>
          <p:cNvSpPr txBox="1"/>
          <p:nvPr>
            <p:ph idx="1" type="subTitle"/>
          </p:nvPr>
        </p:nvSpPr>
        <p:spPr>
          <a:xfrm>
            <a:off x="1986650" y="1687090"/>
            <a:ext cx="2748900" cy="677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600"/>
              <a:buNone/>
              <a:defRPr/>
            </a:lvl1pPr>
            <a:lvl2pPr lvl="1" algn="l">
              <a:lnSpc>
                <a:spcPct val="100000"/>
              </a:lnSpc>
              <a:spcBef>
                <a:spcPts val="0"/>
              </a:spcBef>
              <a:spcAft>
                <a:spcPts val="0"/>
              </a:spcAft>
              <a:buSzPts val="1600"/>
              <a:buNone/>
              <a:defRPr/>
            </a:lvl2pPr>
            <a:lvl3pPr lvl="2" algn="l">
              <a:lnSpc>
                <a:spcPct val="100000"/>
              </a:lnSpc>
              <a:spcBef>
                <a:spcPts val="0"/>
              </a:spcBef>
              <a:spcAft>
                <a:spcPts val="0"/>
              </a:spcAft>
              <a:buSzPts val="1600"/>
              <a:buNone/>
              <a:defRPr/>
            </a:lvl3pPr>
            <a:lvl4pPr lvl="3" algn="l">
              <a:lnSpc>
                <a:spcPct val="100000"/>
              </a:lnSpc>
              <a:spcBef>
                <a:spcPts val="0"/>
              </a:spcBef>
              <a:spcAft>
                <a:spcPts val="0"/>
              </a:spcAft>
              <a:buSzPts val="1600"/>
              <a:buNone/>
              <a:defRPr/>
            </a:lvl4pPr>
            <a:lvl5pPr lvl="4" algn="l">
              <a:lnSpc>
                <a:spcPct val="100000"/>
              </a:lnSpc>
              <a:spcBef>
                <a:spcPts val="0"/>
              </a:spcBef>
              <a:spcAft>
                <a:spcPts val="0"/>
              </a:spcAft>
              <a:buSzPts val="1600"/>
              <a:buNone/>
              <a:defRPr/>
            </a:lvl5pPr>
            <a:lvl6pPr lvl="5" algn="l">
              <a:lnSpc>
                <a:spcPct val="100000"/>
              </a:lnSpc>
              <a:spcBef>
                <a:spcPts val="0"/>
              </a:spcBef>
              <a:spcAft>
                <a:spcPts val="0"/>
              </a:spcAft>
              <a:buSzPts val="1600"/>
              <a:buNone/>
              <a:defRPr/>
            </a:lvl6pPr>
            <a:lvl7pPr lvl="6" algn="l">
              <a:lnSpc>
                <a:spcPct val="100000"/>
              </a:lnSpc>
              <a:spcBef>
                <a:spcPts val="0"/>
              </a:spcBef>
              <a:spcAft>
                <a:spcPts val="0"/>
              </a:spcAft>
              <a:buSzPts val="1600"/>
              <a:buNone/>
              <a:defRPr/>
            </a:lvl7pPr>
            <a:lvl8pPr lvl="7" algn="l">
              <a:lnSpc>
                <a:spcPct val="100000"/>
              </a:lnSpc>
              <a:spcBef>
                <a:spcPts val="0"/>
              </a:spcBef>
              <a:spcAft>
                <a:spcPts val="0"/>
              </a:spcAft>
              <a:buSzPts val="1600"/>
              <a:buNone/>
              <a:defRPr/>
            </a:lvl8pPr>
            <a:lvl9pPr lvl="8" algn="l">
              <a:lnSpc>
                <a:spcPct val="100000"/>
              </a:lnSpc>
              <a:spcBef>
                <a:spcPts val="0"/>
              </a:spcBef>
              <a:spcAft>
                <a:spcPts val="0"/>
              </a:spcAft>
              <a:buSzPts val="1600"/>
              <a:buNone/>
              <a:defRPr/>
            </a:lvl9pPr>
          </a:lstStyle>
          <a:p/>
        </p:txBody>
      </p:sp>
      <p:sp>
        <p:nvSpPr>
          <p:cNvPr id="292" name="Google Shape;292;p50"/>
          <p:cNvSpPr txBox="1"/>
          <p:nvPr>
            <p:ph idx="2" type="title"/>
          </p:nvPr>
        </p:nvSpPr>
        <p:spPr>
          <a:xfrm>
            <a:off x="713225" y="539500"/>
            <a:ext cx="77175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a:lvl2pPr>
            <a:lvl3pPr lvl="2" algn="ctr">
              <a:lnSpc>
                <a:spcPct val="100000"/>
              </a:lnSpc>
              <a:spcBef>
                <a:spcPts val="0"/>
              </a:spcBef>
              <a:spcAft>
                <a:spcPts val="0"/>
              </a:spcAft>
              <a:buSzPts val="2800"/>
              <a:buNone/>
              <a:defRPr/>
            </a:lvl3pPr>
            <a:lvl4pPr lvl="3" algn="ctr">
              <a:lnSpc>
                <a:spcPct val="100000"/>
              </a:lnSpc>
              <a:spcBef>
                <a:spcPts val="0"/>
              </a:spcBef>
              <a:spcAft>
                <a:spcPts val="0"/>
              </a:spcAft>
              <a:buSzPts val="2800"/>
              <a:buNone/>
              <a:defRPr/>
            </a:lvl4pPr>
            <a:lvl5pPr lvl="4" algn="ctr">
              <a:lnSpc>
                <a:spcPct val="100000"/>
              </a:lnSpc>
              <a:spcBef>
                <a:spcPts val="0"/>
              </a:spcBef>
              <a:spcAft>
                <a:spcPts val="0"/>
              </a:spcAft>
              <a:buSzPts val="2800"/>
              <a:buNone/>
              <a:defRPr/>
            </a:lvl5pPr>
            <a:lvl6pPr lvl="5" algn="ctr">
              <a:lnSpc>
                <a:spcPct val="100000"/>
              </a:lnSpc>
              <a:spcBef>
                <a:spcPts val="0"/>
              </a:spcBef>
              <a:spcAft>
                <a:spcPts val="0"/>
              </a:spcAft>
              <a:buSzPts val="2800"/>
              <a:buNone/>
              <a:defRPr/>
            </a:lvl6pPr>
            <a:lvl7pPr lvl="6" algn="ctr">
              <a:lnSpc>
                <a:spcPct val="100000"/>
              </a:lnSpc>
              <a:spcBef>
                <a:spcPts val="0"/>
              </a:spcBef>
              <a:spcAft>
                <a:spcPts val="0"/>
              </a:spcAft>
              <a:buSzPts val="2800"/>
              <a:buNone/>
              <a:defRPr/>
            </a:lvl7pPr>
            <a:lvl8pPr lvl="7" algn="ctr">
              <a:lnSpc>
                <a:spcPct val="100000"/>
              </a:lnSpc>
              <a:spcBef>
                <a:spcPts val="0"/>
              </a:spcBef>
              <a:spcAft>
                <a:spcPts val="0"/>
              </a:spcAft>
              <a:buSzPts val="2800"/>
              <a:buNone/>
              <a:defRPr/>
            </a:lvl8pPr>
            <a:lvl9pPr lvl="8" algn="ctr">
              <a:lnSpc>
                <a:spcPct val="100000"/>
              </a:lnSpc>
              <a:spcBef>
                <a:spcPts val="0"/>
              </a:spcBef>
              <a:spcAft>
                <a:spcPts val="0"/>
              </a:spcAft>
              <a:buSzPts val="2800"/>
              <a:buNone/>
              <a:defRPr/>
            </a:lvl9pPr>
          </a:lstStyle>
          <a:p/>
        </p:txBody>
      </p:sp>
      <p:sp>
        <p:nvSpPr>
          <p:cNvPr id="293" name="Google Shape;293;p50"/>
          <p:cNvSpPr txBox="1"/>
          <p:nvPr>
            <p:ph idx="3" type="title"/>
          </p:nvPr>
        </p:nvSpPr>
        <p:spPr>
          <a:xfrm>
            <a:off x="1986651" y="2410105"/>
            <a:ext cx="27489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None/>
              <a:defRPr sz="22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294" name="Google Shape;294;p50"/>
          <p:cNvSpPr txBox="1"/>
          <p:nvPr>
            <p:ph idx="4" type="subTitle"/>
          </p:nvPr>
        </p:nvSpPr>
        <p:spPr>
          <a:xfrm>
            <a:off x="1986650" y="2767986"/>
            <a:ext cx="2748900" cy="677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600"/>
              <a:buNone/>
              <a:defRPr/>
            </a:lvl1pPr>
            <a:lvl2pPr lvl="1" algn="l">
              <a:lnSpc>
                <a:spcPct val="100000"/>
              </a:lnSpc>
              <a:spcBef>
                <a:spcPts val="0"/>
              </a:spcBef>
              <a:spcAft>
                <a:spcPts val="0"/>
              </a:spcAft>
              <a:buSzPts val="1600"/>
              <a:buNone/>
              <a:defRPr/>
            </a:lvl2pPr>
            <a:lvl3pPr lvl="2" algn="l">
              <a:lnSpc>
                <a:spcPct val="100000"/>
              </a:lnSpc>
              <a:spcBef>
                <a:spcPts val="0"/>
              </a:spcBef>
              <a:spcAft>
                <a:spcPts val="0"/>
              </a:spcAft>
              <a:buSzPts val="1600"/>
              <a:buNone/>
              <a:defRPr/>
            </a:lvl3pPr>
            <a:lvl4pPr lvl="3" algn="l">
              <a:lnSpc>
                <a:spcPct val="100000"/>
              </a:lnSpc>
              <a:spcBef>
                <a:spcPts val="0"/>
              </a:spcBef>
              <a:spcAft>
                <a:spcPts val="0"/>
              </a:spcAft>
              <a:buSzPts val="1600"/>
              <a:buNone/>
              <a:defRPr/>
            </a:lvl4pPr>
            <a:lvl5pPr lvl="4" algn="l">
              <a:lnSpc>
                <a:spcPct val="100000"/>
              </a:lnSpc>
              <a:spcBef>
                <a:spcPts val="0"/>
              </a:spcBef>
              <a:spcAft>
                <a:spcPts val="0"/>
              </a:spcAft>
              <a:buSzPts val="1600"/>
              <a:buNone/>
              <a:defRPr/>
            </a:lvl5pPr>
            <a:lvl6pPr lvl="5" algn="l">
              <a:lnSpc>
                <a:spcPct val="100000"/>
              </a:lnSpc>
              <a:spcBef>
                <a:spcPts val="0"/>
              </a:spcBef>
              <a:spcAft>
                <a:spcPts val="0"/>
              </a:spcAft>
              <a:buSzPts val="1600"/>
              <a:buNone/>
              <a:defRPr/>
            </a:lvl6pPr>
            <a:lvl7pPr lvl="6" algn="l">
              <a:lnSpc>
                <a:spcPct val="100000"/>
              </a:lnSpc>
              <a:spcBef>
                <a:spcPts val="0"/>
              </a:spcBef>
              <a:spcAft>
                <a:spcPts val="0"/>
              </a:spcAft>
              <a:buSzPts val="1600"/>
              <a:buNone/>
              <a:defRPr/>
            </a:lvl7pPr>
            <a:lvl8pPr lvl="7" algn="l">
              <a:lnSpc>
                <a:spcPct val="100000"/>
              </a:lnSpc>
              <a:spcBef>
                <a:spcPts val="0"/>
              </a:spcBef>
              <a:spcAft>
                <a:spcPts val="0"/>
              </a:spcAft>
              <a:buSzPts val="1600"/>
              <a:buNone/>
              <a:defRPr/>
            </a:lvl8pPr>
            <a:lvl9pPr lvl="8" algn="l">
              <a:lnSpc>
                <a:spcPct val="100000"/>
              </a:lnSpc>
              <a:spcBef>
                <a:spcPts val="0"/>
              </a:spcBef>
              <a:spcAft>
                <a:spcPts val="0"/>
              </a:spcAft>
              <a:buSzPts val="1600"/>
              <a:buNone/>
              <a:defRPr/>
            </a:lvl9pPr>
          </a:lstStyle>
          <a:p/>
        </p:txBody>
      </p:sp>
      <p:sp>
        <p:nvSpPr>
          <p:cNvPr id="295" name="Google Shape;295;p50"/>
          <p:cNvSpPr txBox="1"/>
          <p:nvPr>
            <p:ph idx="5" type="title"/>
          </p:nvPr>
        </p:nvSpPr>
        <p:spPr>
          <a:xfrm>
            <a:off x="1986652" y="3508295"/>
            <a:ext cx="27489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None/>
              <a:defRPr sz="22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296" name="Google Shape;296;p50"/>
          <p:cNvSpPr txBox="1"/>
          <p:nvPr>
            <p:ph idx="6" type="subTitle"/>
          </p:nvPr>
        </p:nvSpPr>
        <p:spPr>
          <a:xfrm>
            <a:off x="1986650" y="3870514"/>
            <a:ext cx="2748900" cy="677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600"/>
              <a:buNone/>
              <a:defRPr/>
            </a:lvl1pPr>
            <a:lvl2pPr lvl="1" algn="l">
              <a:lnSpc>
                <a:spcPct val="100000"/>
              </a:lnSpc>
              <a:spcBef>
                <a:spcPts val="0"/>
              </a:spcBef>
              <a:spcAft>
                <a:spcPts val="0"/>
              </a:spcAft>
              <a:buSzPts val="1600"/>
              <a:buNone/>
              <a:defRPr/>
            </a:lvl2pPr>
            <a:lvl3pPr lvl="2" algn="l">
              <a:lnSpc>
                <a:spcPct val="100000"/>
              </a:lnSpc>
              <a:spcBef>
                <a:spcPts val="0"/>
              </a:spcBef>
              <a:spcAft>
                <a:spcPts val="0"/>
              </a:spcAft>
              <a:buSzPts val="1600"/>
              <a:buNone/>
              <a:defRPr/>
            </a:lvl3pPr>
            <a:lvl4pPr lvl="3" algn="l">
              <a:lnSpc>
                <a:spcPct val="100000"/>
              </a:lnSpc>
              <a:spcBef>
                <a:spcPts val="0"/>
              </a:spcBef>
              <a:spcAft>
                <a:spcPts val="0"/>
              </a:spcAft>
              <a:buSzPts val="1600"/>
              <a:buNone/>
              <a:defRPr/>
            </a:lvl4pPr>
            <a:lvl5pPr lvl="4" algn="l">
              <a:lnSpc>
                <a:spcPct val="100000"/>
              </a:lnSpc>
              <a:spcBef>
                <a:spcPts val="0"/>
              </a:spcBef>
              <a:spcAft>
                <a:spcPts val="0"/>
              </a:spcAft>
              <a:buSzPts val="1600"/>
              <a:buNone/>
              <a:defRPr/>
            </a:lvl5pPr>
            <a:lvl6pPr lvl="5" algn="l">
              <a:lnSpc>
                <a:spcPct val="100000"/>
              </a:lnSpc>
              <a:spcBef>
                <a:spcPts val="0"/>
              </a:spcBef>
              <a:spcAft>
                <a:spcPts val="0"/>
              </a:spcAft>
              <a:buSzPts val="1600"/>
              <a:buNone/>
              <a:defRPr/>
            </a:lvl6pPr>
            <a:lvl7pPr lvl="6" algn="l">
              <a:lnSpc>
                <a:spcPct val="100000"/>
              </a:lnSpc>
              <a:spcBef>
                <a:spcPts val="0"/>
              </a:spcBef>
              <a:spcAft>
                <a:spcPts val="0"/>
              </a:spcAft>
              <a:buSzPts val="1600"/>
              <a:buNone/>
              <a:defRPr/>
            </a:lvl7pPr>
            <a:lvl8pPr lvl="7" algn="l">
              <a:lnSpc>
                <a:spcPct val="100000"/>
              </a:lnSpc>
              <a:spcBef>
                <a:spcPts val="0"/>
              </a:spcBef>
              <a:spcAft>
                <a:spcPts val="0"/>
              </a:spcAft>
              <a:buSzPts val="1600"/>
              <a:buNone/>
              <a:defRPr/>
            </a:lvl8pPr>
            <a:lvl9pPr lvl="8" algn="l">
              <a:lnSpc>
                <a:spcPct val="100000"/>
              </a:lnSpc>
              <a:spcBef>
                <a:spcPts val="0"/>
              </a:spcBef>
              <a:spcAft>
                <a:spcPts val="0"/>
              </a:spcAft>
              <a:buSzPts val="1600"/>
              <a:buNone/>
              <a:defRPr/>
            </a:lvl9pPr>
          </a:lstStyle>
          <a:p/>
        </p:txBody>
      </p:sp>
      <p:pic>
        <p:nvPicPr>
          <p:cNvPr id="297" name="Google Shape;297;p50"/>
          <p:cNvPicPr preferRelativeResize="0"/>
          <p:nvPr/>
        </p:nvPicPr>
        <p:blipFill rotWithShape="1">
          <a:blip r:embed="rId2">
            <a:alphaModFix/>
          </a:blip>
          <a:srcRect b="0" l="0" r="0" t="0"/>
          <a:stretch/>
        </p:blipFill>
        <p:spPr>
          <a:xfrm rot="-3282886">
            <a:off x="8609178" y="2736320"/>
            <a:ext cx="1774245" cy="4039661"/>
          </a:xfrm>
          <a:prstGeom prst="rect">
            <a:avLst/>
          </a:prstGeom>
          <a:noFill/>
          <a:ln>
            <a:noFill/>
          </a:ln>
        </p:spPr>
      </p:pic>
      <p:pic>
        <p:nvPicPr>
          <p:cNvPr id="298" name="Google Shape;298;p50"/>
          <p:cNvPicPr preferRelativeResize="0"/>
          <p:nvPr/>
        </p:nvPicPr>
        <p:blipFill rotWithShape="1">
          <a:blip r:embed="rId3">
            <a:alphaModFix/>
          </a:blip>
          <a:srcRect b="0" l="0" r="0" t="0"/>
          <a:stretch/>
        </p:blipFill>
        <p:spPr>
          <a:xfrm rot="10800000">
            <a:off x="7797200" y="294118"/>
            <a:ext cx="2504350" cy="1437030"/>
          </a:xfrm>
          <a:prstGeom prst="rect">
            <a:avLst/>
          </a:prstGeom>
          <a:noFill/>
          <a:ln>
            <a:noFill/>
          </a:ln>
        </p:spPr>
      </p:pic>
      <p:pic>
        <p:nvPicPr>
          <p:cNvPr id="299" name="Google Shape;299;p50"/>
          <p:cNvPicPr preferRelativeResize="0"/>
          <p:nvPr/>
        </p:nvPicPr>
        <p:blipFill rotWithShape="1">
          <a:blip r:embed="rId4">
            <a:alphaModFix/>
          </a:blip>
          <a:srcRect b="0" l="0" r="0" t="0"/>
          <a:stretch/>
        </p:blipFill>
        <p:spPr>
          <a:xfrm rot="-4500000">
            <a:off x="-1570436" y="1705650"/>
            <a:ext cx="3031284" cy="2173351"/>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1">
  <p:cSld name="CUSTOM_14">
    <p:spTree>
      <p:nvGrpSpPr>
        <p:cNvPr id="300" name="Shape 300"/>
        <p:cNvGrpSpPr/>
        <p:nvPr/>
      </p:nvGrpSpPr>
      <p:grpSpPr>
        <a:xfrm>
          <a:off x="0" y="0"/>
          <a:ext cx="0" cy="0"/>
          <a:chOff x="0" y="0"/>
          <a:chExt cx="0" cy="0"/>
        </a:xfrm>
      </p:grpSpPr>
      <p:sp>
        <p:nvSpPr>
          <p:cNvPr id="301" name="Google Shape;301;p51"/>
          <p:cNvSpPr txBox="1"/>
          <p:nvPr>
            <p:ph type="title"/>
          </p:nvPr>
        </p:nvSpPr>
        <p:spPr>
          <a:xfrm>
            <a:off x="757075" y="1306896"/>
            <a:ext cx="2169600" cy="488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None/>
              <a:defRPr sz="22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2" name="Google Shape;302;p51"/>
          <p:cNvSpPr txBox="1"/>
          <p:nvPr>
            <p:ph idx="1" type="subTitle"/>
          </p:nvPr>
        </p:nvSpPr>
        <p:spPr>
          <a:xfrm>
            <a:off x="757075" y="1706026"/>
            <a:ext cx="2169600" cy="868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600"/>
              <a:buNone/>
              <a:defRPr/>
            </a:lvl1pPr>
            <a:lvl2pPr lvl="1" algn="l">
              <a:lnSpc>
                <a:spcPct val="100000"/>
              </a:lnSpc>
              <a:spcBef>
                <a:spcPts val="0"/>
              </a:spcBef>
              <a:spcAft>
                <a:spcPts val="0"/>
              </a:spcAft>
              <a:buSzPts val="1600"/>
              <a:buNone/>
              <a:defRPr/>
            </a:lvl2pPr>
            <a:lvl3pPr lvl="2" algn="l">
              <a:lnSpc>
                <a:spcPct val="100000"/>
              </a:lnSpc>
              <a:spcBef>
                <a:spcPts val="0"/>
              </a:spcBef>
              <a:spcAft>
                <a:spcPts val="0"/>
              </a:spcAft>
              <a:buSzPts val="1600"/>
              <a:buNone/>
              <a:defRPr/>
            </a:lvl3pPr>
            <a:lvl4pPr lvl="3" algn="l">
              <a:lnSpc>
                <a:spcPct val="100000"/>
              </a:lnSpc>
              <a:spcBef>
                <a:spcPts val="0"/>
              </a:spcBef>
              <a:spcAft>
                <a:spcPts val="0"/>
              </a:spcAft>
              <a:buSzPts val="1600"/>
              <a:buNone/>
              <a:defRPr/>
            </a:lvl4pPr>
            <a:lvl5pPr lvl="4" algn="l">
              <a:lnSpc>
                <a:spcPct val="100000"/>
              </a:lnSpc>
              <a:spcBef>
                <a:spcPts val="0"/>
              </a:spcBef>
              <a:spcAft>
                <a:spcPts val="0"/>
              </a:spcAft>
              <a:buSzPts val="1600"/>
              <a:buNone/>
              <a:defRPr/>
            </a:lvl5pPr>
            <a:lvl6pPr lvl="5" algn="l">
              <a:lnSpc>
                <a:spcPct val="100000"/>
              </a:lnSpc>
              <a:spcBef>
                <a:spcPts val="0"/>
              </a:spcBef>
              <a:spcAft>
                <a:spcPts val="0"/>
              </a:spcAft>
              <a:buSzPts val="1600"/>
              <a:buNone/>
              <a:defRPr/>
            </a:lvl6pPr>
            <a:lvl7pPr lvl="6" algn="l">
              <a:lnSpc>
                <a:spcPct val="100000"/>
              </a:lnSpc>
              <a:spcBef>
                <a:spcPts val="0"/>
              </a:spcBef>
              <a:spcAft>
                <a:spcPts val="0"/>
              </a:spcAft>
              <a:buSzPts val="1600"/>
              <a:buNone/>
              <a:defRPr/>
            </a:lvl7pPr>
            <a:lvl8pPr lvl="7" algn="l">
              <a:lnSpc>
                <a:spcPct val="100000"/>
              </a:lnSpc>
              <a:spcBef>
                <a:spcPts val="0"/>
              </a:spcBef>
              <a:spcAft>
                <a:spcPts val="0"/>
              </a:spcAft>
              <a:buSzPts val="1600"/>
              <a:buNone/>
              <a:defRPr/>
            </a:lvl8pPr>
            <a:lvl9pPr lvl="8" algn="l">
              <a:lnSpc>
                <a:spcPct val="100000"/>
              </a:lnSpc>
              <a:spcBef>
                <a:spcPts val="0"/>
              </a:spcBef>
              <a:spcAft>
                <a:spcPts val="0"/>
              </a:spcAft>
              <a:buSzPts val="1600"/>
              <a:buNone/>
              <a:defRPr/>
            </a:lvl9pPr>
          </a:lstStyle>
          <a:p/>
        </p:txBody>
      </p:sp>
      <p:sp>
        <p:nvSpPr>
          <p:cNvPr id="303" name="Google Shape;303;p51"/>
          <p:cNvSpPr txBox="1"/>
          <p:nvPr>
            <p:ph idx="2" type="title"/>
          </p:nvPr>
        </p:nvSpPr>
        <p:spPr>
          <a:xfrm>
            <a:off x="713225" y="539500"/>
            <a:ext cx="77175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a:lvl2pPr>
            <a:lvl3pPr lvl="2" algn="ctr">
              <a:lnSpc>
                <a:spcPct val="100000"/>
              </a:lnSpc>
              <a:spcBef>
                <a:spcPts val="0"/>
              </a:spcBef>
              <a:spcAft>
                <a:spcPts val="0"/>
              </a:spcAft>
              <a:buSzPts val="2800"/>
              <a:buNone/>
              <a:defRPr/>
            </a:lvl3pPr>
            <a:lvl4pPr lvl="3" algn="ctr">
              <a:lnSpc>
                <a:spcPct val="100000"/>
              </a:lnSpc>
              <a:spcBef>
                <a:spcPts val="0"/>
              </a:spcBef>
              <a:spcAft>
                <a:spcPts val="0"/>
              </a:spcAft>
              <a:buSzPts val="2800"/>
              <a:buNone/>
              <a:defRPr/>
            </a:lvl4pPr>
            <a:lvl5pPr lvl="4" algn="ctr">
              <a:lnSpc>
                <a:spcPct val="100000"/>
              </a:lnSpc>
              <a:spcBef>
                <a:spcPts val="0"/>
              </a:spcBef>
              <a:spcAft>
                <a:spcPts val="0"/>
              </a:spcAft>
              <a:buSzPts val="2800"/>
              <a:buNone/>
              <a:defRPr/>
            </a:lvl5pPr>
            <a:lvl6pPr lvl="5" algn="ctr">
              <a:lnSpc>
                <a:spcPct val="100000"/>
              </a:lnSpc>
              <a:spcBef>
                <a:spcPts val="0"/>
              </a:spcBef>
              <a:spcAft>
                <a:spcPts val="0"/>
              </a:spcAft>
              <a:buSzPts val="2800"/>
              <a:buNone/>
              <a:defRPr/>
            </a:lvl6pPr>
            <a:lvl7pPr lvl="6" algn="ctr">
              <a:lnSpc>
                <a:spcPct val="100000"/>
              </a:lnSpc>
              <a:spcBef>
                <a:spcPts val="0"/>
              </a:spcBef>
              <a:spcAft>
                <a:spcPts val="0"/>
              </a:spcAft>
              <a:buSzPts val="2800"/>
              <a:buNone/>
              <a:defRPr/>
            </a:lvl7pPr>
            <a:lvl8pPr lvl="7" algn="ctr">
              <a:lnSpc>
                <a:spcPct val="100000"/>
              </a:lnSpc>
              <a:spcBef>
                <a:spcPts val="0"/>
              </a:spcBef>
              <a:spcAft>
                <a:spcPts val="0"/>
              </a:spcAft>
              <a:buSzPts val="2800"/>
              <a:buNone/>
              <a:defRPr/>
            </a:lvl8pPr>
            <a:lvl9pPr lvl="8" algn="ctr">
              <a:lnSpc>
                <a:spcPct val="100000"/>
              </a:lnSpc>
              <a:spcBef>
                <a:spcPts val="0"/>
              </a:spcBef>
              <a:spcAft>
                <a:spcPts val="0"/>
              </a:spcAft>
              <a:buSzPts val="2800"/>
              <a:buNone/>
              <a:defRPr/>
            </a:lvl9pPr>
          </a:lstStyle>
          <a:p/>
        </p:txBody>
      </p:sp>
      <p:sp>
        <p:nvSpPr>
          <p:cNvPr id="304" name="Google Shape;304;p51"/>
          <p:cNvSpPr txBox="1"/>
          <p:nvPr>
            <p:ph idx="3" type="title"/>
          </p:nvPr>
        </p:nvSpPr>
        <p:spPr>
          <a:xfrm>
            <a:off x="757075" y="3304764"/>
            <a:ext cx="2169600" cy="488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None/>
              <a:defRPr sz="22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5" name="Google Shape;305;p51"/>
          <p:cNvSpPr txBox="1"/>
          <p:nvPr>
            <p:ph idx="4" type="subTitle"/>
          </p:nvPr>
        </p:nvSpPr>
        <p:spPr>
          <a:xfrm>
            <a:off x="757075" y="3703903"/>
            <a:ext cx="2169600" cy="845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600"/>
              <a:buNone/>
              <a:defRPr/>
            </a:lvl1pPr>
            <a:lvl2pPr lvl="1" algn="l">
              <a:lnSpc>
                <a:spcPct val="100000"/>
              </a:lnSpc>
              <a:spcBef>
                <a:spcPts val="0"/>
              </a:spcBef>
              <a:spcAft>
                <a:spcPts val="0"/>
              </a:spcAft>
              <a:buSzPts val="1600"/>
              <a:buNone/>
              <a:defRPr/>
            </a:lvl2pPr>
            <a:lvl3pPr lvl="2" algn="l">
              <a:lnSpc>
                <a:spcPct val="100000"/>
              </a:lnSpc>
              <a:spcBef>
                <a:spcPts val="0"/>
              </a:spcBef>
              <a:spcAft>
                <a:spcPts val="0"/>
              </a:spcAft>
              <a:buSzPts val="1600"/>
              <a:buNone/>
              <a:defRPr/>
            </a:lvl3pPr>
            <a:lvl4pPr lvl="3" algn="l">
              <a:lnSpc>
                <a:spcPct val="100000"/>
              </a:lnSpc>
              <a:spcBef>
                <a:spcPts val="0"/>
              </a:spcBef>
              <a:spcAft>
                <a:spcPts val="0"/>
              </a:spcAft>
              <a:buSzPts val="1600"/>
              <a:buNone/>
              <a:defRPr/>
            </a:lvl4pPr>
            <a:lvl5pPr lvl="4" algn="l">
              <a:lnSpc>
                <a:spcPct val="100000"/>
              </a:lnSpc>
              <a:spcBef>
                <a:spcPts val="0"/>
              </a:spcBef>
              <a:spcAft>
                <a:spcPts val="0"/>
              </a:spcAft>
              <a:buSzPts val="1600"/>
              <a:buNone/>
              <a:defRPr/>
            </a:lvl5pPr>
            <a:lvl6pPr lvl="5" algn="l">
              <a:lnSpc>
                <a:spcPct val="100000"/>
              </a:lnSpc>
              <a:spcBef>
                <a:spcPts val="0"/>
              </a:spcBef>
              <a:spcAft>
                <a:spcPts val="0"/>
              </a:spcAft>
              <a:buSzPts val="1600"/>
              <a:buNone/>
              <a:defRPr/>
            </a:lvl6pPr>
            <a:lvl7pPr lvl="6" algn="l">
              <a:lnSpc>
                <a:spcPct val="100000"/>
              </a:lnSpc>
              <a:spcBef>
                <a:spcPts val="0"/>
              </a:spcBef>
              <a:spcAft>
                <a:spcPts val="0"/>
              </a:spcAft>
              <a:buSzPts val="1600"/>
              <a:buNone/>
              <a:defRPr/>
            </a:lvl7pPr>
            <a:lvl8pPr lvl="7" algn="l">
              <a:lnSpc>
                <a:spcPct val="100000"/>
              </a:lnSpc>
              <a:spcBef>
                <a:spcPts val="0"/>
              </a:spcBef>
              <a:spcAft>
                <a:spcPts val="0"/>
              </a:spcAft>
              <a:buSzPts val="1600"/>
              <a:buNone/>
              <a:defRPr/>
            </a:lvl8pPr>
            <a:lvl9pPr lvl="8" algn="l">
              <a:lnSpc>
                <a:spcPct val="100000"/>
              </a:lnSpc>
              <a:spcBef>
                <a:spcPts val="0"/>
              </a:spcBef>
              <a:spcAft>
                <a:spcPts val="0"/>
              </a:spcAft>
              <a:buSzPts val="1600"/>
              <a:buNone/>
              <a:defRPr/>
            </a:lvl9pPr>
          </a:lstStyle>
          <a:p/>
        </p:txBody>
      </p:sp>
      <p:sp>
        <p:nvSpPr>
          <p:cNvPr id="306" name="Google Shape;306;p51"/>
          <p:cNvSpPr txBox="1"/>
          <p:nvPr>
            <p:ph idx="5" type="title"/>
          </p:nvPr>
        </p:nvSpPr>
        <p:spPr>
          <a:xfrm>
            <a:off x="6217275" y="1306896"/>
            <a:ext cx="2169600" cy="4887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2400"/>
              <a:buNone/>
              <a:defRPr sz="2200"/>
            </a:lvl1pPr>
            <a:lvl2pPr lvl="1" algn="r">
              <a:lnSpc>
                <a:spcPct val="100000"/>
              </a:lnSpc>
              <a:spcBef>
                <a:spcPts val="0"/>
              </a:spcBef>
              <a:spcAft>
                <a:spcPts val="0"/>
              </a:spcAft>
              <a:buSzPts val="2400"/>
              <a:buNone/>
              <a:defRPr sz="2400"/>
            </a:lvl2pPr>
            <a:lvl3pPr lvl="2" algn="r">
              <a:lnSpc>
                <a:spcPct val="100000"/>
              </a:lnSpc>
              <a:spcBef>
                <a:spcPts val="0"/>
              </a:spcBef>
              <a:spcAft>
                <a:spcPts val="0"/>
              </a:spcAft>
              <a:buSzPts val="2400"/>
              <a:buNone/>
              <a:defRPr sz="2400"/>
            </a:lvl3pPr>
            <a:lvl4pPr lvl="3" algn="r">
              <a:lnSpc>
                <a:spcPct val="100000"/>
              </a:lnSpc>
              <a:spcBef>
                <a:spcPts val="0"/>
              </a:spcBef>
              <a:spcAft>
                <a:spcPts val="0"/>
              </a:spcAft>
              <a:buSzPts val="2400"/>
              <a:buNone/>
              <a:defRPr sz="2400"/>
            </a:lvl4pPr>
            <a:lvl5pPr lvl="4" algn="r">
              <a:lnSpc>
                <a:spcPct val="100000"/>
              </a:lnSpc>
              <a:spcBef>
                <a:spcPts val="0"/>
              </a:spcBef>
              <a:spcAft>
                <a:spcPts val="0"/>
              </a:spcAft>
              <a:buSzPts val="2400"/>
              <a:buNone/>
              <a:defRPr sz="2400"/>
            </a:lvl5pPr>
            <a:lvl6pPr lvl="5" algn="r">
              <a:lnSpc>
                <a:spcPct val="100000"/>
              </a:lnSpc>
              <a:spcBef>
                <a:spcPts val="0"/>
              </a:spcBef>
              <a:spcAft>
                <a:spcPts val="0"/>
              </a:spcAft>
              <a:buSzPts val="2400"/>
              <a:buNone/>
              <a:defRPr sz="2400"/>
            </a:lvl6pPr>
            <a:lvl7pPr lvl="6" algn="r">
              <a:lnSpc>
                <a:spcPct val="100000"/>
              </a:lnSpc>
              <a:spcBef>
                <a:spcPts val="0"/>
              </a:spcBef>
              <a:spcAft>
                <a:spcPts val="0"/>
              </a:spcAft>
              <a:buSzPts val="2400"/>
              <a:buNone/>
              <a:defRPr sz="2400"/>
            </a:lvl7pPr>
            <a:lvl8pPr lvl="7" algn="r">
              <a:lnSpc>
                <a:spcPct val="100000"/>
              </a:lnSpc>
              <a:spcBef>
                <a:spcPts val="0"/>
              </a:spcBef>
              <a:spcAft>
                <a:spcPts val="0"/>
              </a:spcAft>
              <a:buSzPts val="2400"/>
              <a:buNone/>
              <a:defRPr sz="2400"/>
            </a:lvl8pPr>
            <a:lvl9pPr lvl="8" algn="r">
              <a:lnSpc>
                <a:spcPct val="100000"/>
              </a:lnSpc>
              <a:spcBef>
                <a:spcPts val="0"/>
              </a:spcBef>
              <a:spcAft>
                <a:spcPts val="0"/>
              </a:spcAft>
              <a:buSzPts val="2400"/>
              <a:buNone/>
              <a:defRPr sz="2400"/>
            </a:lvl9pPr>
          </a:lstStyle>
          <a:p/>
        </p:txBody>
      </p:sp>
      <p:sp>
        <p:nvSpPr>
          <p:cNvPr id="307" name="Google Shape;307;p51"/>
          <p:cNvSpPr txBox="1"/>
          <p:nvPr>
            <p:ph idx="6" type="subTitle"/>
          </p:nvPr>
        </p:nvSpPr>
        <p:spPr>
          <a:xfrm>
            <a:off x="6217275" y="1706026"/>
            <a:ext cx="2169600" cy="8688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1600"/>
              <a:buNone/>
              <a:defRPr/>
            </a:lvl1pPr>
            <a:lvl2pPr lvl="1" algn="r">
              <a:lnSpc>
                <a:spcPct val="100000"/>
              </a:lnSpc>
              <a:spcBef>
                <a:spcPts val="0"/>
              </a:spcBef>
              <a:spcAft>
                <a:spcPts val="0"/>
              </a:spcAft>
              <a:buSzPts val="1600"/>
              <a:buNone/>
              <a:defRPr/>
            </a:lvl2pPr>
            <a:lvl3pPr lvl="2" algn="r">
              <a:lnSpc>
                <a:spcPct val="100000"/>
              </a:lnSpc>
              <a:spcBef>
                <a:spcPts val="0"/>
              </a:spcBef>
              <a:spcAft>
                <a:spcPts val="0"/>
              </a:spcAft>
              <a:buSzPts val="1600"/>
              <a:buNone/>
              <a:defRPr/>
            </a:lvl3pPr>
            <a:lvl4pPr lvl="3" algn="r">
              <a:lnSpc>
                <a:spcPct val="100000"/>
              </a:lnSpc>
              <a:spcBef>
                <a:spcPts val="0"/>
              </a:spcBef>
              <a:spcAft>
                <a:spcPts val="0"/>
              </a:spcAft>
              <a:buSzPts val="1600"/>
              <a:buNone/>
              <a:defRPr/>
            </a:lvl4pPr>
            <a:lvl5pPr lvl="4" algn="r">
              <a:lnSpc>
                <a:spcPct val="100000"/>
              </a:lnSpc>
              <a:spcBef>
                <a:spcPts val="0"/>
              </a:spcBef>
              <a:spcAft>
                <a:spcPts val="0"/>
              </a:spcAft>
              <a:buSzPts val="1600"/>
              <a:buNone/>
              <a:defRPr/>
            </a:lvl5pPr>
            <a:lvl6pPr lvl="5" algn="r">
              <a:lnSpc>
                <a:spcPct val="100000"/>
              </a:lnSpc>
              <a:spcBef>
                <a:spcPts val="0"/>
              </a:spcBef>
              <a:spcAft>
                <a:spcPts val="0"/>
              </a:spcAft>
              <a:buSzPts val="1600"/>
              <a:buNone/>
              <a:defRPr/>
            </a:lvl6pPr>
            <a:lvl7pPr lvl="6" algn="r">
              <a:lnSpc>
                <a:spcPct val="100000"/>
              </a:lnSpc>
              <a:spcBef>
                <a:spcPts val="0"/>
              </a:spcBef>
              <a:spcAft>
                <a:spcPts val="0"/>
              </a:spcAft>
              <a:buSzPts val="1600"/>
              <a:buNone/>
              <a:defRPr/>
            </a:lvl7pPr>
            <a:lvl8pPr lvl="7" algn="r">
              <a:lnSpc>
                <a:spcPct val="100000"/>
              </a:lnSpc>
              <a:spcBef>
                <a:spcPts val="0"/>
              </a:spcBef>
              <a:spcAft>
                <a:spcPts val="0"/>
              </a:spcAft>
              <a:buSzPts val="1600"/>
              <a:buNone/>
              <a:defRPr/>
            </a:lvl8pPr>
            <a:lvl9pPr lvl="8" algn="r">
              <a:lnSpc>
                <a:spcPct val="100000"/>
              </a:lnSpc>
              <a:spcBef>
                <a:spcPts val="0"/>
              </a:spcBef>
              <a:spcAft>
                <a:spcPts val="0"/>
              </a:spcAft>
              <a:buSzPts val="1600"/>
              <a:buNone/>
              <a:defRPr/>
            </a:lvl9pPr>
          </a:lstStyle>
          <a:p/>
        </p:txBody>
      </p:sp>
      <p:sp>
        <p:nvSpPr>
          <p:cNvPr id="308" name="Google Shape;308;p51"/>
          <p:cNvSpPr txBox="1"/>
          <p:nvPr>
            <p:ph idx="7" type="title"/>
          </p:nvPr>
        </p:nvSpPr>
        <p:spPr>
          <a:xfrm>
            <a:off x="6217275" y="3304764"/>
            <a:ext cx="2169600" cy="4887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2400"/>
              <a:buNone/>
              <a:defRPr sz="2200"/>
            </a:lvl1pPr>
            <a:lvl2pPr lvl="1" algn="r">
              <a:lnSpc>
                <a:spcPct val="100000"/>
              </a:lnSpc>
              <a:spcBef>
                <a:spcPts val="0"/>
              </a:spcBef>
              <a:spcAft>
                <a:spcPts val="0"/>
              </a:spcAft>
              <a:buSzPts val="2400"/>
              <a:buNone/>
              <a:defRPr sz="2400"/>
            </a:lvl2pPr>
            <a:lvl3pPr lvl="2" algn="r">
              <a:lnSpc>
                <a:spcPct val="100000"/>
              </a:lnSpc>
              <a:spcBef>
                <a:spcPts val="0"/>
              </a:spcBef>
              <a:spcAft>
                <a:spcPts val="0"/>
              </a:spcAft>
              <a:buSzPts val="2400"/>
              <a:buNone/>
              <a:defRPr sz="2400"/>
            </a:lvl3pPr>
            <a:lvl4pPr lvl="3" algn="r">
              <a:lnSpc>
                <a:spcPct val="100000"/>
              </a:lnSpc>
              <a:spcBef>
                <a:spcPts val="0"/>
              </a:spcBef>
              <a:spcAft>
                <a:spcPts val="0"/>
              </a:spcAft>
              <a:buSzPts val="2400"/>
              <a:buNone/>
              <a:defRPr sz="2400"/>
            </a:lvl4pPr>
            <a:lvl5pPr lvl="4" algn="r">
              <a:lnSpc>
                <a:spcPct val="100000"/>
              </a:lnSpc>
              <a:spcBef>
                <a:spcPts val="0"/>
              </a:spcBef>
              <a:spcAft>
                <a:spcPts val="0"/>
              </a:spcAft>
              <a:buSzPts val="2400"/>
              <a:buNone/>
              <a:defRPr sz="2400"/>
            </a:lvl5pPr>
            <a:lvl6pPr lvl="5" algn="r">
              <a:lnSpc>
                <a:spcPct val="100000"/>
              </a:lnSpc>
              <a:spcBef>
                <a:spcPts val="0"/>
              </a:spcBef>
              <a:spcAft>
                <a:spcPts val="0"/>
              </a:spcAft>
              <a:buSzPts val="2400"/>
              <a:buNone/>
              <a:defRPr sz="2400"/>
            </a:lvl6pPr>
            <a:lvl7pPr lvl="6" algn="r">
              <a:lnSpc>
                <a:spcPct val="100000"/>
              </a:lnSpc>
              <a:spcBef>
                <a:spcPts val="0"/>
              </a:spcBef>
              <a:spcAft>
                <a:spcPts val="0"/>
              </a:spcAft>
              <a:buSzPts val="2400"/>
              <a:buNone/>
              <a:defRPr sz="2400"/>
            </a:lvl7pPr>
            <a:lvl8pPr lvl="7" algn="r">
              <a:lnSpc>
                <a:spcPct val="100000"/>
              </a:lnSpc>
              <a:spcBef>
                <a:spcPts val="0"/>
              </a:spcBef>
              <a:spcAft>
                <a:spcPts val="0"/>
              </a:spcAft>
              <a:buSzPts val="2400"/>
              <a:buNone/>
              <a:defRPr sz="2400"/>
            </a:lvl8pPr>
            <a:lvl9pPr lvl="8" algn="r">
              <a:lnSpc>
                <a:spcPct val="100000"/>
              </a:lnSpc>
              <a:spcBef>
                <a:spcPts val="0"/>
              </a:spcBef>
              <a:spcAft>
                <a:spcPts val="0"/>
              </a:spcAft>
              <a:buSzPts val="2400"/>
              <a:buNone/>
              <a:defRPr sz="2400"/>
            </a:lvl9pPr>
          </a:lstStyle>
          <a:p/>
        </p:txBody>
      </p:sp>
      <p:sp>
        <p:nvSpPr>
          <p:cNvPr id="309" name="Google Shape;309;p51"/>
          <p:cNvSpPr txBox="1"/>
          <p:nvPr>
            <p:ph idx="8" type="subTitle"/>
          </p:nvPr>
        </p:nvSpPr>
        <p:spPr>
          <a:xfrm>
            <a:off x="6217275" y="3703903"/>
            <a:ext cx="2169600" cy="8457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1600"/>
              <a:buNone/>
              <a:defRPr/>
            </a:lvl1pPr>
            <a:lvl2pPr lvl="1" algn="r">
              <a:lnSpc>
                <a:spcPct val="100000"/>
              </a:lnSpc>
              <a:spcBef>
                <a:spcPts val="0"/>
              </a:spcBef>
              <a:spcAft>
                <a:spcPts val="0"/>
              </a:spcAft>
              <a:buSzPts val="1600"/>
              <a:buNone/>
              <a:defRPr/>
            </a:lvl2pPr>
            <a:lvl3pPr lvl="2" algn="r">
              <a:lnSpc>
                <a:spcPct val="100000"/>
              </a:lnSpc>
              <a:spcBef>
                <a:spcPts val="0"/>
              </a:spcBef>
              <a:spcAft>
                <a:spcPts val="0"/>
              </a:spcAft>
              <a:buSzPts val="1600"/>
              <a:buNone/>
              <a:defRPr/>
            </a:lvl3pPr>
            <a:lvl4pPr lvl="3" algn="r">
              <a:lnSpc>
                <a:spcPct val="100000"/>
              </a:lnSpc>
              <a:spcBef>
                <a:spcPts val="0"/>
              </a:spcBef>
              <a:spcAft>
                <a:spcPts val="0"/>
              </a:spcAft>
              <a:buSzPts val="1600"/>
              <a:buNone/>
              <a:defRPr/>
            </a:lvl4pPr>
            <a:lvl5pPr lvl="4" algn="r">
              <a:lnSpc>
                <a:spcPct val="100000"/>
              </a:lnSpc>
              <a:spcBef>
                <a:spcPts val="0"/>
              </a:spcBef>
              <a:spcAft>
                <a:spcPts val="0"/>
              </a:spcAft>
              <a:buSzPts val="1600"/>
              <a:buNone/>
              <a:defRPr/>
            </a:lvl5pPr>
            <a:lvl6pPr lvl="5" algn="r">
              <a:lnSpc>
                <a:spcPct val="100000"/>
              </a:lnSpc>
              <a:spcBef>
                <a:spcPts val="0"/>
              </a:spcBef>
              <a:spcAft>
                <a:spcPts val="0"/>
              </a:spcAft>
              <a:buSzPts val="1600"/>
              <a:buNone/>
              <a:defRPr/>
            </a:lvl6pPr>
            <a:lvl7pPr lvl="6" algn="r">
              <a:lnSpc>
                <a:spcPct val="100000"/>
              </a:lnSpc>
              <a:spcBef>
                <a:spcPts val="0"/>
              </a:spcBef>
              <a:spcAft>
                <a:spcPts val="0"/>
              </a:spcAft>
              <a:buSzPts val="1600"/>
              <a:buNone/>
              <a:defRPr/>
            </a:lvl7pPr>
            <a:lvl8pPr lvl="7" algn="r">
              <a:lnSpc>
                <a:spcPct val="100000"/>
              </a:lnSpc>
              <a:spcBef>
                <a:spcPts val="0"/>
              </a:spcBef>
              <a:spcAft>
                <a:spcPts val="0"/>
              </a:spcAft>
              <a:buSzPts val="1600"/>
              <a:buNone/>
              <a:defRPr/>
            </a:lvl8pPr>
            <a:lvl9pPr lvl="8" algn="r">
              <a:lnSpc>
                <a:spcPct val="100000"/>
              </a:lnSpc>
              <a:spcBef>
                <a:spcPts val="0"/>
              </a:spcBef>
              <a:spcAft>
                <a:spcPts val="0"/>
              </a:spcAft>
              <a:buSzPts val="1600"/>
              <a:buNone/>
              <a:defRPr/>
            </a:lvl9pPr>
          </a:lstStyle>
          <a:p/>
        </p:txBody>
      </p:sp>
      <p:pic>
        <p:nvPicPr>
          <p:cNvPr id="310" name="Google Shape;310;p51"/>
          <p:cNvPicPr preferRelativeResize="0"/>
          <p:nvPr/>
        </p:nvPicPr>
        <p:blipFill rotWithShape="1">
          <a:blip r:embed="rId2">
            <a:alphaModFix/>
          </a:blip>
          <a:srcRect b="0" l="0" r="0" t="0"/>
          <a:stretch/>
        </p:blipFill>
        <p:spPr>
          <a:xfrm flipH="1" rot="5400000">
            <a:off x="-327025" y="-99117"/>
            <a:ext cx="1179500" cy="1528135"/>
          </a:xfrm>
          <a:prstGeom prst="rect">
            <a:avLst/>
          </a:prstGeom>
          <a:noFill/>
          <a:ln>
            <a:noFill/>
          </a:ln>
        </p:spPr>
      </p:pic>
      <p:pic>
        <p:nvPicPr>
          <p:cNvPr id="311" name="Google Shape;311;p51"/>
          <p:cNvPicPr preferRelativeResize="0"/>
          <p:nvPr/>
        </p:nvPicPr>
        <p:blipFill rotWithShape="1">
          <a:blip r:embed="rId3">
            <a:alphaModFix/>
          </a:blip>
          <a:srcRect b="0" l="0" r="0" t="0"/>
          <a:stretch/>
        </p:blipFill>
        <p:spPr>
          <a:xfrm rot="-3">
            <a:off x="8148458" y="2558906"/>
            <a:ext cx="1796434" cy="4090188"/>
          </a:xfrm>
          <a:prstGeom prst="rect">
            <a:avLst/>
          </a:prstGeom>
          <a:noFill/>
          <a:ln>
            <a:noFill/>
          </a:ln>
        </p:spPr>
      </p:pic>
      <p:pic>
        <p:nvPicPr>
          <p:cNvPr id="312" name="Google Shape;312;p51"/>
          <p:cNvPicPr preferRelativeResize="0"/>
          <p:nvPr/>
        </p:nvPicPr>
        <p:blipFill rotWithShape="1">
          <a:blip r:embed="rId4">
            <a:alphaModFix/>
          </a:blip>
          <a:srcRect b="0" l="0" r="0" t="0"/>
          <a:stretch/>
        </p:blipFill>
        <p:spPr>
          <a:xfrm flipH="1" rot="-6873762">
            <a:off x="-762358" y="4141272"/>
            <a:ext cx="2309973" cy="1325469"/>
          </a:xfrm>
          <a:prstGeom prst="rect">
            <a:avLst/>
          </a:prstGeom>
          <a:noFill/>
          <a:ln>
            <a:noFill/>
          </a:ln>
        </p:spPr>
      </p:pic>
      <p:pic>
        <p:nvPicPr>
          <p:cNvPr id="313" name="Google Shape;313;p51"/>
          <p:cNvPicPr preferRelativeResize="0"/>
          <p:nvPr/>
        </p:nvPicPr>
        <p:blipFill rotWithShape="1">
          <a:blip r:embed="rId4">
            <a:alphaModFix/>
          </a:blip>
          <a:srcRect b="0" l="0" r="0" t="0"/>
          <a:stretch/>
        </p:blipFill>
        <p:spPr>
          <a:xfrm flipH="1" rot="-6873762">
            <a:off x="7891692" y="-338928"/>
            <a:ext cx="2309973" cy="1325469"/>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ive columns">
  <p:cSld name="CUSTOM_13">
    <p:spTree>
      <p:nvGrpSpPr>
        <p:cNvPr id="314" name="Shape 314"/>
        <p:cNvGrpSpPr/>
        <p:nvPr/>
      </p:nvGrpSpPr>
      <p:grpSpPr>
        <a:xfrm>
          <a:off x="0" y="0"/>
          <a:ext cx="0" cy="0"/>
          <a:chOff x="0" y="0"/>
          <a:chExt cx="0" cy="0"/>
        </a:xfrm>
      </p:grpSpPr>
      <p:sp>
        <p:nvSpPr>
          <p:cNvPr id="315" name="Google Shape;315;p52"/>
          <p:cNvSpPr txBox="1"/>
          <p:nvPr>
            <p:ph type="title"/>
          </p:nvPr>
        </p:nvSpPr>
        <p:spPr>
          <a:xfrm>
            <a:off x="909500" y="1525322"/>
            <a:ext cx="2169600" cy="449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400"/>
              <a:buNone/>
              <a:defRPr sz="22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316" name="Google Shape;316;p52"/>
          <p:cNvSpPr txBox="1"/>
          <p:nvPr>
            <p:ph idx="1" type="subTitle"/>
          </p:nvPr>
        </p:nvSpPr>
        <p:spPr>
          <a:xfrm>
            <a:off x="909500" y="1899670"/>
            <a:ext cx="2169600" cy="697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a:lvl1pPr>
            <a:lvl2pPr lvl="1" algn="l">
              <a:lnSpc>
                <a:spcPct val="100000"/>
              </a:lnSpc>
              <a:spcBef>
                <a:spcPts val="0"/>
              </a:spcBef>
              <a:spcAft>
                <a:spcPts val="0"/>
              </a:spcAft>
              <a:buSzPts val="1600"/>
              <a:buNone/>
              <a:defRPr/>
            </a:lvl2pPr>
            <a:lvl3pPr lvl="2" algn="l">
              <a:lnSpc>
                <a:spcPct val="100000"/>
              </a:lnSpc>
              <a:spcBef>
                <a:spcPts val="0"/>
              </a:spcBef>
              <a:spcAft>
                <a:spcPts val="0"/>
              </a:spcAft>
              <a:buSzPts val="1600"/>
              <a:buNone/>
              <a:defRPr/>
            </a:lvl3pPr>
            <a:lvl4pPr lvl="3" algn="l">
              <a:lnSpc>
                <a:spcPct val="100000"/>
              </a:lnSpc>
              <a:spcBef>
                <a:spcPts val="0"/>
              </a:spcBef>
              <a:spcAft>
                <a:spcPts val="0"/>
              </a:spcAft>
              <a:buSzPts val="1600"/>
              <a:buNone/>
              <a:defRPr/>
            </a:lvl4pPr>
            <a:lvl5pPr lvl="4" algn="l">
              <a:lnSpc>
                <a:spcPct val="100000"/>
              </a:lnSpc>
              <a:spcBef>
                <a:spcPts val="0"/>
              </a:spcBef>
              <a:spcAft>
                <a:spcPts val="0"/>
              </a:spcAft>
              <a:buSzPts val="1600"/>
              <a:buNone/>
              <a:defRPr/>
            </a:lvl5pPr>
            <a:lvl6pPr lvl="5" algn="l">
              <a:lnSpc>
                <a:spcPct val="100000"/>
              </a:lnSpc>
              <a:spcBef>
                <a:spcPts val="0"/>
              </a:spcBef>
              <a:spcAft>
                <a:spcPts val="0"/>
              </a:spcAft>
              <a:buSzPts val="1600"/>
              <a:buNone/>
              <a:defRPr/>
            </a:lvl6pPr>
            <a:lvl7pPr lvl="6" algn="l">
              <a:lnSpc>
                <a:spcPct val="100000"/>
              </a:lnSpc>
              <a:spcBef>
                <a:spcPts val="0"/>
              </a:spcBef>
              <a:spcAft>
                <a:spcPts val="0"/>
              </a:spcAft>
              <a:buSzPts val="1600"/>
              <a:buNone/>
              <a:defRPr/>
            </a:lvl7pPr>
            <a:lvl8pPr lvl="7" algn="l">
              <a:lnSpc>
                <a:spcPct val="100000"/>
              </a:lnSpc>
              <a:spcBef>
                <a:spcPts val="0"/>
              </a:spcBef>
              <a:spcAft>
                <a:spcPts val="0"/>
              </a:spcAft>
              <a:buSzPts val="1600"/>
              <a:buNone/>
              <a:defRPr/>
            </a:lvl8pPr>
            <a:lvl9pPr lvl="8" algn="l">
              <a:lnSpc>
                <a:spcPct val="100000"/>
              </a:lnSpc>
              <a:spcBef>
                <a:spcPts val="0"/>
              </a:spcBef>
              <a:spcAft>
                <a:spcPts val="0"/>
              </a:spcAft>
              <a:buSzPts val="1600"/>
              <a:buNone/>
              <a:defRPr/>
            </a:lvl9pPr>
          </a:lstStyle>
          <a:p/>
        </p:txBody>
      </p:sp>
      <p:sp>
        <p:nvSpPr>
          <p:cNvPr id="317" name="Google Shape;317;p52"/>
          <p:cNvSpPr txBox="1"/>
          <p:nvPr>
            <p:ph idx="2" type="title"/>
          </p:nvPr>
        </p:nvSpPr>
        <p:spPr>
          <a:xfrm>
            <a:off x="713225" y="539500"/>
            <a:ext cx="77175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a:lvl2pPr>
            <a:lvl3pPr lvl="2" algn="ctr">
              <a:lnSpc>
                <a:spcPct val="100000"/>
              </a:lnSpc>
              <a:spcBef>
                <a:spcPts val="0"/>
              </a:spcBef>
              <a:spcAft>
                <a:spcPts val="0"/>
              </a:spcAft>
              <a:buSzPts val="2800"/>
              <a:buNone/>
              <a:defRPr/>
            </a:lvl3pPr>
            <a:lvl4pPr lvl="3" algn="ctr">
              <a:lnSpc>
                <a:spcPct val="100000"/>
              </a:lnSpc>
              <a:spcBef>
                <a:spcPts val="0"/>
              </a:spcBef>
              <a:spcAft>
                <a:spcPts val="0"/>
              </a:spcAft>
              <a:buSzPts val="2800"/>
              <a:buNone/>
              <a:defRPr/>
            </a:lvl4pPr>
            <a:lvl5pPr lvl="4" algn="ctr">
              <a:lnSpc>
                <a:spcPct val="100000"/>
              </a:lnSpc>
              <a:spcBef>
                <a:spcPts val="0"/>
              </a:spcBef>
              <a:spcAft>
                <a:spcPts val="0"/>
              </a:spcAft>
              <a:buSzPts val="2800"/>
              <a:buNone/>
              <a:defRPr/>
            </a:lvl5pPr>
            <a:lvl6pPr lvl="5" algn="ctr">
              <a:lnSpc>
                <a:spcPct val="100000"/>
              </a:lnSpc>
              <a:spcBef>
                <a:spcPts val="0"/>
              </a:spcBef>
              <a:spcAft>
                <a:spcPts val="0"/>
              </a:spcAft>
              <a:buSzPts val="2800"/>
              <a:buNone/>
              <a:defRPr/>
            </a:lvl6pPr>
            <a:lvl7pPr lvl="6" algn="ctr">
              <a:lnSpc>
                <a:spcPct val="100000"/>
              </a:lnSpc>
              <a:spcBef>
                <a:spcPts val="0"/>
              </a:spcBef>
              <a:spcAft>
                <a:spcPts val="0"/>
              </a:spcAft>
              <a:buSzPts val="2800"/>
              <a:buNone/>
              <a:defRPr/>
            </a:lvl7pPr>
            <a:lvl8pPr lvl="7" algn="ctr">
              <a:lnSpc>
                <a:spcPct val="100000"/>
              </a:lnSpc>
              <a:spcBef>
                <a:spcPts val="0"/>
              </a:spcBef>
              <a:spcAft>
                <a:spcPts val="0"/>
              </a:spcAft>
              <a:buSzPts val="2800"/>
              <a:buNone/>
              <a:defRPr/>
            </a:lvl8pPr>
            <a:lvl9pPr lvl="8" algn="ctr">
              <a:lnSpc>
                <a:spcPct val="100000"/>
              </a:lnSpc>
              <a:spcBef>
                <a:spcPts val="0"/>
              </a:spcBef>
              <a:spcAft>
                <a:spcPts val="0"/>
              </a:spcAft>
              <a:buSzPts val="2800"/>
              <a:buNone/>
              <a:defRPr/>
            </a:lvl9pPr>
          </a:lstStyle>
          <a:p/>
        </p:txBody>
      </p:sp>
      <p:sp>
        <p:nvSpPr>
          <p:cNvPr id="318" name="Google Shape;318;p52"/>
          <p:cNvSpPr txBox="1"/>
          <p:nvPr>
            <p:ph idx="3" type="title"/>
          </p:nvPr>
        </p:nvSpPr>
        <p:spPr>
          <a:xfrm>
            <a:off x="3487200" y="1525325"/>
            <a:ext cx="2169600" cy="3813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400"/>
              <a:buNone/>
              <a:defRPr sz="22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319" name="Google Shape;319;p52"/>
          <p:cNvSpPr txBox="1"/>
          <p:nvPr>
            <p:ph idx="4" type="subTitle"/>
          </p:nvPr>
        </p:nvSpPr>
        <p:spPr>
          <a:xfrm>
            <a:off x="3487200" y="1895925"/>
            <a:ext cx="2169600" cy="697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a:lvl1pPr>
            <a:lvl2pPr lvl="1" algn="l">
              <a:lnSpc>
                <a:spcPct val="100000"/>
              </a:lnSpc>
              <a:spcBef>
                <a:spcPts val="0"/>
              </a:spcBef>
              <a:spcAft>
                <a:spcPts val="0"/>
              </a:spcAft>
              <a:buSzPts val="1600"/>
              <a:buNone/>
              <a:defRPr/>
            </a:lvl2pPr>
            <a:lvl3pPr lvl="2" algn="l">
              <a:lnSpc>
                <a:spcPct val="100000"/>
              </a:lnSpc>
              <a:spcBef>
                <a:spcPts val="0"/>
              </a:spcBef>
              <a:spcAft>
                <a:spcPts val="0"/>
              </a:spcAft>
              <a:buSzPts val="1600"/>
              <a:buNone/>
              <a:defRPr/>
            </a:lvl3pPr>
            <a:lvl4pPr lvl="3" algn="l">
              <a:lnSpc>
                <a:spcPct val="100000"/>
              </a:lnSpc>
              <a:spcBef>
                <a:spcPts val="0"/>
              </a:spcBef>
              <a:spcAft>
                <a:spcPts val="0"/>
              </a:spcAft>
              <a:buSzPts val="1600"/>
              <a:buNone/>
              <a:defRPr/>
            </a:lvl4pPr>
            <a:lvl5pPr lvl="4" algn="l">
              <a:lnSpc>
                <a:spcPct val="100000"/>
              </a:lnSpc>
              <a:spcBef>
                <a:spcPts val="0"/>
              </a:spcBef>
              <a:spcAft>
                <a:spcPts val="0"/>
              </a:spcAft>
              <a:buSzPts val="1600"/>
              <a:buNone/>
              <a:defRPr/>
            </a:lvl5pPr>
            <a:lvl6pPr lvl="5" algn="l">
              <a:lnSpc>
                <a:spcPct val="100000"/>
              </a:lnSpc>
              <a:spcBef>
                <a:spcPts val="0"/>
              </a:spcBef>
              <a:spcAft>
                <a:spcPts val="0"/>
              </a:spcAft>
              <a:buSzPts val="1600"/>
              <a:buNone/>
              <a:defRPr/>
            </a:lvl6pPr>
            <a:lvl7pPr lvl="6" algn="l">
              <a:lnSpc>
                <a:spcPct val="100000"/>
              </a:lnSpc>
              <a:spcBef>
                <a:spcPts val="0"/>
              </a:spcBef>
              <a:spcAft>
                <a:spcPts val="0"/>
              </a:spcAft>
              <a:buSzPts val="1600"/>
              <a:buNone/>
              <a:defRPr/>
            </a:lvl7pPr>
            <a:lvl8pPr lvl="7" algn="l">
              <a:lnSpc>
                <a:spcPct val="100000"/>
              </a:lnSpc>
              <a:spcBef>
                <a:spcPts val="0"/>
              </a:spcBef>
              <a:spcAft>
                <a:spcPts val="0"/>
              </a:spcAft>
              <a:buSzPts val="1600"/>
              <a:buNone/>
              <a:defRPr/>
            </a:lvl8pPr>
            <a:lvl9pPr lvl="8" algn="l">
              <a:lnSpc>
                <a:spcPct val="100000"/>
              </a:lnSpc>
              <a:spcBef>
                <a:spcPts val="0"/>
              </a:spcBef>
              <a:spcAft>
                <a:spcPts val="0"/>
              </a:spcAft>
              <a:buSzPts val="1600"/>
              <a:buNone/>
              <a:defRPr/>
            </a:lvl9pPr>
          </a:lstStyle>
          <a:p/>
        </p:txBody>
      </p:sp>
      <p:sp>
        <p:nvSpPr>
          <p:cNvPr id="320" name="Google Shape;320;p52"/>
          <p:cNvSpPr txBox="1"/>
          <p:nvPr>
            <p:ph idx="5" type="title"/>
          </p:nvPr>
        </p:nvSpPr>
        <p:spPr>
          <a:xfrm>
            <a:off x="6064900" y="1525325"/>
            <a:ext cx="2169600" cy="3813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400"/>
              <a:buNone/>
              <a:defRPr sz="22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321" name="Google Shape;321;p52"/>
          <p:cNvSpPr txBox="1"/>
          <p:nvPr>
            <p:ph idx="6" type="subTitle"/>
          </p:nvPr>
        </p:nvSpPr>
        <p:spPr>
          <a:xfrm>
            <a:off x="6064900" y="1895925"/>
            <a:ext cx="2169600" cy="697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a:lvl1pPr>
            <a:lvl2pPr lvl="1" algn="l">
              <a:lnSpc>
                <a:spcPct val="100000"/>
              </a:lnSpc>
              <a:spcBef>
                <a:spcPts val="0"/>
              </a:spcBef>
              <a:spcAft>
                <a:spcPts val="0"/>
              </a:spcAft>
              <a:buSzPts val="1600"/>
              <a:buNone/>
              <a:defRPr/>
            </a:lvl2pPr>
            <a:lvl3pPr lvl="2" algn="l">
              <a:lnSpc>
                <a:spcPct val="100000"/>
              </a:lnSpc>
              <a:spcBef>
                <a:spcPts val="0"/>
              </a:spcBef>
              <a:spcAft>
                <a:spcPts val="0"/>
              </a:spcAft>
              <a:buSzPts val="1600"/>
              <a:buNone/>
              <a:defRPr/>
            </a:lvl3pPr>
            <a:lvl4pPr lvl="3" algn="l">
              <a:lnSpc>
                <a:spcPct val="100000"/>
              </a:lnSpc>
              <a:spcBef>
                <a:spcPts val="0"/>
              </a:spcBef>
              <a:spcAft>
                <a:spcPts val="0"/>
              </a:spcAft>
              <a:buSzPts val="1600"/>
              <a:buNone/>
              <a:defRPr/>
            </a:lvl4pPr>
            <a:lvl5pPr lvl="4" algn="l">
              <a:lnSpc>
                <a:spcPct val="100000"/>
              </a:lnSpc>
              <a:spcBef>
                <a:spcPts val="0"/>
              </a:spcBef>
              <a:spcAft>
                <a:spcPts val="0"/>
              </a:spcAft>
              <a:buSzPts val="1600"/>
              <a:buNone/>
              <a:defRPr/>
            </a:lvl5pPr>
            <a:lvl6pPr lvl="5" algn="l">
              <a:lnSpc>
                <a:spcPct val="100000"/>
              </a:lnSpc>
              <a:spcBef>
                <a:spcPts val="0"/>
              </a:spcBef>
              <a:spcAft>
                <a:spcPts val="0"/>
              </a:spcAft>
              <a:buSzPts val="1600"/>
              <a:buNone/>
              <a:defRPr/>
            </a:lvl6pPr>
            <a:lvl7pPr lvl="6" algn="l">
              <a:lnSpc>
                <a:spcPct val="100000"/>
              </a:lnSpc>
              <a:spcBef>
                <a:spcPts val="0"/>
              </a:spcBef>
              <a:spcAft>
                <a:spcPts val="0"/>
              </a:spcAft>
              <a:buSzPts val="1600"/>
              <a:buNone/>
              <a:defRPr/>
            </a:lvl7pPr>
            <a:lvl8pPr lvl="7" algn="l">
              <a:lnSpc>
                <a:spcPct val="100000"/>
              </a:lnSpc>
              <a:spcBef>
                <a:spcPts val="0"/>
              </a:spcBef>
              <a:spcAft>
                <a:spcPts val="0"/>
              </a:spcAft>
              <a:buSzPts val="1600"/>
              <a:buNone/>
              <a:defRPr/>
            </a:lvl8pPr>
            <a:lvl9pPr lvl="8" algn="l">
              <a:lnSpc>
                <a:spcPct val="100000"/>
              </a:lnSpc>
              <a:spcBef>
                <a:spcPts val="0"/>
              </a:spcBef>
              <a:spcAft>
                <a:spcPts val="0"/>
              </a:spcAft>
              <a:buSzPts val="1600"/>
              <a:buNone/>
              <a:defRPr/>
            </a:lvl9pPr>
          </a:lstStyle>
          <a:p/>
        </p:txBody>
      </p:sp>
      <p:sp>
        <p:nvSpPr>
          <p:cNvPr id="322" name="Google Shape;322;p52"/>
          <p:cNvSpPr txBox="1"/>
          <p:nvPr>
            <p:ph idx="7" type="title"/>
          </p:nvPr>
        </p:nvSpPr>
        <p:spPr>
          <a:xfrm>
            <a:off x="2198450" y="3023347"/>
            <a:ext cx="2169600" cy="449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400"/>
              <a:buNone/>
              <a:defRPr sz="22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323" name="Google Shape;323;p52"/>
          <p:cNvSpPr txBox="1"/>
          <p:nvPr>
            <p:ph idx="8" type="subTitle"/>
          </p:nvPr>
        </p:nvSpPr>
        <p:spPr>
          <a:xfrm>
            <a:off x="2198450" y="3397695"/>
            <a:ext cx="2169600" cy="6975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1600"/>
              <a:buNone/>
              <a:defRPr/>
            </a:lvl1pPr>
            <a:lvl2pPr lvl="1" algn="l">
              <a:lnSpc>
                <a:spcPct val="100000"/>
              </a:lnSpc>
              <a:spcBef>
                <a:spcPts val="0"/>
              </a:spcBef>
              <a:spcAft>
                <a:spcPts val="0"/>
              </a:spcAft>
              <a:buSzPts val="1600"/>
              <a:buNone/>
              <a:defRPr/>
            </a:lvl2pPr>
            <a:lvl3pPr lvl="2" algn="l">
              <a:lnSpc>
                <a:spcPct val="100000"/>
              </a:lnSpc>
              <a:spcBef>
                <a:spcPts val="0"/>
              </a:spcBef>
              <a:spcAft>
                <a:spcPts val="0"/>
              </a:spcAft>
              <a:buSzPts val="1600"/>
              <a:buNone/>
              <a:defRPr/>
            </a:lvl3pPr>
            <a:lvl4pPr lvl="3" algn="l">
              <a:lnSpc>
                <a:spcPct val="100000"/>
              </a:lnSpc>
              <a:spcBef>
                <a:spcPts val="0"/>
              </a:spcBef>
              <a:spcAft>
                <a:spcPts val="0"/>
              </a:spcAft>
              <a:buSzPts val="1600"/>
              <a:buNone/>
              <a:defRPr/>
            </a:lvl4pPr>
            <a:lvl5pPr lvl="4" algn="l">
              <a:lnSpc>
                <a:spcPct val="100000"/>
              </a:lnSpc>
              <a:spcBef>
                <a:spcPts val="0"/>
              </a:spcBef>
              <a:spcAft>
                <a:spcPts val="0"/>
              </a:spcAft>
              <a:buSzPts val="1600"/>
              <a:buNone/>
              <a:defRPr/>
            </a:lvl5pPr>
            <a:lvl6pPr lvl="5" algn="l">
              <a:lnSpc>
                <a:spcPct val="100000"/>
              </a:lnSpc>
              <a:spcBef>
                <a:spcPts val="0"/>
              </a:spcBef>
              <a:spcAft>
                <a:spcPts val="0"/>
              </a:spcAft>
              <a:buSzPts val="1600"/>
              <a:buNone/>
              <a:defRPr/>
            </a:lvl6pPr>
            <a:lvl7pPr lvl="6" algn="l">
              <a:lnSpc>
                <a:spcPct val="100000"/>
              </a:lnSpc>
              <a:spcBef>
                <a:spcPts val="0"/>
              </a:spcBef>
              <a:spcAft>
                <a:spcPts val="0"/>
              </a:spcAft>
              <a:buSzPts val="1600"/>
              <a:buNone/>
              <a:defRPr/>
            </a:lvl7pPr>
            <a:lvl8pPr lvl="7" algn="l">
              <a:lnSpc>
                <a:spcPct val="100000"/>
              </a:lnSpc>
              <a:spcBef>
                <a:spcPts val="0"/>
              </a:spcBef>
              <a:spcAft>
                <a:spcPts val="0"/>
              </a:spcAft>
              <a:buSzPts val="1600"/>
              <a:buNone/>
              <a:defRPr/>
            </a:lvl8pPr>
            <a:lvl9pPr lvl="8" algn="l">
              <a:lnSpc>
                <a:spcPct val="100000"/>
              </a:lnSpc>
              <a:spcBef>
                <a:spcPts val="0"/>
              </a:spcBef>
              <a:spcAft>
                <a:spcPts val="0"/>
              </a:spcAft>
              <a:buSzPts val="1600"/>
              <a:buNone/>
              <a:defRPr/>
            </a:lvl9pPr>
          </a:lstStyle>
          <a:p/>
        </p:txBody>
      </p:sp>
      <p:sp>
        <p:nvSpPr>
          <p:cNvPr id="324" name="Google Shape;324;p52"/>
          <p:cNvSpPr txBox="1"/>
          <p:nvPr>
            <p:ph idx="9" type="title"/>
          </p:nvPr>
        </p:nvSpPr>
        <p:spPr>
          <a:xfrm>
            <a:off x="4776150" y="3023347"/>
            <a:ext cx="2169600" cy="449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400"/>
              <a:buNone/>
              <a:defRPr sz="22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325" name="Google Shape;325;p52"/>
          <p:cNvSpPr txBox="1"/>
          <p:nvPr>
            <p:ph idx="13" type="subTitle"/>
          </p:nvPr>
        </p:nvSpPr>
        <p:spPr>
          <a:xfrm>
            <a:off x="4776151" y="3397695"/>
            <a:ext cx="2169600" cy="697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a:lvl1pPr>
            <a:lvl2pPr lvl="1" algn="l">
              <a:lnSpc>
                <a:spcPct val="100000"/>
              </a:lnSpc>
              <a:spcBef>
                <a:spcPts val="0"/>
              </a:spcBef>
              <a:spcAft>
                <a:spcPts val="0"/>
              </a:spcAft>
              <a:buSzPts val="1600"/>
              <a:buNone/>
              <a:defRPr/>
            </a:lvl2pPr>
            <a:lvl3pPr lvl="2" algn="l">
              <a:lnSpc>
                <a:spcPct val="100000"/>
              </a:lnSpc>
              <a:spcBef>
                <a:spcPts val="0"/>
              </a:spcBef>
              <a:spcAft>
                <a:spcPts val="0"/>
              </a:spcAft>
              <a:buSzPts val="1600"/>
              <a:buNone/>
              <a:defRPr/>
            </a:lvl3pPr>
            <a:lvl4pPr lvl="3" algn="l">
              <a:lnSpc>
                <a:spcPct val="100000"/>
              </a:lnSpc>
              <a:spcBef>
                <a:spcPts val="0"/>
              </a:spcBef>
              <a:spcAft>
                <a:spcPts val="0"/>
              </a:spcAft>
              <a:buSzPts val="1600"/>
              <a:buNone/>
              <a:defRPr/>
            </a:lvl4pPr>
            <a:lvl5pPr lvl="4" algn="l">
              <a:lnSpc>
                <a:spcPct val="100000"/>
              </a:lnSpc>
              <a:spcBef>
                <a:spcPts val="0"/>
              </a:spcBef>
              <a:spcAft>
                <a:spcPts val="0"/>
              </a:spcAft>
              <a:buSzPts val="1600"/>
              <a:buNone/>
              <a:defRPr/>
            </a:lvl5pPr>
            <a:lvl6pPr lvl="5" algn="l">
              <a:lnSpc>
                <a:spcPct val="100000"/>
              </a:lnSpc>
              <a:spcBef>
                <a:spcPts val="0"/>
              </a:spcBef>
              <a:spcAft>
                <a:spcPts val="0"/>
              </a:spcAft>
              <a:buSzPts val="1600"/>
              <a:buNone/>
              <a:defRPr/>
            </a:lvl6pPr>
            <a:lvl7pPr lvl="6" algn="l">
              <a:lnSpc>
                <a:spcPct val="100000"/>
              </a:lnSpc>
              <a:spcBef>
                <a:spcPts val="0"/>
              </a:spcBef>
              <a:spcAft>
                <a:spcPts val="0"/>
              </a:spcAft>
              <a:buSzPts val="1600"/>
              <a:buNone/>
              <a:defRPr/>
            </a:lvl7pPr>
            <a:lvl8pPr lvl="7" algn="l">
              <a:lnSpc>
                <a:spcPct val="100000"/>
              </a:lnSpc>
              <a:spcBef>
                <a:spcPts val="0"/>
              </a:spcBef>
              <a:spcAft>
                <a:spcPts val="0"/>
              </a:spcAft>
              <a:buSzPts val="1600"/>
              <a:buNone/>
              <a:defRPr/>
            </a:lvl8pPr>
            <a:lvl9pPr lvl="8" algn="l">
              <a:lnSpc>
                <a:spcPct val="100000"/>
              </a:lnSpc>
              <a:spcBef>
                <a:spcPts val="0"/>
              </a:spcBef>
              <a:spcAft>
                <a:spcPts val="0"/>
              </a:spcAft>
              <a:buSzPts val="1600"/>
              <a:buNone/>
              <a:defRPr/>
            </a:lvl9pPr>
          </a:lstStyle>
          <a:p/>
        </p:txBody>
      </p:sp>
      <p:pic>
        <p:nvPicPr>
          <p:cNvPr id="326" name="Google Shape;326;p52"/>
          <p:cNvPicPr preferRelativeResize="0"/>
          <p:nvPr/>
        </p:nvPicPr>
        <p:blipFill rotWithShape="1">
          <a:blip r:embed="rId2">
            <a:alphaModFix/>
          </a:blip>
          <a:srcRect b="0" l="0" r="0" t="0"/>
          <a:stretch/>
        </p:blipFill>
        <p:spPr>
          <a:xfrm rot="6199968">
            <a:off x="-234025" y="3712198"/>
            <a:ext cx="1858776" cy="1800008"/>
          </a:xfrm>
          <a:prstGeom prst="rect">
            <a:avLst/>
          </a:prstGeom>
          <a:noFill/>
          <a:ln>
            <a:noFill/>
          </a:ln>
        </p:spPr>
      </p:pic>
      <p:pic>
        <p:nvPicPr>
          <p:cNvPr id="327" name="Google Shape;327;p52"/>
          <p:cNvPicPr preferRelativeResize="0"/>
          <p:nvPr/>
        </p:nvPicPr>
        <p:blipFill rotWithShape="1">
          <a:blip r:embed="rId3">
            <a:alphaModFix/>
          </a:blip>
          <a:srcRect b="0" l="0" r="0" t="0"/>
          <a:stretch/>
        </p:blipFill>
        <p:spPr>
          <a:xfrm rot="-7811237">
            <a:off x="-1300104" y="3696376"/>
            <a:ext cx="3782333" cy="2711845"/>
          </a:xfrm>
          <a:prstGeom prst="rect">
            <a:avLst/>
          </a:prstGeom>
          <a:noFill/>
          <a:ln>
            <a:noFill/>
          </a:ln>
        </p:spPr>
      </p:pic>
      <p:pic>
        <p:nvPicPr>
          <p:cNvPr id="328" name="Google Shape;328;p52"/>
          <p:cNvPicPr preferRelativeResize="0"/>
          <p:nvPr/>
        </p:nvPicPr>
        <p:blipFill rotWithShape="1">
          <a:blip r:embed="rId2">
            <a:alphaModFix/>
          </a:blip>
          <a:srcRect b="0" l="0" r="0" t="0"/>
          <a:stretch/>
        </p:blipFill>
        <p:spPr>
          <a:xfrm flipH="1" rot="-6199968">
            <a:off x="7533836" y="3712198"/>
            <a:ext cx="1858776" cy="1800008"/>
          </a:xfrm>
          <a:prstGeom prst="rect">
            <a:avLst/>
          </a:prstGeom>
          <a:noFill/>
          <a:ln>
            <a:noFill/>
          </a:ln>
        </p:spPr>
      </p:pic>
      <p:pic>
        <p:nvPicPr>
          <p:cNvPr id="329" name="Google Shape;329;p52"/>
          <p:cNvPicPr preferRelativeResize="0"/>
          <p:nvPr/>
        </p:nvPicPr>
        <p:blipFill rotWithShape="1">
          <a:blip r:embed="rId3">
            <a:alphaModFix/>
          </a:blip>
          <a:srcRect b="0" l="0" r="0" t="0"/>
          <a:stretch/>
        </p:blipFill>
        <p:spPr>
          <a:xfrm flipH="1" rot="7811237">
            <a:off x="6676359" y="3696376"/>
            <a:ext cx="3782333" cy="2711845"/>
          </a:xfrm>
          <a:prstGeom prst="rect">
            <a:avLst/>
          </a:prstGeom>
          <a:noFill/>
          <a:ln>
            <a:noFill/>
          </a:ln>
        </p:spPr>
      </p:pic>
      <p:pic>
        <p:nvPicPr>
          <p:cNvPr id="330" name="Google Shape;330;p52"/>
          <p:cNvPicPr preferRelativeResize="0"/>
          <p:nvPr/>
        </p:nvPicPr>
        <p:blipFill rotWithShape="1">
          <a:blip r:embed="rId4">
            <a:alphaModFix/>
          </a:blip>
          <a:srcRect b="0" l="0" r="0" t="0"/>
          <a:stretch/>
        </p:blipFill>
        <p:spPr>
          <a:xfrm flipH="1" rot="10800000">
            <a:off x="7789500" y="-310000"/>
            <a:ext cx="1572000" cy="2036650"/>
          </a:xfrm>
          <a:prstGeom prst="rect">
            <a:avLst/>
          </a:prstGeom>
          <a:noFill/>
          <a:ln>
            <a:noFill/>
          </a:ln>
        </p:spPr>
      </p:pic>
      <p:pic>
        <p:nvPicPr>
          <p:cNvPr id="331" name="Google Shape;331;p52"/>
          <p:cNvPicPr preferRelativeResize="0"/>
          <p:nvPr/>
        </p:nvPicPr>
        <p:blipFill rotWithShape="1">
          <a:blip r:embed="rId5">
            <a:alphaModFix/>
          </a:blip>
          <a:srcRect b="0" l="0" r="0" t="0"/>
          <a:stretch/>
        </p:blipFill>
        <p:spPr>
          <a:xfrm rot="-8859426">
            <a:off x="-497012" y="-346111"/>
            <a:ext cx="2569104" cy="1474162"/>
          </a:xfrm>
          <a:prstGeom prst="rect">
            <a:avLst/>
          </a:prstGeom>
          <a:noFill/>
          <a:ln>
            <a:noFill/>
          </a:ln>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1">
  <p:cSld name="CUSTOM_15">
    <p:spTree>
      <p:nvGrpSpPr>
        <p:cNvPr id="332" name="Shape 332"/>
        <p:cNvGrpSpPr/>
        <p:nvPr/>
      </p:nvGrpSpPr>
      <p:grpSpPr>
        <a:xfrm>
          <a:off x="0" y="0"/>
          <a:ext cx="0" cy="0"/>
          <a:chOff x="0" y="0"/>
          <a:chExt cx="0" cy="0"/>
        </a:xfrm>
      </p:grpSpPr>
      <p:sp>
        <p:nvSpPr>
          <p:cNvPr id="333" name="Google Shape;333;p53"/>
          <p:cNvSpPr txBox="1"/>
          <p:nvPr>
            <p:ph type="title"/>
          </p:nvPr>
        </p:nvSpPr>
        <p:spPr>
          <a:xfrm>
            <a:off x="4984225" y="768100"/>
            <a:ext cx="3446400" cy="1127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ctr">
              <a:lnSpc>
                <a:spcPct val="100000"/>
              </a:lnSpc>
              <a:spcBef>
                <a:spcPts val="0"/>
              </a:spcBef>
              <a:spcAft>
                <a:spcPts val="0"/>
              </a:spcAft>
              <a:buSzPts val="2800"/>
              <a:buNone/>
              <a:defRPr/>
            </a:lvl2pPr>
            <a:lvl3pPr lvl="2" algn="ctr">
              <a:lnSpc>
                <a:spcPct val="100000"/>
              </a:lnSpc>
              <a:spcBef>
                <a:spcPts val="0"/>
              </a:spcBef>
              <a:spcAft>
                <a:spcPts val="0"/>
              </a:spcAft>
              <a:buSzPts val="2800"/>
              <a:buNone/>
              <a:defRPr/>
            </a:lvl3pPr>
            <a:lvl4pPr lvl="3" algn="ctr">
              <a:lnSpc>
                <a:spcPct val="100000"/>
              </a:lnSpc>
              <a:spcBef>
                <a:spcPts val="0"/>
              </a:spcBef>
              <a:spcAft>
                <a:spcPts val="0"/>
              </a:spcAft>
              <a:buSzPts val="2800"/>
              <a:buNone/>
              <a:defRPr/>
            </a:lvl4pPr>
            <a:lvl5pPr lvl="4" algn="ctr">
              <a:lnSpc>
                <a:spcPct val="100000"/>
              </a:lnSpc>
              <a:spcBef>
                <a:spcPts val="0"/>
              </a:spcBef>
              <a:spcAft>
                <a:spcPts val="0"/>
              </a:spcAft>
              <a:buSzPts val="2800"/>
              <a:buNone/>
              <a:defRPr/>
            </a:lvl5pPr>
            <a:lvl6pPr lvl="5" algn="ctr">
              <a:lnSpc>
                <a:spcPct val="100000"/>
              </a:lnSpc>
              <a:spcBef>
                <a:spcPts val="0"/>
              </a:spcBef>
              <a:spcAft>
                <a:spcPts val="0"/>
              </a:spcAft>
              <a:buSzPts val="2800"/>
              <a:buNone/>
              <a:defRPr/>
            </a:lvl6pPr>
            <a:lvl7pPr lvl="6" algn="ctr">
              <a:lnSpc>
                <a:spcPct val="100000"/>
              </a:lnSpc>
              <a:spcBef>
                <a:spcPts val="0"/>
              </a:spcBef>
              <a:spcAft>
                <a:spcPts val="0"/>
              </a:spcAft>
              <a:buSzPts val="2800"/>
              <a:buNone/>
              <a:defRPr/>
            </a:lvl7pPr>
            <a:lvl8pPr lvl="7" algn="ctr">
              <a:lnSpc>
                <a:spcPct val="100000"/>
              </a:lnSpc>
              <a:spcBef>
                <a:spcPts val="0"/>
              </a:spcBef>
              <a:spcAft>
                <a:spcPts val="0"/>
              </a:spcAft>
              <a:buSzPts val="2800"/>
              <a:buNone/>
              <a:defRPr/>
            </a:lvl8pPr>
            <a:lvl9pPr lvl="8" algn="ctr">
              <a:lnSpc>
                <a:spcPct val="100000"/>
              </a:lnSpc>
              <a:spcBef>
                <a:spcPts val="0"/>
              </a:spcBef>
              <a:spcAft>
                <a:spcPts val="0"/>
              </a:spcAft>
              <a:buSzPts val="2800"/>
              <a:buNone/>
              <a:defRPr/>
            </a:lvl9pPr>
          </a:lstStyle>
          <a:p/>
        </p:txBody>
      </p:sp>
      <p:pic>
        <p:nvPicPr>
          <p:cNvPr id="334" name="Google Shape;334;p53"/>
          <p:cNvPicPr preferRelativeResize="0"/>
          <p:nvPr/>
        </p:nvPicPr>
        <p:blipFill rotWithShape="1">
          <a:blip r:embed="rId2">
            <a:alphaModFix/>
          </a:blip>
          <a:srcRect b="0" l="0" r="0" t="0"/>
          <a:stretch/>
        </p:blipFill>
        <p:spPr>
          <a:xfrm flipH="1" rot="-10505536">
            <a:off x="6663982" y="1615757"/>
            <a:ext cx="2309973" cy="1325469"/>
          </a:xfrm>
          <a:prstGeom prst="rect">
            <a:avLst/>
          </a:prstGeom>
          <a:noFill/>
          <a:ln>
            <a:noFill/>
          </a:ln>
        </p:spPr>
      </p:pic>
      <p:pic>
        <p:nvPicPr>
          <p:cNvPr id="335" name="Google Shape;335;p53"/>
          <p:cNvPicPr preferRelativeResize="0"/>
          <p:nvPr/>
        </p:nvPicPr>
        <p:blipFill rotWithShape="1">
          <a:blip r:embed="rId3">
            <a:alphaModFix/>
          </a:blip>
          <a:srcRect b="0" l="0" r="0" t="0"/>
          <a:stretch/>
        </p:blipFill>
        <p:spPr>
          <a:xfrm flipH="1" rot="-2231359">
            <a:off x="4793010" y="2004157"/>
            <a:ext cx="1655192" cy="1602859"/>
          </a:xfrm>
          <a:prstGeom prst="rect">
            <a:avLst/>
          </a:prstGeom>
          <a:noFill/>
          <a:ln>
            <a:noFill/>
          </a:ln>
        </p:spPr>
      </p:pic>
      <p:pic>
        <p:nvPicPr>
          <p:cNvPr id="336" name="Google Shape;336;p53"/>
          <p:cNvPicPr preferRelativeResize="0"/>
          <p:nvPr/>
        </p:nvPicPr>
        <p:blipFill rotWithShape="1">
          <a:blip r:embed="rId4">
            <a:alphaModFix/>
          </a:blip>
          <a:srcRect b="0" l="0" r="0" t="0"/>
          <a:stretch/>
        </p:blipFill>
        <p:spPr>
          <a:xfrm flipH="1" rot="-3830222">
            <a:off x="5663599" y="1070997"/>
            <a:ext cx="1733750" cy="3947449"/>
          </a:xfrm>
          <a:prstGeom prst="rect">
            <a:avLst/>
          </a:prstGeom>
          <a:noFill/>
          <a:ln>
            <a:noFill/>
          </a:ln>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3">
  <p:cSld name="CUSTOM_16">
    <p:spTree>
      <p:nvGrpSpPr>
        <p:cNvPr id="337" name="Shape 337"/>
        <p:cNvGrpSpPr/>
        <p:nvPr/>
      </p:nvGrpSpPr>
      <p:grpSpPr>
        <a:xfrm>
          <a:off x="0" y="0"/>
          <a:ext cx="0" cy="0"/>
          <a:chOff x="0" y="0"/>
          <a:chExt cx="0" cy="0"/>
        </a:xfrm>
      </p:grpSpPr>
      <p:sp>
        <p:nvSpPr>
          <p:cNvPr id="338" name="Google Shape;338;p54"/>
          <p:cNvSpPr txBox="1"/>
          <p:nvPr>
            <p:ph type="title"/>
          </p:nvPr>
        </p:nvSpPr>
        <p:spPr>
          <a:xfrm>
            <a:off x="909500" y="2823375"/>
            <a:ext cx="2169600" cy="572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400"/>
              <a:buNone/>
              <a:defRPr sz="22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339" name="Google Shape;339;p54"/>
          <p:cNvSpPr txBox="1"/>
          <p:nvPr>
            <p:ph idx="1" type="subTitle"/>
          </p:nvPr>
        </p:nvSpPr>
        <p:spPr>
          <a:xfrm>
            <a:off x="909500" y="3222500"/>
            <a:ext cx="2169600" cy="677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a:lvl1pPr>
            <a:lvl2pPr lvl="1" algn="l">
              <a:lnSpc>
                <a:spcPct val="100000"/>
              </a:lnSpc>
              <a:spcBef>
                <a:spcPts val="0"/>
              </a:spcBef>
              <a:spcAft>
                <a:spcPts val="0"/>
              </a:spcAft>
              <a:buSzPts val="1600"/>
              <a:buNone/>
              <a:defRPr/>
            </a:lvl2pPr>
            <a:lvl3pPr lvl="2" algn="l">
              <a:lnSpc>
                <a:spcPct val="100000"/>
              </a:lnSpc>
              <a:spcBef>
                <a:spcPts val="0"/>
              </a:spcBef>
              <a:spcAft>
                <a:spcPts val="0"/>
              </a:spcAft>
              <a:buSzPts val="1600"/>
              <a:buNone/>
              <a:defRPr/>
            </a:lvl3pPr>
            <a:lvl4pPr lvl="3" algn="l">
              <a:lnSpc>
                <a:spcPct val="100000"/>
              </a:lnSpc>
              <a:spcBef>
                <a:spcPts val="0"/>
              </a:spcBef>
              <a:spcAft>
                <a:spcPts val="0"/>
              </a:spcAft>
              <a:buSzPts val="1600"/>
              <a:buNone/>
              <a:defRPr/>
            </a:lvl4pPr>
            <a:lvl5pPr lvl="4" algn="l">
              <a:lnSpc>
                <a:spcPct val="100000"/>
              </a:lnSpc>
              <a:spcBef>
                <a:spcPts val="0"/>
              </a:spcBef>
              <a:spcAft>
                <a:spcPts val="0"/>
              </a:spcAft>
              <a:buSzPts val="1600"/>
              <a:buNone/>
              <a:defRPr/>
            </a:lvl5pPr>
            <a:lvl6pPr lvl="5" algn="l">
              <a:lnSpc>
                <a:spcPct val="100000"/>
              </a:lnSpc>
              <a:spcBef>
                <a:spcPts val="0"/>
              </a:spcBef>
              <a:spcAft>
                <a:spcPts val="0"/>
              </a:spcAft>
              <a:buSzPts val="1600"/>
              <a:buNone/>
              <a:defRPr/>
            </a:lvl6pPr>
            <a:lvl7pPr lvl="6" algn="l">
              <a:lnSpc>
                <a:spcPct val="100000"/>
              </a:lnSpc>
              <a:spcBef>
                <a:spcPts val="0"/>
              </a:spcBef>
              <a:spcAft>
                <a:spcPts val="0"/>
              </a:spcAft>
              <a:buSzPts val="1600"/>
              <a:buNone/>
              <a:defRPr/>
            </a:lvl7pPr>
            <a:lvl8pPr lvl="7" algn="l">
              <a:lnSpc>
                <a:spcPct val="100000"/>
              </a:lnSpc>
              <a:spcBef>
                <a:spcPts val="0"/>
              </a:spcBef>
              <a:spcAft>
                <a:spcPts val="0"/>
              </a:spcAft>
              <a:buSzPts val="1600"/>
              <a:buNone/>
              <a:defRPr/>
            </a:lvl8pPr>
            <a:lvl9pPr lvl="8" algn="l">
              <a:lnSpc>
                <a:spcPct val="100000"/>
              </a:lnSpc>
              <a:spcBef>
                <a:spcPts val="0"/>
              </a:spcBef>
              <a:spcAft>
                <a:spcPts val="0"/>
              </a:spcAft>
              <a:buSzPts val="1600"/>
              <a:buNone/>
              <a:defRPr/>
            </a:lvl9pPr>
          </a:lstStyle>
          <a:p/>
        </p:txBody>
      </p:sp>
      <p:sp>
        <p:nvSpPr>
          <p:cNvPr id="340" name="Google Shape;340;p54"/>
          <p:cNvSpPr txBox="1"/>
          <p:nvPr>
            <p:ph idx="2" type="title"/>
          </p:nvPr>
        </p:nvSpPr>
        <p:spPr>
          <a:xfrm>
            <a:off x="713225" y="539500"/>
            <a:ext cx="77175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a:lvl2pPr>
            <a:lvl3pPr lvl="2" algn="ctr">
              <a:lnSpc>
                <a:spcPct val="100000"/>
              </a:lnSpc>
              <a:spcBef>
                <a:spcPts val="0"/>
              </a:spcBef>
              <a:spcAft>
                <a:spcPts val="0"/>
              </a:spcAft>
              <a:buSzPts val="2800"/>
              <a:buNone/>
              <a:defRPr/>
            </a:lvl3pPr>
            <a:lvl4pPr lvl="3" algn="ctr">
              <a:lnSpc>
                <a:spcPct val="100000"/>
              </a:lnSpc>
              <a:spcBef>
                <a:spcPts val="0"/>
              </a:spcBef>
              <a:spcAft>
                <a:spcPts val="0"/>
              </a:spcAft>
              <a:buSzPts val="2800"/>
              <a:buNone/>
              <a:defRPr/>
            </a:lvl4pPr>
            <a:lvl5pPr lvl="4" algn="ctr">
              <a:lnSpc>
                <a:spcPct val="100000"/>
              </a:lnSpc>
              <a:spcBef>
                <a:spcPts val="0"/>
              </a:spcBef>
              <a:spcAft>
                <a:spcPts val="0"/>
              </a:spcAft>
              <a:buSzPts val="2800"/>
              <a:buNone/>
              <a:defRPr/>
            </a:lvl5pPr>
            <a:lvl6pPr lvl="5" algn="ctr">
              <a:lnSpc>
                <a:spcPct val="100000"/>
              </a:lnSpc>
              <a:spcBef>
                <a:spcPts val="0"/>
              </a:spcBef>
              <a:spcAft>
                <a:spcPts val="0"/>
              </a:spcAft>
              <a:buSzPts val="2800"/>
              <a:buNone/>
              <a:defRPr/>
            </a:lvl6pPr>
            <a:lvl7pPr lvl="6" algn="ctr">
              <a:lnSpc>
                <a:spcPct val="100000"/>
              </a:lnSpc>
              <a:spcBef>
                <a:spcPts val="0"/>
              </a:spcBef>
              <a:spcAft>
                <a:spcPts val="0"/>
              </a:spcAft>
              <a:buSzPts val="2800"/>
              <a:buNone/>
              <a:defRPr/>
            </a:lvl7pPr>
            <a:lvl8pPr lvl="7" algn="ctr">
              <a:lnSpc>
                <a:spcPct val="100000"/>
              </a:lnSpc>
              <a:spcBef>
                <a:spcPts val="0"/>
              </a:spcBef>
              <a:spcAft>
                <a:spcPts val="0"/>
              </a:spcAft>
              <a:buSzPts val="2800"/>
              <a:buNone/>
              <a:defRPr/>
            </a:lvl8pPr>
            <a:lvl9pPr lvl="8" algn="ctr">
              <a:lnSpc>
                <a:spcPct val="100000"/>
              </a:lnSpc>
              <a:spcBef>
                <a:spcPts val="0"/>
              </a:spcBef>
              <a:spcAft>
                <a:spcPts val="0"/>
              </a:spcAft>
              <a:buSzPts val="2800"/>
              <a:buNone/>
              <a:defRPr/>
            </a:lvl9pPr>
          </a:lstStyle>
          <a:p/>
        </p:txBody>
      </p:sp>
      <p:sp>
        <p:nvSpPr>
          <p:cNvPr id="341" name="Google Shape;341;p54"/>
          <p:cNvSpPr txBox="1"/>
          <p:nvPr>
            <p:ph idx="3" type="title"/>
          </p:nvPr>
        </p:nvSpPr>
        <p:spPr>
          <a:xfrm>
            <a:off x="3487200" y="2823375"/>
            <a:ext cx="2169600" cy="572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400"/>
              <a:buNone/>
              <a:defRPr sz="22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342" name="Google Shape;342;p54"/>
          <p:cNvSpPr txBox="1"/>
          <p:nvPr>
            <p:ph idx="4" type="subTitle"/>
          </p:nvPr>
        </p:nvSpPr>
        <p:spPr>
          <a:xfrm>
            <a:off x="3487200" y="3222500"/>
            <a:ext cx="2169600" cy="677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a:lvl1pPr>
            <a:lvl2pPr lvl="1" algn="l">
              <a:lnSpc>
                <a:spcPct val="100000"/>
              </a:lnSpc>
              <a:spcBef>
                <a:spcPts val="0"/>
              </a:spcBef>
              <a:spcAft>
                <a:spcPts val="0"/>
              </a:spcAft>
              <a:buSzPts val="1600"/>
              <a:buNone/>
              <a:defRPr/>
            </a:lvl2pPr>
            <a:lvl3pPr lvl="2" algn="l">
              <a:lnSpc>
                <a:spcPct val="100000"/>
              </a:lnSpc>
              <a:spcBef>
                <a:spcPts val="0"/>
              </a:spcBef>
              <a:spcAft>
                <a:spcPts val="0"/>
              </a:spcAft>
              <a:buSzPts val="1600"/>
              <a:buNone/>
              <a:defRPr/>
            </a:lvl3pPr>
            <a:lvl4pPr lvl="3" algn="l">
              <a:lnSpc>
                <a:spcPct val="100000"/>
              </a:lnSpc>
              <a:spcBef>
                <a:spcPts val="0"/>
              </a:spcBef>
              <a:spcAft>
                <a:spcPts val="0"/>
              </a:spcAft>
              <a:buSzPts val="1600"/>
              <a:buNone/>
              <a:defRPr/>
            </a:lvl4pPr>
            <a:lvl5pPr lvl="4" algn="l">
              <a:lnSpc>
                <a:spcPct val="100000"/>
              </a:lnSpc>
              <a:spcBef>
                <a:spcPts val="0"/>
              </a:spcBef>
              <a:spcAft>
                <a:spcPts val="0"/>
              </a:spcAft>
              <a:buSzPts val="1600"/>
              <a:buNone/>
              <a:defRPr/>
            </a:lvl5pPr>
            <a:lvl6pPr lvl="5" algn="l">
              <a:lnSpc>
                <a:spcPct val="100000"/>
              </a:lnSpc>
              <a:spcBef>
                <a:spcPts val="0"/>
              </a:spcBef>
              <a:spcAft>
                <a:spcPts val="0"/>
              </a:spcAft>
              <a:buSzPts val="1600"/>
              <a:buNone/>
              <a:defRPr/>
            </a:lvl6pPr>
            <a:lvl7pPr lvl="6" algn="l">
              <a:lnSpc>
                <a:spcPct val="100000"/>
              </a:lnSpc>
              <a:spcBef>
                <a:spcPts val="0"/>
              </a:spcBef>
              <a:spcAft>
                <a:spcPts val="0"/>
              </a:spcAft>
              <a:buSzPts val="1600"/>
              <a:buNone/>
              <a:defRPr/>
            </a:lvl7pPr>
            <a:lvl8pPr lvl="7" algn="l">
              <a:lnSpc>
                <a:spcPct val="100000"/>
              </a:lnSpc>
              <a:spcBef>
                <a:spcPts val="0"/>
              </a:spcBef>
              <a:spcAft>
                <a:spcPts val="0"/>
              </a:spcAft>
              <a:buSzPts val="1600"/>
              <a:buNone/>
              <a:defRPr/>
            </a:lvl8pPr>
            <a:lvl9pPr lvl="8" algn="l">
              <a:lnSpc>
                <a:spcPct val="100000"/>
              </a:lnSpc>
              <a:spcBef>
                <a:spcPts val="0"/>
              </a:spcBef>
              <a:spcAft>
                <a:spcPts val="0"/>
              </a:spcAft>
              <a:buSzPts val="1600"/>
              <a:buNone/>
              <a:defRPr/>
            </a:lvl9pPr>
          </a:lstStyle>
          <a:p/>
        </p:txBody>
      </p:sp>
      <p:sp>
        <p:nvSpPr>
          <p:cNvPr id="343" name="Google Shape;343;p54"/>
          <p:cNvSpPr txBox="1"/>
          <p:nvPr>
            <p:ph idx="5" type="title"/>
          </p:nvPr>
        </p:nvSpPr>
        <p:spPr>
          <a:xfrm>
            <a:off x="6064900" y="2823375"/>
            <a:ext cx="2169600" cy="572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400"/>
              <a:buNone/>
              <a:defRPr sz="22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344" name="Google Shape;344;p54"/>
          <p:cNvSpPr txBox="1"/>
          <p:nvPr>
            <p:ph idx="6" type="subTitle"/>
          </p:nvPr>
        </p:nvSpPr>
        <p:spPr>
          <a:xfrm>
            <a:off x="6064900" y="3222500"/>
            <a:ext cx="2169600" cy="677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a:lvl1pPr>
            <a:lvl2pPr lvl="1" algn="l">
              <a:lnSpc>
                <a:spcPct val="100000"/>
              </a:lnSpc>
              <a:spcBef>
                <a:spcPts val="0"/>
              </a:spcBef>
              <a:spcAft>
                <a:spcPts val="0"/>
              </a:spcAft>
              <a:buSzPts val="1600"/>
              <a:buNone/>
              <a:defRPr/>
            </a:lvl2pPr>
            <a:lvl3pPr lvl="2" algn="l">
              <a:lnSpc>
                <a:spcPct val="100000"/>
              </a:lnSpc>
              <a:spcBef>
                <a:spcPts val="0"/>
              </a:spcBef>
              <a:spcAft>
                <a:spcPts val="0"/>
              </a:spcAft>
              <a:buSzPts val="1600"/>
              <a:buNone/>
              <a:defRPr/>
            </a:lvl3pPr>
            <a:lvl4pPr lvl="3" algn="l">
              <a:lnSpc>
                <a:spcPct val="100000"/>
              </a:lnSpc>
              <a:spcBef>
                <a:spcPts val="0"/>
              </a:spcBef>
              <a:spcAft>
                <a:spcPts val="0"/>
              </a:spcAft>
              <a:buSzPts val="1600"/>
              <a:buNone/>
              <a:defRPr/>
            </a:lvl4pPr>
            <a:lvl5pPr lvl="4" algn="l">
              <a:lnSpc>
                <a:spcPct val="100000"/>
              </a:lnSpc>
              <a:spcBef>
                <a:spcPts val="0"/>
              </a:spcBef>
              <a:spcAft>
                <a:spcPts val="0"/>
              </a:spcAft>
              <a:buSzPts val="1600"/>
              <a:buNone/>
              <a:defRPr/>
            </a:lvl5pPr>
            <a:lvl6pPr lvl="5" algn="l">
              <a:lnSpc>
                <a:spcPct val="100000"/>
              </a:lnSpc>
              <a:spcBef>
                <a:spcPts val="0"/>
              </a:spcBef>
              <a:spcAft>
                <a:spcPts val="0"/>
              </a:spcAft>
              <a:buSzPts val="1600"/>
              <a:buNone/>
              <a:defRPr/>
            </a:lvl6pPr>
            <a:lvl7pPr lvl="6" algn="l">
              <a:lnSpc>
                <a:spcPct val="100000"/>
              </a:lnSpc>
              <a:spcBef>
                <a:spcPts val="0"/>
              </a:spcBef>
              <a:spcAft>
                <a:spcPts val="0"/>
              </a:spcAft>
              <a:buSzPts val="1600"/>
              <a:buNone/>
              <a:defRPr/>
            </a:lvl7pPr>
            <a:lvl8pPr lvl="7" algn="l">
              <a:lnSpc>
                <a:spcPct val="100000"/>
              </a:lnSpc>
              <a:spcBef>
                <a:spcPts val="0"/>
              </a:spcBef>
              <a:spcAft>
                <a:spcPts val="0"/>
              </a:spcAft>
              <a:buSzPts val="1600"/>
              <a:buNone/>
              <a:defRPr/>
            </a:lvl8pPr>
            <a:lvl9pPr lvl="8" algn="l">
              <a:lnSpc>
                <a:spcPct val="100000"/>
              </a:lnSpc>
              <a:spcBef>
                <a:spcPts val="0"/>
              </a:spcBef>
              <a:spcAft>
                <a:spcPts val="0"/>
              </a:spcAft>
              <a:buSzPts val="1600"/>
              <a:buNone/>
              <a:defRPr/>
            </a:lvl9pPr>
          </a:lstStyle>
          <a:p/>
        </p:txBody>
      </p:sp>
      <p:pic>
        <p:nvPicPr>
          <p:cNvPr id="345" name="Google Shape;345;p54"/>
          <p:cNvPicPr preferRelativeResize="0"/>
          <p:nvPr/>
        </p:nvPicPr>
        <p:blipFill rotWithShape="1">
          <a:blip r:embed="rId2">
            <a:alphaModFix/>
          </a:blip>
          <a:srcRect b="0" l="0" r="0" t="0"/>
          <a:stretch/>
        </p:blipFill>
        <p:spPr>
          <a:xfrm rot="5400000">
            <a:off x="3365525" y="4494600"/>
            <a:ext cx="1393300" cy="1349250"/>
          </a:xfrm>
          <a:prstGeom prst="rect">
            <a:avLst/>
          </a:prstGeom>
          <a:noFill/>
          <a:ln>
            <a:noFill/>
          </a:ln>
        </p:spPr>
      </p:pic>
      <p:pic>
        <p:nvPicPr>
          <p:cNvPr id="346" name="Google Shape;346;p54"/>
          <p:cNvPicPr preferRelativeResize="0"/>
          <p:nvPr/>
        </p:nvPicPr>
        <p:blipFill rotWithShape="1">
          <a:blip r:embed="rId3">
            <a:alphaModFix/>
          </a:blip>
          <a:srcRect b="0" l="0" r="0" t="0"/>
          <a:stretch/>
        </p:blipFill>
        <p:spPr>
          <a:xfrm flipH="1" rot="5400000">
            <a:off x="-894996" y="3327325"/>
            <a:ext cx="1659025" cy="1532125"/>
          </a:xfrm>
          <a:prstGeom prst="rect">
            <a:avLst/>
          </a:prstGeom>
          <a:noFill/>
          <a:ln>
            <a:noFill/>
          </a:ln>
        </p:spPr>
      </p:pic>
      <p:pic>
        <p:nvPicPr>
          <p:cNvPr id="347" name="Google Shape;347;p54"/>
          <p:cNvPicPr preferRelativeResize="0"/>
          <p:nvPr/>
        </p:nvPicPr>
        <p:blipFill rotWithShape="1">
          <a:blip r:embed="rId4">
            <a:alphaModFix/>
          </a:blip>
          <a:srcRect b="0" l="0" r="0" t="0"/>
          <a:stretch/>
        </p:blipFill>
        <p:spPr>
          <a:xfrm flipH="1" rot="9355986">
            <a:off x="7885512" y="311450"/>
            <a:ext cx="1328784" cy="3223299"/>
          </a:xfrm>
          <a:prstGeom prst="rect">
            <a:avLst/>
          </a:prstGeom>
          <a:noFill/>
          <a:ln>
            <a:noFill/>
          </a:ln>
        </p:spPr>
      </p:pic>
      <p:pic>
        <p:nvPicPr>
          <p:cNvPr id="348" name="Google Shape;348;p54"/>
          <p:cNvPicPr preferRelativeResize="0"/>
          <p:nvPr/>
        </p:nvPicPr>
        <p:blipFill rotWithShape="1">
          <a:blip r:embed="rId5">
            <a:alphaModFix/>
          </a:blip>
          <a:srcRect b="0" l="0" r="0" t="0"/>
          <a:stretch/>
        </p:blipFill>
        <p:spPr>
          <a:xfrm rot="-5400008">
            <a:off x="-1988630" y="-2484802"/>
            <a:ext cx="2002458" cy="4559254"/>
          </a:xfrm>
          <a:prstGeom prst="rect">
            <a:avLst/>
          </a:prstGeom>
          <a:noFill/>
          <a:ln>
            <a:noFill/>
          </a:ln>
        </p:spPr>
      </p:pic>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1">
  <p:cSld name="CUSTOM_18">
    <p:spTree>
      <p:nvGrpSpPr>
        <p:cNvPr id="349" name="Shape 349"/>
        <p:cNvGrpSpPr/>
        <p:nvPr/>
      </p:nvGrpSpPr>
      <p:grpSpPr>
        <a:xfrm>
          <a:off x="0" y="0"/>
          <a:ext cx="0" cy="0"/>
          <a:chOff x="0" y="0"/>
          <a:chExt cx="0" cy="0"/>
        </a:xfrm>
      </p:grpSpPr>
      <p:pic>
        <p:nvPicPr>
          <p:cNvPr id="350" name="Google Shape;350;p55"/>
          <p:cNvPicPr preferRelativeResize="0"/>
          <p:nvPr/>
        </p:nvPicPr>
        <p:blipFill rotWithShape="1">
          <a:blip r:embed="rId2">
            <a:alphaModFix/>
          </a:blip>
          <a:srcRect b="0" l="0" r="0" t="0"/>
          <a:stretch/>
        </p:blipFill>
        <p:spPr>
          <a:xfrm rot="3883291">
            <a:off x="6949222" y="2701194"/>
            <a:ext cx="2569104" cy="1474162"/>
          </a:xfrm>
          <a:prstGeom prst="rect">
            <a:avLst/>
          </a:prstGeom>
          <a:noFill/>
          <a:ln>
            <a:noFill/>
          </a:ln>
        </p:spPr>
      </p:pic>
      <p:pic>
        <p:nvPicPr>
          <p:cNvPr id="351" name="Google Shape;351;p55"/>
          <p:cNvPicPr preferRelativeResize="0"/>
          <p:nvPr/>
        </p:nvPicPr>
        <p:blipFill rotWithShape="1">
          <a:blip r:embed="rId3">
            <a:alphaModFix/>
          </a:blip>
          <a:srcRect b="0" l="0" r="0" t="0"/>
          <a:stretch/>
        </p:blipFill>
        <p:spPr>
          <a:xfrm>
            <a:off x="8070088" y="823967"/>
            <a:ext cx="1840875" cy="1782665"/>
          </a:xfrm>
          <a:prstGeom prst="rect">
            <a:avLst/>
          </a:prstGeom>
          <a:noFill/>
          <a:ln>
            <a:noFill/>
          </a:ln>
        </p:spPr>
      </p:pic>
      <p:pic>
        <p:nvPicPr>
          <p:cNvPr id="352" name="Google Shape;352;p55"/>
          <p:cNvPicPr preferRelativeResize="0"/>
          <p:nvPr/>
        </p:nvPicPr>
        <p:blipFill rotWithShape="1">
          <a:blip r:embed="rId4">
            <a:alphaModFix/>
          </a:blip>
          <a:srcRect b="0" l="0" r="0" t="0"/>
          <a:stretch/>
        </p:blipFill>
        <p:spPr>
          <a:xfrm rot="-1639246">
            <a:off x="8218900" y="3060775"/>
            <a:ext cx="1733751" cy="3947450"/>
          </a:xfrm>
          <a:prstGeom prst="rect">
            <a:avLst/>
          </a:prstGeom>
          <a:noFill/>
          <a:ln>
            <a:noFill/>
          </a:ln>
        </p:spPr>
      </p:pic>
      <p:pic>
        <p:nvPicPr>
          <p:cNvPr id="353" name="Google Shape;353;p55"/>
          <p:cNvPicPr preferRelativeResize="0"/>
          <p:nvPr/>
        </p:nvPicPr>
        <p:blipFill rotWithShape="1">
          <a:blip r:embed="rId3">
            <a:alphaModFix/>
          </a:blip>
          <a:srcRect b="0" l="0" r="0" t="0"/>
          <a:stretch/>
        </p:blipFill>
        <p:spPr>
          <a:xfrm rot="5400000">
            <a:off x="5587037" y="3103483"/>
            <a:ext cx="1947425" cy="1885850"/>
          </a:xfrm>
          <a:prstGeom prst="rect">
            <a:avLst/>
          </a:prstGeom>
          <a:noFill/>
          <a:ln>
            <a:noFill/>
          </a:ln>
        </p:spPr>
      </p:pic>
      <p:pic>
        <p:nvPicPr>
          <p:cNvPr id="354" name="Google Shape;354;p55"/>
          <p:cNvPicPr preferRelativeResize="0"/>
          <p:nvPr/>
        </p:nvPicPr>
        <p:blipFill rotWithShape="1">
          <a:blip r:embed="rId5">
            <a:alphaModFix/>
          </a:blip>
          <a:srcRect b="0" l="0" r="0" t="0"/>
          <a:stretch/>
        </p:blipFill>
        <p:spPr>
          <a:xfrm rot="10800000">
            <a:off x="5850653" y="-815900"/>
            <a:ext cx="2927674" cy="2271225"/>
          </a:xfrm>
          <a:prstGeom prst="rect">
            <a:avLst/>
          </a:prstGeom>
          <a:noFill/>
          <a:ln>
            <a:noFill/>
          </a:ln>
        </p:spPr>
      </p:pic>
      <p:pic>
        <p:nvPicPr>
          <p:cNvPr id="355" name="Google Shape;355;p55"/>
          <p:cNvPicPr preferRelativeResize="0"/>
          <p:nvPr/>
        </p:nvPicPr>
        <p:blipFill rotWithShape="1">
          <a:blip r:embed="rId6">
            <a:alphaModFix/>
          </a:blip>
          <a:srcRect b="0" l="0" r="0" t="0"/>
          <a:stretch/>
        </p:blipFill>
        <p:spPr>
          <a:xfrm rot="7597377">
            <a:off x="5367339" y="1429880"/>
            <a:ext cx="2386824" cy="4381382"/>
          </a:xfrm>
          <a:prstGeom prst="rect">
            <a:avLst/>
          </a:prstGeom>
          <a:noFill/>
          <a:ln>
            <a:noFill/>
          </a:ln>
        </p:spPr>
      </p:pic>
      <p:sp>
        <p:nvSpPr>
          <p:cNvPr id="356" name="Google Shape;356;p55"/>
          <p:cNvSpPr txBox="1"/>
          <p:nvPr>
            <p:ph type="title"/>
          </p:nvPr>
        </p:nvSpPr>
        <p:spPr>
          <a:xfrm>
            <a:off x="713225" y="1581200"/>
            <a:ext cx="4437000" cy="1406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0"/>
              <a:buNone/>
              <a:defRPr sz="9600"/>
            </a:lvl1pPr>
            <a:lvl2pPr lvl="1" algn="l">
              <a:lnSpc>
                <a:spcPct val="100000"/>
              </a:lnSpc>
              <a:spcBef>
                <a:spcPts val="0"/>
              </a:spcBef>
              <a:spcAft>
                <a:spcPts val="0"/>
              </a:spcAft>
              <a:buSzPts val="12000"/>
              <a:buNone/>
              <a:defRPr sz="12000"/>
            </a:lvl2pPr>
            <a:lvl3pPr lvl="2" algn="l">
              <a:lnSpc>
                <a:spcPct val="100000"/>
              </a:lnSpc>
              <a:spcBef>
                <a:spcPts val="0"/>
              </a:spcBef>
              <a:spcAft>
                <a:spcPts val="0"/>
              </a:spcAft>
              <a:buSzPts val="12000"/>
              <a:buNone/>
              <a:defRPr sz="12000"/>
            </a:lvl3pPr>
            <a:lvl4pPr lvl="3" algn="l">
              <a:lnSpc>
                <a:spcPct val="100000"/>
              </a:lnSpc>
              <a:spcBef>
                <a:spcPts val="0"/>
              </a:spcBef>
              <a:spcAft>
                <a:spcPts val="0"/>
              </a:spcAft>
              <a:buSzPts val="12000"/>
              <a:buNone/>
              <a:defRPr sz="12000"/>
            </a:lvl4pPr>
            <a:lvl5pPr lvl="4" algn="l">
              <a:lnSpc>
                <a:spcPct val="100000"/>
              </a:lnSpc>
              <a:spcBef>
                <a:spcPts val="0"/>
              </a:spcBef>
              <a:spcAft>
                <a:spcPts val="0"/>
              </a:spcAft>
              <a:buSzPts val="12000"/>
              <a:buNone/>
              <a:defRPr sz="12000"/>
            </a:lvl5pPr>
            <a:lvl6pPr lvl="5" algn="l">
              <a:lnSpc>
                <a:spcPct val="100000"/>
              </a:lnSpc>
              <a:spcBef>
                <a:spcPts val="0"/>
              </a:spcBef>
              <a:spcAft>
                <a:spcPts val="0"/>
              </a:spcAft>
              <a:buSzPts val="12000"/>
              <a:buNone/>
              <a:defRPr sz="12000"/>
            </a:lvl6pPr>
            <a:lvl7pPr lvl="6" algn="l">
              <a:lnSpc>
                <a:spcPct val="100000"/>
              </a:lnSpc>
              <a:spcBef>
                <a:spcPts val="0"/>
              </a:spcBef>
              <a:spcAft>
                <a:spcPts val="0"/>
              </a:spcAft>
              <a:buSzPts val="12000"/>
              <a:buNone/>
              <a:defRPr sz="12000"/>
            </a:lvl7pPr>
            <a:lvl8pPr lvl="7" algn="l">
              <a:lnSpc>
                <a:spcPct val="100000"/>
              </a:lnSpc>
              <a:spcBef>
                <a:spcPts val="0"/>
              </a:spcBef>
              <a:spcAft>
                <a:spcPts val="0"/>
              </a:spcAft>
              <a:buSzPts val="12000"/>
              <a:buNone/>
              <a:defRPr sz="12000"/>
            </a:lvl8pPr>
            <a:lvl9pPr lvl="8" algn="l">
              <a:lnSpc>
                <a:spcPct val="100000"/>
              </a:lnSpc>
              <a:spcBef>
                <a:spcPts val="0"/>
              </a:spcBef>
              <a:spcAft>
                <a:spcPts val="0"/>
              </a:spcAft>
              <a:buSzPts val="12000"/>
              <a:buNone/>
              <a:defRPr sz="12000"/>
            </a:lvl9pPr>
          </a:lstStyle>
          <a:p/>
        </p:txBody>
      </p:sp>
      <p:sp>
        <p:nvSpPr>
          <p:cNvPr id="357" name="Google Shape;357;p55"/>
          <p:cNvSpPr txBox="1"/>
          <p:nvPr>
            <p:ph idx="1" type="body"/>
          </p:nvPr>
        </p:nvSpPr>
        <p:spPr>
          <a:xfrm>
            <a:off x="713225" y="3072700"/>
            <a:ext cx="4437000" cy="489600"/>
          </a:xfrm>
          <a:prstGeom prst="rect">
            <a:avLst/>
          </a:prstGeom>
          <a:noFill/>
          <a:ln>
            <a:noFill/>
          </a:ln>
        </p:spPr>
        <p:txBody>
          <a:bodyPr anchorCtr="0" anchor="t" bIns="91425" lIns="91425" spcFirstLastPara="1" rIns="91425" wrap="square" tIns="91425">
            <a:noAutofit/>
          </a:bodyPr>
          <a:lstStyle>
            <a:lvl1pPr indent="-330200" lvl="0" marL="457200" algn="l">
              <a:lnSpc>
                <a:spcPct val="100000"/>
              </a:lnSpc>
              <a:spcBef>
                <a:spcPts val="0"/>
              </a:spcBef>
              <a:spcAft>
                <a:spcPts val="0"/>
              </a:spcAft>
              <a:buSzPts val="1600"/>
              <a:buChar char="●"/>
              <a:defRPr/>
            </a:lvl1pPr>
            <a:lvl2pPr indent="-330200" lvl="1" marL="914400" algn="l">
              <a:lnSpc>
                <a:spcPct val="100000"/>
              </a:lnSpc>
              <a:spcBef>
                <a:spcPts val="0"/>
              </a:spcBef>
              <a:spcAft>
                <a:spcPts val="0"/>
              </a:spcAft>
              <a:buSzPts val="1600"/>
              <a:buChar char="○"/>
              <a:defRPr/>
            </a:lvl2pPr>
            <a:lvl3pPr indent="-330200" lvl="2" marL="1371600" algn="l">
              <a:lnSpc>
                <a:spcPct val="100000"/>
              </a:lnSpc>
              <a:spcBef>
                <a:spcPts val="0"/>
              </a:spcBef>
              <a:spcAft>
                <a:spcPts val="0"/>
              </a:spcAft>
              <a:buSzPts val="1600"/>
              <a:buChar char="■"/>
              <a:defRPr/>
            </a:lvl3pPr>
            <a:lvl4pPr indent="-330200" lvl="3" marL="1828800" algn="l">
              <a:lnSpc>
                <a:spcPct val="100000"/>
              </a:lnSpc>
              <a:spcBef>
                <a:spcPts val="0"/>
              </a:spcBef>
              <a:spcAft>
                <a:spcPts val="0"/>
              </a:spcAft>
              <a:buSzPts val="1600"/>
              <a:buChar char="●"/>
              <a:defRPr/>
            </a:lvl4pPr>
            <a:lvl5pPr indent="-330200" lvl="4" marL="2286000" algn="l">
              <a:lnSpc>
                <a:spcPct val="100000"/>
              </a:lnSpc>
              <a:spcBef>
                <a:spcPts val="0"/>
              </a:spcBef>
              <a:spcAft>
                <a:spcPts val="0"/>
              </a:spcAft>
              <a:buSzPts val="1600"/>
              <a:buChar char="○"/>
              <a:defRPr/>
            </a:lvl5pPr>
            <a:lvl6pPr indent="-330200" lvl="5" marL="2743200" algn="l">
              <a:lnSpc>
                <a:spcPct val="100000"/>
              </a:lnSpc>
              <a:spcBef>
                <a:spcPts val="0"/>
              </a:spcBef>
              <a:spcAft>
                <a:spcPts val="0"/>
              </a:spcAft>
              <a:buSzPts val="1600"/>
              <a:buChar char="■"/>
              <a:defRPr/>
            </a:lvl6pPr>
            <a:lvl7pPr indent="-330200" lvl="6" marL="3200400" algn="l">
              <a:lnSpc>
                <a:spcPct val="100000"/>
              </a:lnSpc>
              <a:spcBef>
                <a:spcPts val="0"/>
              </a:spcBef>
              <a:spcAft>
                <a:spcPts val="0"/>
              </a:spcAft>
              <a:buSzPts val="1600"/>
              <a:buChar char="●"/>
              <a:defRPr/>
            </a:lvl7pPr>
            <a:lvl8pPr indent="-330200" lvl="7" marL="3657600" algn="l">
              <a:lnSpc>
                <a:spcPct val="100000"/>
              </a:lnSpc>
              <a:spcBef>
                <a:spcPts val="0"/>
              </a:spcBef>
              <a:spcAft>
                <a:spcPts val="0"/>
              </a:spcAft>
              <a:buSzPts val="1600"/>
              <a:buChar char="○"/>
              <a:defRPr/>
            </a:lvl8pPr>
            <a:lvl9pPr indent="-330200" lvl="8" marL="4114800" algn="l">
              <a:lnSpc>
                <a:spcPct val="100000"/>
              </a:lnSpc>
              <a:spcBef>
                <a:spcPts val="0"/>
              </a:spcBef>
              <a:spcAft>
                <a:spcPts val="0"/>
              </a:spcAft>
              <a:buSzPts val="1600"/>
              <a:buChar char="■"/>
              <a:defRPr/>
            </a:lvl9pPr>
          </a:lstStyle>
          <a:p/>
        </p:txBody>
      </p:sp>
      <p:pic>
        <p:nvPicPr>
          <p:cNvPr id="358" name="Google Shape;358;p55"/>
          <p:cNvPicPr preferRelativeResize="0"/>
          <p:nvPr/>
        </p:nvPicPr>
        <p:blipFill rotWithShape="1">
          <a:blip r:embed="rId4">
            <a:alphaModFix/>
          </a:blip>
          <a:srcRect b="0" l="0" r="0" t="0"/>
          <a:stretch/>
        </p:blipFill>
        <p:spPr>
          <a:xfrm rot="-2894983">
            <a:off x="5600400" y="-717375"/>
            <a:ext cx="1733751" cy="3947450"/>
          </a:xfrm>
          <a:prstGeom prst="rect">
            <a:avLst/>
          </a:prstGeom>
          <a:noFill/>
          <a:ln>
            <a:noFill/>
          </a:ln>
        </p:spPr>
      </p:pic>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19">
    <p:spTree>
      <p:nvGrpSpPr>
        <p:cNvPr id="359" name="Shape 359"/>
        <p:cNvGrpSpPr/>
        <p:nvPr/>
      </p:nvGrpSpPr>
      <p:grpSpPr>
        <a:xfrm>
          <a:off x="0" y="0"/>
          <a:ext cx="0" cy="0"/>
          <a:chOff x="0" y="0"/>
          <a:chExt cx="0" cy="0"/>
        </a:xfrm>
      </p:grpSpPr>
      <p:sp>
        <p:nvSpPr>
          <p:cNvPr id="360" name="Google Shape;360;p56"/>
          <p:cNvSpPr txBox="1"/>
          <p:nvPr>
            <p:ph type="title"/>
          </p:nvPr>
        </p:nvSpPr>
        <p:spPr>
          <a:xfrm>
            <a:off x="2548800" y="2057313"/>
            <a:ext cx="4046400" cy="601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400"/>
              <a:buNone/>
              <a:defRPr/>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361" name="Google Shape;361;p56"/>
          <p:cNvSpPr txBox="1"/>
          <p:nvPr>
            <p:ph idx="1" type="body"/>
          </p:nvPr>
        </p:nvSpPr>
        <p:spPr>
          <a:xfrm>
            <a:off x="2548800" y="2718094"/>
            <a:ext cx="4046400" cy="1434900"/>
          </a:xfrm>
          <a:prstGeom prst="rect">
            <a:avLst/>
          </a:prstGeom>
          <a:noFill/>
          <a:ln>
            <a:noFill/>
          </a:ln>
        </p:spPr>
        <p:txBody>
          <a:bodyPr anchorCtr="0" anchor="t" bIns="91425" lIns="91425" spcFirstLastPara="1" rIns="91425" wrap="square" tIns="91425">
            <a:noAutofit/>
          </a:bodyPr>
          <a:lstStyle>
            <a:lvl1pPr indent="-304800" lvl="0" marL="457200" algn="ctr">
              <a:lnSpc>
                <a:spcPct val="100000"/>
              </a:lnSpc>
              <a:spcBef>
                <a:spcPts val="0"/>
              </a:spcBef>
              <a:spcAft>
                <a:spcPts val="0"/>
              </a:spcAft>
              <a:buSzPts val="1200"/>
              <a:buChar char="●"/>
              <a:defRPr/>
            </a:lvl1pPr>
            <a:lvl2pPr indent="-304800" lvl="1" marL="914400" algn="ctr">
              <a:lnSpc>
                <a:spcPct val="100000"/>
              </a:lnSpc>
              <a:spcBef>
                <a:spcPts val="0"/>
              </a:spcBef>
              <a:spcAft>
                <a:spcPts val="0"/>
              </a:spcAft>
              <a:buSzPts val="1200"/>
              <a:buChar char="○"/>
              <a:defRPr sz="1200"/>
            </a:lvl2pPr>
            <a:lvl3pPr indent="-304800" lvl="2" marL="1371600" algn="ctr">
              <a:lnSpc>
                <a:spcPct val="100000"/>
              </a:lnSpc>
              <a:spcBef>
                <a:spcPts val="0"/>
              </a:spcBef>
              <a:spcAft>
                <a:spcPts val="0"/>
              </a:spcAft>
              <a:buSzPts val="1200"/>
              <a:buChar char="■"/>
              <a:defRPr sz="1200"/>
            </a:lvl3pPr>
            <a:lvl4pPr indent="-304800" lvl="3" marL="1828800" algn="ctr">
              <a:lnSpc>
                <a:spcPct val="100000"/>
              </a:lnSpc>
              <a:spcBef>
                <a:spcPts val="0"/>
              </a:spcBef>
              <a:spcAft>
                <a:spcPts val="0"/>
              </a:spcAft>
              <a:buSzPts val="1200"/>
              <a:buChar char="●"/>
              <a:defRPr sz="1200"/>
            </a:lvl4pPr>
            <a:lvl5pPr indent="-304800" lvl="4" marL="2286000" algn="ctr">
              <a:lnSpc>
                <a:spcPct val="100000"/>
              </a:lnSpc>
              <a:spcBef>
                <a:spcPts val="0"/>
              </a:spcBef>
              <a:spcAft>
                <a:spcPts val="0"/>
              </a:spcAft>
              <a:buSzPts val="1200"/>
              <a:buChar char="○"/>
              <a:defRPr sz="1200"/>
            </a:lvl5pPr>
            <a:lvl6pPr indent="-304800" lvl="5" marL="2743200" algn="ctr">
              <a:lnSpc>
                <a:spcPct val="100000"/>
              </a:lnSpc>
              <a:spcBef>
                <a:spcPts val="0"/>
              </a:spcBef>
              <a:spcAft>
                <a:spcPts val="0"/>
              </a:spcAft>
              <a:buSzPts val="1200"/>
              <a:buChar char="■"/>
              <a:defRPr sz="1200"/>
            </a:lvl6pPr>
            <a:lvl7pPr indent="-304800" lvl="6" marL="3200400" algn="ctr">
              <a:lnSpc>
                <a:spcPct val="100000"/>
              </a:lnSpc>
              <a:spcBef>
                <a:spcPts val="0"/>
              </a:spcBef>
              <a:spcAft>
                <a:spcPts val="0"/>
              </a:spcAft>
              <a:buSzPts val="1200"/>
              <a:buChar char="●"/>
              <a:defRPr sz="1200"/>
            </a:lvl7pPr>
            <a:lvl8pPr indent="-304800" lvl="7" marL="3657600" algn="ctr">
              <a:lnSpc>
                <a:spcPct val="100000"/>
              </a:lnSpc>
              <a:spcBef>
                <a:spcPts val="0"/>
              </a:spcBef>
              <a:spcAft>
                <a:spcPts val="0"/>
              </a:spcAft>
              <a:buSzPts val="1200"/>
              <a:buChar char="○"/>
              <a:defRPr sz="1200"/>
            </a:lvl8pPr>
            <a:lvl9pPr indent="-304800" lvl="8" marL="4114800" algn="ctr">
              <a:lnSpc>
                <a:spcPct val="100000"/>
              </a:lnSpc>
              <a:spcBef>
                <a:spcPts val="0"/>
              </a:spcBef>
              <a:spcAft>
                <a:spcPts val="0"/>
              </a:spcAft>
              <a:buSzPts val="1200"/>
              <a:buChar char="■"/>
              <a:defRPr sz="1200"/>
            </a:lvl9pPr>
          </a:lstStyle>
          <a:p/>
        </p:txBody>
      </p:sp>
      <p:pic>
        <p:nvPicPr>
          <p:cNvPr id="362" name="Google Shape;362;p56"/>
          <p:cNvPicPr preferRelativeResize="0"/>
          <p:nvPr/>
        </p:nvPicPr>
        <p:blipFill rotWithShape="1">
          <a:blip r:embed="rId2">
            <a:alphaModFix/>
          </a:blip>
          <a:srcRect b="0" l="0" r="0" t="0"/>
          <a:stretch/>
        </p:blipFill>
        <p:spPr>
          <a:xfrm rot="5400000">
            <a:off x="7175112" y="3103483"/>
            <a:ext cx="1947425" cy="1885850"/>
          </a:xfrm>
          <a:prstGeom prst="rect">
            <a:avLst/>
          </a:prstGeom>
          <a:noFill/>
          <a:ln>
            <a:noFill/>
          </a:ln>
        </p:spPr>
      </p:pic>
      <p:pic>
        <p:nvPicPr>
          <p:cNvPr id="363" name="Google Shape;363;p56"/>
          <p:cNvPicPr preferRelativeResize="0"/>
          <p:nvPr/>
        </p:nvPicPr>
        <p:blipFill rotWithShape="1">
          <a:blip r:embed="rId3">
            <a:alphaModFix/>
          </a:blip>
          <a:srcRect b="0" l="0" r="0" t="0"/>
          <a:stretch/>
        </p:blipFill>
        <p:spPr>
          <a:xfrm rot="10800000">
            <a:off x="7438728" y="-815900"/>
            <a:ext cx="2927674" cy="2271225"/>
          </a:xfrm>
          <a:prstGeom prst="rect">
            <a:avLst/>
          </a:prstGeom>
          <a:noFill/>
          <a:ln>
            <a:noFill/>
          </a:ln>
        </p:spPr>
      </p:pic>
      <p:pic>
        <p:nvPicPr>
          <p:cNvPr id="364" name="Google Shape;364;p56"/>
          <p:cNvPicPr preferRelativeResize="0"/>
          <p:nvPr/>
        </p:nvPicPr>
        <p:blipFill rotWithShape="1">
          <a:blip r:embed="rId4">
            <a:alphaModFix/>
          </a:blip>
          <a:srcRect b="0" l="0" r="0" t="0"/>
          <a:stretch/>
        </p:blipFill>
        <p:spPr>
          <a:xfrm rot="7597377">
            <a:off x="6955414" y="1429880"/>
            <a:ext cx="2386824" cy="4381382"/>
          </a:xfrm>
          <a:prstGeom prst="rect">
            <a:avLst/>
          </a:prstGeom>
          <a:noFill/>
          <a:ln>
            <a:noFill/>
          </a:ln>
        </p:spPr>
      </p:pic>
      <p:pic>
        <p:nvPicPr>
          <p:cNvPr id="365" name="Google Shape;365;p56"/>
          <p:cNvPicPr preferRelativeResize="0"/>
          <p:nvPr/>
        </p:nvPicPr>
        <p:blipFill rotWithShape="1">
          <a:blip r:embed="rId5">
            <a:alphaModFix/>
          </a:blip>
          <a:srcRect b="0" l="0" r="0" t="0"/>
          <a:stretch/>
        </p:blipFill>
        <p:spPr>
          <a:xfrm rot="-2894983">
            <a:off x="7188475" y="-717375"/>
            <a:ext cx="1733751" cy="3947450"/>
          </a:xfrm>
          <a:prstGeom prst="rect">
            <a:avLst/>
          </a:prstGeom>
          <a:noFill/>
          <a:ln>
            <a:noFill/>
          </a:ln>
        </p:spPr>
      </p:pic>
      <p:pic>
        <p:nvPicPr>
          <p:cNvPr id="366" name="Google Shape;366;p56"/>
          <p:cNvPicPr preferRelativeResize="0"/>
          <p:nvPr/>
        </p:nvPicPr>
        <p:blipFill rotWithShape="1">
          <a:blip r:embed="rId6">
            <a:alphaModFix/>
          </a:blip>
          <a:srcRect b="0" l="0" r="0" t="0"/>
          <a:stretch/>
        </p:blipFill>
        <p:spPr>
          <a:xfrm rot="3883291">
            <a:off x="208672" y="2630594"/>
            <a:ext cx="2569104" cy="1474162"/>
          </a:xfrm>
          <a:prstGeom prst="rect">
            <a:avLst/>
          </a:prstGeom>
          <a:noFill/>
          <a:ln>
            <a:noFill/>
          </a:ln>
        </p:spPr>
      </p:pic>
      <p:pic>
        <p:nvPicPr>
          <p:cNvPr id="367" name="Google Shape;367;p56"/>
          <p:cNvPicPr preferRelativeResize="0"/>
          <p:nvPr/>
        </p:nvPicPr>
        <p:blipFill rotWithShape="1">
          <a:blip r:embed="rId2">
            <a:alphaModFix/>
          </a:blip>
          <a:srcRect b="0" l="0" r="0" t="0"/>
          <a:stretch/>
        </p:blipFill>
        <p:spPr>
          <a:xfrm rot="5400000">
            <a:off x="-1153513" y="3032883"/>
            <a:ext cx="1947425" cy="1885850"/>
          </a:xfrm>
          <a:prstGeom prst="rect">
            <a:avLst/>
          </a:prstGeom>
          <a:noFill/>
          <a:ln>
            <a:noFill/>
          </a:ln>
        </p:spPr>
      </p:pic>
      <p:pic>
        <p:nvPicPr>
          <p:cNvPr id="368" name="Google Shape;368;p56"/>
          <p:cNvPicPr preferRelativeResize="0"/>
          <p:nvPr/>
        </p:nvPicPr>
        <p:blipFill rotWithShape="1">
          <a:blip r:embed="rId3">
            <a:alphaModFix/>
          </a:blip>
          <a:srcRect b="0" l="0" r="0" t="0"/>
          <a:stretch/>
        </p:blipFill>
        <p:spPr>
          <a:xfrm rot="10800000">
            <a:off x="-889897" y="-886500"/>
            <a:ext cx="2927674" cy="2271225"/>
          </a:xfrm>
          <a:prstGeom prst="rect">
            <a:avLst/>
          </a:prstGeom>
          <a:noFill/>
          <a:ln>
            <a:noFill/>
          </a:ln>
        </p:spPr>
      </p:pic>
      <p:pic>
        <p:nvPicPr>
          <p:cNvPr id="369" name="Google Shape;369;p56"/>
          <p:cNvPicPr preferRelativeResize="0"/>
          <p:nvPr/>
        </p:nvPicPr>
        <p:blipFill rotWithShape="1">
          <a:blip r:embed="rId4">
            <a:alphaModFix/>
          </a:blip>
          <a:srcRect b="0" l="0" r="0" t="0"/>
          <a:stretch/>
        </p:blipFill>
        <p:spPr>
          <a:xfrm rot="7597377">
            <a:off x="-1373211" y="1359280"/>
            <a:ext cx="2386824" cy="4381382"/>
          </a:xfrm>
          <a:prstGeom prst="rect">
            <a:avLst/>
          </a:prstGeom>
          <a:noFill/>
          <a:ln>
            <a:noFill/>
          </a:ln>
        </p:spPr>
      </p:pic>
      <p:pic>
        <p:nvPicPr>
          <p:cNvPr id="370" name="Google Shape;370;p56"/>
          <p:cNvPicPr preferRelativeResize="0"/>
          <p:nvPr/>
        </p:nvPicPr>
        <p:blipFill rotWithShape="1">
          <a:blip r:embed="rId5">
            <a:alphaModFix/>
          </a:blip>
          <a:srcRect b="0" l="0" r="0" t="0"/>
          <a:stretch/>
        </p:blipFill>
        <p:spPr>
          <a:xfrm rot="-2894983">
            <a:off x="-1140150" y="-787975"/>
            <a:ext cx="1733751" cy="3947450"/>
          </a:xfrm>
          <a:prstGeom prst="rect">
            <a:avLst/>
          </a:prstGeom>
          <a:noFill/>
          <a:ln>
            <a:noFill/>
          </a:ln>
        </p:spPr>
      </p:pic>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2_1_1">
    <p:spTree>
      <p:nvGrpSpPr>
        <p:cNvPr id="371" name="Shape 371"/>
        <p:cNvGrpSpPr/>
        <p:nvPr/>
      </p:nvGrpSpPr>
      <p:grpSpPr>
        <a:xfrm>
          <a:off x="0" y="0"/>
          <a:ext cx="0" cy="0"/>
          <a:chOff x="0" y="0"/>
          <a:chExt cx="0" cy="0"/>
        </a:xfrm>
      </p:grpSpPr>
      <p:sp>
        <p:nvSpPr>
          <p:cNvPr id="372" name="Google Shape;372;p57"/>
          <p:cNvSpPr txBox="1"/>
          <p:nvPr>
            <p:ph type="title"/>
          </p:nvPr>
        </p:nvSpPr>
        <p:spPr>
          <a:xfrm>
            <a:off x="796825" y="1794475"/>
            <a:ext cx="2394900" cy="488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400"/>
              <a:buNone/>
              <a:defRPr sz="22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373" name="Google Shape;373;p57"/>
          <p:cNvSpPr txBox="1"/>
          <p:nvPr>
            <p:ph idx="1" type="subTitle"/>
          </p:nvPr>
        </p:nvSpPr>
        <p:spPr>
          <a:xfrm>
            <a:off x="796825" y="2162984"/>
            <a:ext cx="2394900" cy="632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a:lvl1pPr>
            <a:lvl2pPr lvl="1" algn="l">
              <a:lnSpc>
                <a:spcPct val="100000"/>
              </a:lnSpc>
              <a:spcBef>
                <a:spcPts val="0"/>
              </a:spcBef>
              <a:spcAft>
                <a:spcPts val="0"/>
              </a:spcAft>
              <a:buSzPts val="1600"/>
              <a:buNone/>
              <a:defRPr/>
            </a:lvl2pPr>
            <a:lvl3pPr lvl="2" algn="l">
              <a:lnSpc>
                <a:spcPct val="100000"/>
              </a:lnSpc>
              <a:spcBef>
                <a:spcPts val="0"/>
              </a:spcBef>
              <a:spcAft>
                <a:spcPts val="0"/>
              </a:spcAft>
              <a:buSzPts val="1600"/>
              <a:buNone/>
              <a:defRPr/>
            </a:lvl3pPr>
            <a:lvl4pPr lvl="3" algn="l">
              <a:lnSpc>
                <a:spcPct val="100000"/>
              </a:lnSpc>
              <a:spcBef>
                <a:spcPts val="0"/>
              </a:spcBef>
              <a:spcAft>
                <a:spcPts val="0"/>
              </a:spcAft>
              <a:buSzPts val="1600"/>
              <a:buNone/>
              <a:defRPr/>
            </a:lvl4pPr>
            <a:lvl5pPr lvl="4" algn="l">
              <a:lnSpc>
                <a:spcPct val="100000"/>
              </a:lnSpc>
              <a:spcBef>
                <a:spcPts val="0"/>
              </a:spcBef>
              <a:spcAft>
                <a:spcPts val="0"/>
              </a:spcAft>
              <a:buSzPts val="1600"/>
              <a:buNone/>
              <a:defRPr/>
            </a:lvl5pPr>
            <a:lvl6pPr lvl="5" algn="l">
              <a:lnSpc>
                <a:spcPct val="100000"/>
              </a:lnSpc>
              <a:spcBef>
                <a:spcPts val="0"/>
              </a:spcBef>
              <a:spcAft>
                <a:spcPts val="0"/>
              </a:spcAft>
              <a:buSzPts val="1600"/>
              <a:buNone/>
              <a:defRPr/>
            </a:lvl6pPr>
            <a:lvl7pPr lvl="6" algn="l">
              <a:lnSpc>
                <a:spcPct val="100000"/>
              </a:lnSpc>
              <a:spcBef>
                <a:spcPts val="0"/>
              </a:spcBef>
              <a:spcAft>
                <a:spcPts val="0"/>
              </a:spcAft>
              <a:buSzPts val="1600"/>
              <a:buNone/>
              <a:defRPr/>
            </a:lvl7pPr>
            <a:lvl8pPr lvl="7" algn="l">
              <a:lnSpc>
                <a:spcPct val="100000"/>
              </a:lnSpc>
              <a:spcBef>
                <a:spcPts val="0"/>
              </a:spcBef>
              <a:spcAft>
                <a:spcPts val="0"/>
              </a:spcAft>
              <a:buSzPts val="1600"/>
              <a:buNone/>
              <a:defRPr/>
            </a:lvl8pPr>
            <a:lvl9pPr lvl="8" algn="l">
              <a:lnSpc>
                <a:spcPct val="100000"/>
              </a:lnSpc>
              <a:spcBef>
                <a:spcPts val="0"/>
              </a:spcBef>
              <a:spcAft>
                <a:spcPts val="0"/>
              </a:spcAft>
              <a:buSzPts val="1600"/>
              <a:buNone/>
              <a:defRPr/>
            </a:lvl9pPr>
          </a:lstStyle>
          <a:p/>
        </p:txBody>
      </p:sp>
      <p:sp>
        <p:nvSpPr>
          <p:cNvPr id="374" name="Google Shape;374;p57"/>
          <p:cNvSpPr txBox="1"/>
          <p:nvPr>
            <p:ph idx="2" type="title"/>
          </p:nvPr>
        </p:nvSpPr>
        <p:spPr>
          <a:xfrm>
            <a:off x="713225" y="539500"/>
            <a:ext cx="77175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a:lvl2pPr>
            <a:lvl3pPr lvl="2" algn="ctr">
              <a:lnSpc>
                <a:spcPct val="100000"/>
              </a:lnSpc>
              <a:spcBef>
                <a:spcPts val="0"/>
              </a:spcBef>
              <a:spcAft>
                <a:spcPts val="0"/>
              </a:spcAft>
              <a:buSzPts val="2800"/>
              <a:buNone/>
              <a:defRPr/>
            </a:lvl3pPr>
            <a:lvl4pPr lvl="3" algn="ctr">
              <a:lnSpc>
                <a:spcPct val="100000"/>
              </a:lnSpc>
              <a:spcBef>
                <a:spcPts val="0"/>
              </a:spcBef>
              <a:spcAft>
                <a:spcPts val="0"/>
              </a:spcAft>
              <a:buSzPts val="2800"/>
              <a:buNone/>
              <a:defRPr/>
            </a:lvl4pPr>
            <a:lvl5pPr lvl="4" algn="ctr">
              <a:lnSpc>
                <a:spcPct val="100000"/>
              </a:lnSpc>
              <a:spcBef>
                <a:spcPts val="0"/>
              </a:spcBef>
              <a:spcAft>
                <a:spcPts val="0"/>
              </a:spcAft>
              <a:buSzPts val="2800"/>
              <a:buNone/>
              <a:defRPr/>
            </a:lvl5pPr>
            <a:lvl6pPr lvl="5" algn="ctr">
              <a:lnSpc>
                <a:spcPct val="100000"/>
              </a:lnSpc>
              <a:spcBef>
                <a:spcPts val="0"/>
              </a:spcBef>
              <a:spcAft>
                <a:spcPts val="0"/>
              </a:spcAft>
              <a:buSzPts val="2800"/>
              <a:buNone/>
              <a:defRPr/>
            </a:lvl6pPr>
            <a:lvl7pPr lvl="6" algn="ctr">
              <a:lnSpc>
                <a:spcPct val="100000"/>
              </a:lnSpc>
              <a:spcBef>
                <a:spcPts val="0"/>
              </a:spcBef>
              <a:spcAft>
                <a:spcPts val="0"/>
              </a:spcAft>
              <a:buSzPts val="2800"/>
              <a:buNone/>
              <a:defRPr/>
            </a:lvl7pPr>
            <a:lvl8pPr lvl="7" algn="ctr">
              <a:lnSpc>
                <a:spcPct val="100000"/>
              </a:lnSpc>
              <a:spcBef>
                <a:spcPts val="0"/>
              </a:spcBef>
              <a:spcAft>
                <a:spcPts val="0"/>
              </a:spcAft>
              <a:buSzPts val="2800"/>
              <a:buNone/>
              <a:defRPr/>
            </a:lvl8pPr>
            <a:lvl9pPr lvl="8" algn="ctr">
              <a:lnSpc>
                <a:spcPct val="100000"/>
              </a:lnSpc>
              <a:spcBef>
                <a:spcPts val="0"/>
              </a:spcBef>
              <a:spcAft>
                <a:spcPts val="0"/>
              </a:spcAft>
              <a:buSzPts val="2800"/>
              <a:buNone/>
              <a:defRPr/>
            </a:lvl9pPr>
          </a:lstStyle>
          <a:p/>
        </p:txBody>
      </p:sp>
      <p:sp>
        <p:nvSpPr>
          <p:cNvPr id="375" name="Google Shape;375;p57"/>
          <p:cNvSpPr txBox="1"/>
          <p:nvPr>
            <p:ph idx="3" type="title"/>
          </p:nvPr>
        </p:nvSpPr>
        <p:spPr>
          <a:xfrm>
            <a:off x="3374525" y="1794475"/>
            <a:ext cx="2394900" cy="488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400"/>
              <a:buNone/>
              <a:defRPr sz="22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376" name="Google Shape;376;p57"/>
          <p:cNvSpPr txBox="1"/>
          <p:nvPr>
            <p:ph idx="4" type="subTitle"/>
          </p:nvPr>
        </p:nvSpPr>
        <p:spPr>
          <a:xfrm>
            <a:off x="3374525" y="2162984"/>
            <a:ext cx="2394900" cy="632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a:lvl1pPr>
            <a:lvl2pPr lvl="1" algn="l">
              <a:lnSpc>
                <a:spcPct val="100000"/>
              </a:lnSpc>
              <a:spcBef>
                <a:spcPts val="0"/>
              </a:spcBef>
              <a:spcAft>
                <a:spcPts val="0"/>
              </a:spcAft>
              <a:buSzPts val="1600"/>
              <a:buNone/>
              <a:defRPr/>
            </a:lvl2pPr>
            <a:lvl3pPr lvl="2" algn="l">
              <a:lnSpc>
                <a:spcPct val="100000"/>
              </a:lnSpc>
              <a:spcBef>
                <a:spcPts val="0"/>
              </a:spcBef>
              <a:spcAft>
                <a:spcPts val="0"/>
              </a:spcAft>
              <a:buSzPts val="1600"/>
              <a:buNone/>
              <a:defRPr/>
            </a:lvl3pPr>
            <a:lvl4pPr lvl="3" algn="l">
              <a:lnSpc>
                <a:spcPct val="100000"/>
              </a:lnSpc>
              <a:spcBef>
                <a:spcPts val="0"/>
              </a:spcBef>
              <a:spcAft>
                <a:spcPts val="0"/>
              </a:spcAft>
              <a:buSzPts val="1600"/>
              <a:buNone/>
              <a:defRPr/>
            </a:lvl4pPr>
            <a:lvl5pPr lvl="4" algn="l">
              <a:lnSpc>
                <a:spcPct val="100000"/>
              </a:lnSpc>
              <a:spcBef>
                <a:spcPts val="0"/>
              </a:spcBef>
              <a:spcAft>
                <a:spcPts val="0"/>
              </a:spcAft>
              <a:buSzPts val="1600"/>
              <a:buNone/>
              <a:defRPr/>
            </a:lvl5pPr>
            <a:lvl6pPr lvl="5" algn="l">
              <a:lnSpc>
                <a:spcPct val="100000"/>
              </a:lnSpc>
              <a:spcBef>
                <a:spcPts val="0"/>
              </a:spcBef>
              <a:spcAft>
                <a:spcPts val="0"/>
              </a:spcAft>
              <a:buSzPts val="1600"/>
              <a:buNone/>
              <a:defRPr/>
            </a:lvl6pPr>
            <a:lvl7pPr lvl="6" algn="l">
              <a:lnSpc>
                <a:spcPct val="100000"/>
              </a:lnSpc>
              <a:spcBef>
                <a:spcPts val="0"/>
              </a:spcBef>
              <a:spcAft>
                <a:spcPts val="0"/>
              </a:spcAft>
              <a:buSzPts val="1600"/>
              <a:buNone/>
              <a:defRPr/>
            </a:lvl7pPr>
            <a:lvl8pPr lvl="7" algn="l">
              <a:lnSpc>
                <a:spcPct val="100000"/>
              </a:lnSpc>
              <a:spcBef>
                <a:spcPts val="0"/>
              </a:spcBef>
              <a:spcAft>
                <a:spcPts val="0"/>
              </a:spcAft>
              <a:buSzPts val="1600"/>
              <a:buNone/>
              <a:defRPr/>
            </a:lvl8pPr>
            <a:lvl9pPr lvl="8" algn="l">
              <a:lnSpc>
                <a:spcPct val="100000"/>
              </a:lnSpc>
              <a:spcBef>
                <a:spcPts val="0"/>
              </a:spcBef>
              <a:spcAft>
                <a:spcPts val="0"/>
              </a:spcAft>
              <a:buSzPts val="1600"/>
              <a:buNone/>
              <a:defRPr/>
            </a:lvl9pPr>
          </a:lstStyle>
          <a:p/>
        </p:txBody>
      </p:sp>
      <p:sp>
        <p:nvSpPr>
          <p:cNvPr id="377" name="Google Shape;377;p57"/>
          <p:cNvSpPr txBox="1"/>
          <p:nvPr>
            <p:ph idx="5" type="title"/>
          </p:nvPr>
        </p:nvSpPr>
        <p:spPr>
          <a:xfrm>
            <a:off x="796825" y="3472591"/>
            <a:ext cx="2394900" cy="488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400"/>
              <a:buNone/>
              <a:defRPr sz="22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378" name="Google Shape;378;p57"/>
          <p:cNvSpPr txBox="1"/>
          <p:nvPr>
            <p:ph idx="6" type="subTitle"/>
          </p:nvPr>
        </p:nvSpPr>
        <p:spPr>
          <a:xfrm>
            <a:off x="796825" y="3841100"/>
            <a:ext cx="2394900" cy="632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a:lvl1pPr>
            <a:lvl2pPr lvl="1" algn="l">
              <a:lnSpc>
                <a:spcPct val="100000"/>
              </a:lnSpc>
              <a:spcBef>
                <a:spcPts val="0"/>
              </a:spcBef>
              <a:spcAft>
                <a:spcPts val="0"/>
              </a:spcAft>
              <a:buSzPts val="1600"/>
              <a:buNone/>
              <a:defRPr/>
            </a:lvl2pPr>
            <a:lvl3pPr lvl="2" algn="l">
              <a:lnSpc>
                <a:spcPct val="100000"/>
              </a:lnSpc>
              <a:spcBef>
                <a:spcPts val="0"/>
              </a:spcBef>
              <a:spcAft>
                <a:spcPts val="0"/>
              </a:spcAft>
              <a:buSzPts val="1600"/>
              <a:buNone/>
              <a:defRPr/>
            </a:lvl3pPr>
            <a:lvl4pPr lvl="3" algn="l">
              <a:lnSpc>
                <a:spcPct val="100000"/>
              </a:lnSpc>
              <a:spcBef>
                <a:spcPts val="0"/>
              </a:spcBef>
              <a:spcAft>
                <a:spcPts val="0"/>
              </a:spcAft>
              <a:buSzPts val="1600"/>
              <a:buNone/>
              <a:defRPr/>
            </a:lvl4pPr>
            <a:lvl5pPr lvl="4" algn="l">
              <a:lnSpc>
                <a:spcPct val="100000"/>
              </a:lnSpc>
              <a:spcBef>
                <a:spcPts val="0"/>
              </a:spcBef>
              <a:spcAft>
                <a:spcPts val="0"/>
              </a:spcAft>
              <a:buSzPts val="1600"/>
              <a:buNone/>
              <a:defRPr/>
            </a:lvl5pPr>
            <a:lvl6pPr lvl="5" algn="l">
              <a:lnSpc>
                <a:spcPct val="100000"/>
              </a:lnSpc>
              <a:spcBef>
                <a:spcPts val="0"/>
              </a:spcBef>
              <a:spcAft>
                <a:spcPts val="0"/>
              </a:spcAft>
              <a:buSzPts val="1600"/>
              <a:buNone/>
              <a:defRPr/>
            </a:lvl6pPr>
            <a:lvl7pPr lvl="6" algn="l">
              <a:lnSpc>
                <a:spcPct val="100000"/>
              </a:lnSpc>
              <a:spcBef>
                <a:spcPts val="0"/>
              </a:spcBef>
              <a:spcAft>
                <a:spcPts val="0"/>
              </a:spcAft>
              <a:buSzPts val="1600"/>
              <a:buNone/>
              <a:defRPr/>
            </a:lvl7pPr>
            <a:lvl8pPr lvl="7" algn="l">
              <a:lnSpc>
                <a:spcPct val="100000"/>
              </a:lnSpc>
              <a:spcBef>
                <a:spcPts val="0"/>
              </a:spcBef>
              <a:spcAft>
                <a:spcPts val="0"/>
              </a:spcAft>
              <a:buSzPts val="1600"/>
              <a:buNone/>
              <a:defRPr/>
            </a:lvl8pPr>
            <a:lvl9pPr lvl="8" algn="l">
              <a:lnSpc>
                <a:spcPct val="100000"/>
              </a:lnSpc>
              <a:spcBef>
                <a:spcPts val="0"/>
              </a:spcBef>
              <a:spcAft>
                <a:spcPts val="0"/>
              </a:spcAft>
              <a:buSzPts val="1600"/>
              <a:buNone/>
              <a:defRPr/>
            </a:lvl9pPr>
          </a:lstStyle>
          <a:p/>
        </p:txBody>
      </p:sp>
      <p:sp>
        <p:nvSpPr>
          <p:cNvPr id="379" name="Google Shape;379;p57"/>
          <p:cNvSpPr txBox="1"/>
          <p:nvPr>
            <p:ph idx="7" type="title"/>
          </p:nvPr>
        </p:nvSpPr>
        <p:spPr>
          <a:xfrm>
            <a:off x="3374525" y="3472591"/>
            <a:ext cx="2394900" cy="488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400"/>
              <a:buNone/>
              <a:defRPr sz="22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380" name="Google Shape;380;p57"/>
          <p:cNvSpPr txBox="1"/>
          <p:nvPr>
            <p:ph idx="8" type="subTitle"/>
          </p:nvPr>
        </p:nvSpPr>
        <p:spPr>
          <a:xfrm>
            <a:off x="3374525" y="3841100"/>
            <a:ext cx="2394900" cy="632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a:lvl1pPr>
            <a:lvl2pPr lvl="1" algn="l">
              <a:lnSpc>
                <a:spcPct val="100000"/>
              </a:lnSpc>
              <a:spcBef>
                <a:spcPts val="0"/>
              </a:spcBef>
              <a:spcAft>
                <a:spcPts val="0"/>
              </a:spcAft>
              <a:buSzPts val="1600"/>
              <a:buNone/>
              <a:defRPr/>
            </a:lvl2pPr>
            <a:lvl3pPr lvl="2" algn="l">
              <a:lnSpc>
                <a:spcPct val="100000"/>
              </a:lnSpc>
              <a:spcBef>
                <a:spcPts val="0"/>
              </a:spcBef>
              <a:spcAft>
                <a:spcPts val="0"/>
              </a:spcAft>
              <a:buSzPts val="1600"/>
              <a:buNone/>
              <a:defRPr/>
            </a:lvl3pPr>
            <a:lvl4pPr lvl="3" algn="l">
              <a:lnSpc>
                <a:spcPct val="100000"/>
              </a:lnSpc>
              <a:spcBef>
                <a:spcPts val="0"/>
              </a:spcBef>
              <a:spcAft>
                <a:spcPts val="0"/>
              </a:spcAft>
              <a:buSzPts val="1600"/>
              <a:buNone/>
              <a:defRPr/>
            </a:lvl4pPr>
            <a:lvl5pPr lvl="4" algn="l">
              <a:lnSpc>
                <a:spcPct val="100000"/>
              </a:lnSpc>
              <a:spcBef>
                <a:spcPts val="0"/>
              </a:spcBef>
              <a:spcAft>
                <a:spcPts val="0"/>
              </a:spcAft>
              <a:buSzPts val="1600"/>
              <a:buNone/>
              <a:defRPr/>
            </a:lvl5pPr>
            <a:lvl6pPr lvl="5" algn="l">
              <a:lnSpc>
                <a:spcPct val="100000"/>
              </a:lnSpc>
              <a:spcBef>
                <a:spcPts val="0"/>
              </a:spcBef>
              <a:spcAft>
                <a:spcPts val="0"/>
              </a:spcAft>
              <a:buSzPts val="1600"/>
              <a:buNone/>
              <a:defRPr/>
            </a:lvl6pPr>
            <a:lvl7pPr lvl="6" algn="l">
              <a:lnSpc>
                <a:spcPct val="100000"/>
              </a:lnSpc>
              <a:spcBef>
                <a:spcPts val="0"/>
              </a:spcBef>
              <a:spcAft>
                <a:spcPts val="0"/>
              </a:spcAft>
              <a:buSzPts val="1600"/>
              <a:buNone/>
              <a:defRPr/>
            </a:lvl7pPr>
            <a:lvl8pPr lvl="7" algn="l">
              <a:lnSpc>
                <a:spcPct val="100000"/>
              </a:lnSpc>
              <a:spcBef>
                <a:spcPts val="0"/>
              </a:spcBef>
              <a:spcAft>
                <a:spcPts val="0"/>
              </a:spcAft>
              <a:buSzPts val="1600"/>
              <a:buNone/>
              <a:defRPr/>
            </a:lvl8pPr>
            <a:lvl9pPr lvl="8" algn="l">
              <a:lnSpc>
                <a:spcPct val="100000"/>
              </a:lnSpc>
              <a:spcBef>
                <a:spcPts val="0"/>
              </a:spcBef>
              <a:spcAft>
                <a:spcPts val="0"/>
              </a:spcAft>
              <a:buSzPts val="1600"/>
              <a:buNone/>
              <a:defRPr/>
            </a:lvl9pPr>
          </a:lstStyle>
          <a:p/>
        </p:txBody>
      </p:sp>
      <p:sp>
        <p:nvSpPr>
          <p:cNvPr id="381" name="Google Shape;381;p57"/>
          <p:cNvSpPr txBox="1"/>
          <p:nvPr>
            <p:ph idx="9" type="title"/>
          </p:nvPr>
        </p:nvSpPr>
        <p:spPr>
          <a:xfrm>
            <a:off x="5952150" y="1794475"/>
            <a:ext cx="2394900" cy="488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400"/>
              <a:buNone/>
              <a:defRPr sz="22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382" name="Google Shape;382;p57"/>
          <p:cNvSpPr txBox="1"/>
          <p:nvPr>
            <p:ph idx="13" type="subTitle"/>
          </p:nvPr>
        </p:nvSpPr>
        <p:spPr>
          <a:xfrm>
            <a:off x="5952150" y="2162984"/>
            <a:ext cx="2394900" cy="632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a:lvl1pPr>
            <a:lvl2pPr lvl="1" algn="l">
              <a:lnSpc>
                <a:spcPct val="100000"/>
              </a:lnSpc>
              <a:spcBef>
                <a:spcPts val="0"/>
              </a:spcBef>
              <a:spcAft>
                <a:spcPts val="0"/>
              </a:spcAft>
              <a:buSzPts val="1600"/>
              <a:buNone/>
              <a:defRPr/>
            </a:lvl2pPr>
            <a:lvl3pPr lvl="2" algn="l">
              <a:lnSpc>
                <a:spcPct val="100000"/>
              </a:lnSpc>
              <a:spcBef>
                <a:spcPts val="0"/>
              </a:spcBef>
              <a:spcAft>
                <a:spcPts val="0"/>
              </a:spcAft>
              <a:buSzPts val="1600"/>
              <a:buNone/>
              <a:defRPr/>
            </a:lvl3pPr>
            <a:lvl4pPr lvl="3" algn="l">
              <a:lnSpc>
                <a:spcPct val="100000"/>
              </a:lnSpc>
              <a:spcBef>
                <a:spcPts val="0"/>
              </a:spcBef>
              <a:spcAft>
                <a:spcPts val="0"/>
              </a:spcAft>
              <a:buSzPts val="1600"/>
              <a:buNone/>
              <a:defRPr/>
            </a:lvl4pPr>
            <a:lvl5pPr lvl="4" algn="l">
              <a:lnSpc>
                <a:spcPct val="100000"/>
              </a:lnSpc>
              <a:spcBef>
                <a:spcPts val="0"/>
              </a:spcBef>
              <a:spcAft>
                <a:spcPts val="0"/>
              </a:spcAft>
              <a:buSzPts val="1600"/>
              <a:buNone/>
              <a:defRPr/>
            </a:lvl5pPr>
            <a:lvl6pPr lvl="5" algn="l">
              <a:lnSpc>
                <a:spcPct val="100000"/>
              </a:lnSpc>
              <a:spcBef>
                <a:spcPts val="0"/>
              </a:spcBef>
              <a:spcAft>
                <a:spcPts val="0"/>
              </a:spcAft>
              <a:buSzPts val="1600"/>
              <a:buNone/>
              <a:defRPr/>
            </a:lvl6pPr>
            <a:lvl7pPr lvl="6" algn="l">
              <a:lnSpc>
                <a:spcPct val="100000"/>
              </a:lnSpc>
              <a:spcBef>
                <a:spcPts val="0"/>
              </a:spcBef>
              <a:spcAft>
                <a:spcPts val="0"/>
              </a:spcAft>
              <a:buSzPts val="1600"/>
              <a:buNone/>
              <a:defRPr/>
            </a:lvl7pPr>
            <a:lvl8pPr lvl="7" algn="l">
              <a:lnSpc>
                <a:spcPct val="100000"/>
              </a:lnSpc>
              <a:spcBef>
                <a:spcPts val="0"/>
              </a:spcBef>
              <a:spcAft>
                <a:spcPts val="0"/>
              </a:spcAft>
              <a:buSzPts val="1600"/>
              <a:buNone/>
              <a:defRPr/>
            </a:lvl8pPr>
            <a:lvl9pPr lvl="8" algn="l">
              <a:lnSpc>
                <a:spcPct val="100000"/>
              </a:lnSpc>
              <a:spcBef>
                <a:spcPts val="0"/>
              </a:spcBef>
              <a:spcAft>
                <a:spcPts val="0"/>
              </a:spcAft>
              <a:buSzPts val="1600"/>
              <a:buNone/>
              <a:defRPr/>
            </a:lvl9pPr>
          </a:lstStyle>
          <a:p/>
        </p:txBody>
      </p:sp>
      <p:sp>
        <p:nvSpPr>
          <p:cNvPr id="383" name="Google Shape;383;p57"/>
          <p:cNvSpPr txBox="1"/>
          <p:nvPr>
            <p:ph idx="14" type="title"/>
          </p:nvPr>
        </p:nvSpPr>
        <p:spPr>
          <a:xfrm>
            <a:off x="5952150" y="3472591"/>
            <a:ext cx="2394900" cy="488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400"/>
              <a:buNone/>
              <a:defRPr sz="22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384" name="Google Shape;384;p57"/>
          <p:cNvSpPr txBox="1"/>
          <p:nvPr>
            <p:ph idx="15" type="subTitle"/>
          </p:nvPr>
        </p:nvSpPr>
        <p:spPr>
          <a:xfrm>
            <a:off x="5952150" y="3841100"/>
            <a:ext cx="2394900" cy="632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a:lvl1pPr>
            <a:lvl2pPr lvl="1" algn="l">
              <a:lnSpc>
                <a:spcPct val="100000"/>
              </a:lnSpc>
              <a:spcBef>
                <a:spcPts val="0"/>
              </a:spcBef>
              <a:spcAft>
                <a:spcPts val="0"/>
              </a:spcAft>
              <a:buSzPts val="1600"/>
              <a:buNone/>
              <a:defRPr/>
            </a:lvl2pPr>
            <a:lvl3pPr lvl="2" algn="l">
              <a:lnSpc>
                <a:spcPct val="100000"/>
              </a:lnSpc>
              <a:spcBef>
                <a:spcPts val="0"/>
              </a:spcBef>
              <a:spcAft>
                <a:spcPts val="0"/>
              </a:spcAft>
              <a:buSzPts val="1600"/>
              <a:buNone/>
              <a:defRPr/>
            </a:lvl3pPr>
            <a:lvl4pPr lvl="3" algn="l">
              <a:lnSpc>
                <a:spcPct val="100000"/>
              </a:lnSpc>
              <a:spcBef>
                <a:spcPts val="0"/>
              </a:spcBef>
              <a:spcAft>
                <a:spcPts val="0"/>
              </a:spcAft>
              <a:buSzPts val="1600"/>
              <a:buNone/>
              <a:defRPr/>
            </a:lvl4pPr>
            <a:lvl5pPr lvl="4" algn="l">
              <a:lnSpc>
                <a:spcPct val="100000"/>
              </a:lnSpc>
              <a:spcBef>
                <a:spcPts val="0"/>
              </a:spcBef>
              <a:spcAft>
                <a:spcPts val="0"/>
              </a:spcAft>
              <a:buSzPts val="1600"/>
              <a:buNone/>
              <a:defRPr/>
            </a:lvl5pPr>
            <a:lvl6pPr lvl="5" algn="l">
              <a:lnSpc>
                <a:spcPct val="100000"/>
              </a:lnSpc>
              <a:spcBef>
                <a:spcPts val="0"/>
              </a:spcBef>
              <a:spcAft>
                <a:spcPts val="0"/>
              </a:spcAft>
              <a:buSzPts val="1600"/>
              <a:buNone/>
              <a:defRPr/>
            </a:lvl6pPr>
            <a:lvl7pPr lvl="6" algn="l">
              <a:lnSpc>
                <a:spcPct val="100000"/>
              </a:lnSpc>
              <a:spcBef>
                <a:spcPts val="0"/>
              </a:spcBef>
              <a:spcAft>
                <a:spcPts val="0"/>
              </a:spcAft>
              <a:buSzPts val="1600"/>
              <a:buNone/>
              <a:defRPr/>
            </a:lvl7pPr>
            <a:lvl8pPr lvl="7" algn="l">
              <a:lnSpc>
                <a:spcPct val="100000"/>
              </a:lnSpc>
              <a:spcBef>
                <a:spcPts val="0"/>
              </a:spcBef>
              <a:spcAft>
                <a:spcPts val="0"/>
              </a:spcAft>
              <a:buSzPts val="1600"/>
              <a:buNone/>
              <a:defRPr/>
            </a:lvl8pPr>
            <a:lvl9pPr lvl="8" algn="l">
              <a:lnSpc>
                <a:spcPct val="100000"/>
              </a:lnSpc>
              <a:spcBef>
                <a:spcPts val="0"/>
              </a:spcBef>
              <a:spcAft>
                <a:spcPts val="0"/>
              </a:spcAft>
              <a:buSzPts val="1600"/>
              <a:buNone/>
              <a:defRPr/>
            </a:lvl9pPr>
          </a:lstStyle>
          <a:p/>
        </p:txBody>
      </p:sp>
      <p:pic>
        <p:nvPicPr>
          <p:cNvPr id="385" name="Google Shape;385;p57"/>
          <p:cNvPicPr preferRelativeResize="0"/>
          <p:nvPr/>
        </p:nvPicPr>
        <p:blipFill rotWithShape="1">
          <a:blip r:embed="rId2">
            <a:alphaModFix/>
          </a:blip>
          <a:srcRect b="0" l="0" r="0" t="0"/>
          <a:stretch/>
        </p:blipFill>
        <p:spPr>
          <a:xfrm rot="-10059469">
            <a:off x="-250407" y="191408"/>
            <a:ext cx="1320763" cy="3203783"/>
          </a:xfrm>
          <a:prstGeom prst="rect">
            <a:avLst/>
          </a:prstGeom>
          <a:noFill/>
          <a:ln>
            <a:noFill/>
          </a:ln>
        </p:spPr>
      </p:pic>
      <p:pic>
        <p:nvPicPr>
          <p:cNvPr id="386" name="Google Shape;386;p57"/>
          <p:cNvPicPr preferRelativeResize="0"/>
          <p:nvPr/>
        </p:nvPicPr>
        <p:blipFill rotWithShape="1">
          <a:blip r:embed="rId3">
            <a:alphaModFix/>
          </a:blip>
          <a:srcRect b="0" l="0" r="0" t="0"/>
          <a:stretch/>
        </p:blipFill>
        <p:spPr>
          <a:xfrm flipH="1" rot="5400000">
            <a:off x="-327025" y="-99117"/>
            <a:ext cx="1179500" cy="1528135"/>
          </a:xfrm>
          <a:prstGeom prst="rect">
            <a:avLst/>
          </a:prstGeom>
          <a:noFill/>
          <a:ln>
            <a:noFill/>
          </a:ln>
        </p:spPr>
      </p:pic>
      <p:pic>
        <p:nvPicPr>
          <p:cNvPr id="387" name="Google Shape;387;p57"/>
          <p:cNvPicPr preferRelativeResize="0"/>
          <p:nvPr/>
        </p:nvPicPr>
        <p:blipFill rotWithShape="1">
          <a:blip r:embed="rId4">
            <a:alphaModFix/>
          </a:blip>
          <a:srcRect b="0" l="0" r="0" t="0"/>
          <a:stretch/>
        </p:blipFill>
        <p:spPr>
          <a:xfrm rot="-3">
            <a:off x="7978008" y="2558906"/>
            <a:ext cx="1796434" cy="4090188"/>
          </a:xfrm>
          <a:prstGeom prst="rect">
            <a:avLst/>
          </a:prstGeom>
          <a:noFill/>
          <a:ln>
            <a:noFill/>
          </a:ln>
        </p:spPr>
      </p:pic>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CUSTOM_4">
    <p:spTree>
      <p:nvGrpSpPr>
        <p:cNvPr id="388" name="Shape 388"/>
        <p:cNvGrpSpPr/>
        <p:nvPr/>
      </p:nvGrpSpPr>
      <p:grpSpPr>
        <a:xfrm>
          <a:off x="0" y="0"/>
          <a:ext cx="0" cy="0"/>
          <a:chOff x="0" y="0"/>
          <a:chExt cx="0" cy="0"/>
        </a:xfrm>
      </p:grpSpPr>
      <p:sp>
        <p:nvSpPr>
          <p:cNvPr id="389" name="Google Shape;389;p58"/>
          <p:cNvSpPr txBox="1"/>
          <p:nvPr>
            <p:ph idx="1" type="subTitle"/>
          </p:nvPr>
        </p:nvSpPr>
        <p:spPr>
          <a:xfrm>
            <a:off x="2640050" y="2283675"/>
            <a:ext cx="3863700" cy="1388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a:lvl1pPr>
            <a:lvl2pPr lvl="1" algn="l">
              <a:lnSpc>
                <a:spcPct val="100000"/>
              </a:lnSpc>
              <a:spcBef>
                <a:spcPts val="0"/>
              </a:spcBef>
              <a:spcAft>
                <a:spcPts val="0"/>
              </a:spcAft>
              <a:buSzPts val="1600"/>
              <a:buNone/>
              <a:defRPr/>
            </a:lvl2pPr>
            <a:lvl3pPr lvl="2" algn="l">
              <a:lnSpc>
                <a:spcPct val="100000"/>
              </a:lnSpc>
              <a:spcBef>
                <a:spcPts val="0"/>
              </a:spcBef>
              <a:spcAft>
                <a:spcPts val="0"/>
              </a:spcAft>
              <a:buSzPts val="1600"/>
              <a:buNone/>
              <a:defRPr/>
            </a:lvl3pPr>
            <a:lvl4pPr lvl="3" algn="l">
              <a:lnSpc>
                <a:spcPct val="100000"/>
              </a:lnSpc>
              <a:spcBef>
                <a:spcPts val="0"/>
              </a:spcBef>
              <a:spcAft>
                <a:spcPts val="0"/>
              </a:spcAft>
              <a:buSzPts val="1600"/>
              <a:buNone/>
              <a:defRPr/>
            </a:lvl4pPr>
            <a:lvl5pPr lvl="4" algn="l">
              <a:lnSpc>
                <a:spcPct val="100000"/>
              </a:lnSpc>
              <a:spcBef>
                <a:spcPts val="0"/>
              </a:spcBef>
              <a:spcAft>
                <a:spcPts val="0"/>
              </a:spcAft>
              <a:buSzPts val="1600"/>
              <a:buNone/>
              <a:defRPr/>
            </a:lvl5pPr>
            <a:lvl6pPr lvl="5" algn="l">
              <a:lnSpc>
                <a:spcPct val="100000"/>
              </a:lnSpc>
              <a:spcBef>
                <a:spcPts val="0"/>
              </a:spcBef>
              <a:spcAft>
                <a:spcPts val="0"/>
              </a:spcAft>
              <a:buSzPts val="1600"/>
              <a:buNone/>
              <a:defRPr/>
            </a:lvl6pPr>
            <a:lvl7pPr lvl="6" algn="l">
              <a:lnSpc>
                <a:spcPct val="100000"/>
              </a:lnSpc>
              <a:spcBef>
                <a:spcPts val="0"/>
              </a:spcBef>
              <a:spcAft>
                <a:spcPts val="0"/>
              </a:spcAft>
              <a:buSzPts val="1600"/>
              <a:buNone/>
              <a:defRPr/>
            </a:lvl7pPr>
            <a:lvl8pPr lvl="7" algn="l">
              <a:lnSpc>
                <a:spcPct val="100000"/>
              </a:lnSpc>
              <a:spcBef>
                <a:spcPts val="0"/>
              </a:spcBef>
              <a:spcAft>
                <a:spcPts val="0"/>
              </a:spcAft>
              <a:buSzPts val="1600"/>
              <a:buNone/>
              <a:defRPr/>
            </a:lvl8pPr>
            <a:lvl9pPr lvl="8" algn="l">
              <a:lnSpc>
                <a:spcPct val="100000"/>
              </a:lnSpc>
              <a:spcBef>
                <a:spcPts val="0"/>
              </a:spcBef>
              <a:spcAft>
                <a:spcPts val="0"/>
              </a:spcAft>
              <a:buSzPts val="1600"/>
              <a:buNone/>
              <a:defRPr/>
            </a:lvl9pPr>
          </a:lstStyle>
          <a:p/>
        </p:txBody>
      </p:sp>
      <p:sp>
        <p:nvSpPr>
          <p:cNvPr id="390" name="Google Shape;390;p58"/>
          <p:cNvSpPr txBox="1"/>
          <p:nvPr>
            <p:ph type="title"/>
          </p:nvPr>
        </p:nvSpPr>
        <p:spPr>
          <a:xfrm>
            <a:off x="713225" y="539500"/>
            <a:ext cx="77175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a:lvl2pPr>
            <a:lvl3pPr lvl="2" algn="ctr">
              <a:lnSpc>
                <a:spcPct val="100000"/>
              </a:lnSpc>
              <a:spcBef>
                <a:spcPts val="0"/>
              </a:spcBef>
              <a:spcAft>
                <a:spcPts val="0"/>
              </a:spcAft>
              <a:buSzPts val="2800"/>
              <a:buNone/>
              <a:defRPr/>
            </a:lvl3pPr>
            <a:lvl4pPr lvl="3" algn="ctr">
              <a:lnSpc>
                <a:spcPct val="100000"/>
              </a:lnSpc>
              <a:spcBef>
                <a:spcPts val="0"/>
              </a:spcBef>
              <a:spcAft>
                <a:spcPts val="0"/>
              </a:spcAft>
              <a:buSzPts val="2800"/>
              <a:buNone/>
              <a:defRPr/>
            </a:lvl4pPr>
            <a:lvl5pPr lvl="4" algn="ctr">
              <a:lnSpc>
                <a:spcPct val="100000"/>
              </a:lnSpc>
              <a:spcBef>
                <a:spcPts val="0"/>
              </a:spcBef>
              <a:spcAft>
                <a:spcPts val="0"/>
              </a:spcAft>
              <a:buSzPts val="2800"/>
              <a:buNone/>
              <a:defRPr/>
            </a:lvl5pPr>
            <a:lvl6pPr lvl="5" algn="ctr">
              <a:lnSpc>
                <a:spcPct val="100000"/>
              </a:lnSpc>
              <a:spcBef>
                <a:spcPts val="0"/>
              </a:spcBef>
              <a:spcAft>
                <a:spcPts val="0"/>
              </a:spcAft>
              <a:buSzPts val="2800"/>
              <a:buNone/>
              <a:defRPr/>
            </a:lvl6pPr>
            <a:lvl7pPr lvl="6" algn="ctr">
              <a:lnSpc>
                <a:spcPct val="100000"/>
              </a:lnSpc>
              <a:spcBef>
                <a:spcPts val="0"/>
              </a:spcBef>
              <a:spcAft>
                <a:spcPts val="0"/>
              </a:spcAft>
              <a:buSzPts val="2800"/>
              <a:buNone/>
              <a:defRPr/>
            </a:lvl7pPr>
            <a:lvl8pPr lvl="7" algn="ctr">
              <a:lnSpc>
                <a:spcPct val="100000"/>
              </a:lnSpc>
              <a:spcBef>
                <a:spcPts val="0"/>
              </a:spcBef>
              <a:spcAft>
                <a:spcPts val="0"/>
              </a:spcAft>
              <a:buSzPts val="2800"/>
              <a:buNone/>
              <a:defRPr/>
            </a:lvl8pPr>
            <a:lvl9pPr lvl="8" algn="ctr">
              <a:lnSpc>
                <a:spcPct val="100000"/>
              </a:lnSpc>
              <a:spcBef>
                <a:spcPts val="0"/>
              </a:spcBef>
              <a:spcAft>
                <a:spcPts val="0"/>
              </a:spcAft>
              <a:buSzPts val="2800"/>
              <a:buNone/>
              <a:defRPr/>
            </a:lvl9pPr>
          </a:lstStyle>
          <a:p/>
        </p:txBody>
      </p:sp>
      <p:pic>
        <p:nvPicPr>
          <p:cNvPr id="391" name="Google Shape;391;p58"/>
          <p:cNvPicPr preferRelativeResize="0"/>
          <p:nvPr/>
        </p:nvPicPr>
        <p:blipFill rotWithShape="1">
          <a:blip r:embed="rId2">
            <a:alphaModFix/>
          </a:blip>
          <a:srcRect b="0" l="0" r="0" t="0"/>
          <a:stretch/>
        </p:blipFill>
        <p:spPr>
          <a:xfrm flipH="1" rot="-3883295">
            <a:off x="183142" y="3147922"/>
            <a:ext cx="2309974" cy="1325469"/>
          </a:xfrm>
          <a:prstGeom prst="rect">
            <a:avLst/>
          </a:prstGeom>
          <a:noFill/>
          <a:ln>
            <a:noFill/>
          </a:ln>
        </p:spPr>
      </p:pic>
      <p:pic>
        <p:nvPicPr>
          <p:cNvPr id="392" name="Google Shape;392;p58"/>
          <p:cNvPicPr preferRelativeResize="0"/>
          <p:nvPr/>
        </p:nvPicPr>
        <p:blipFill rotWithShape="1">
          <a:blip r:embed="rId3">
            <a:alphaModFix/>
          </a:blip>
          <a:srcRect b="0" l="0" r="0" t="0"/>
          <a:stretch/>
        </p:blipFill>
        <p:spPr>
          <a:xfrm flipH="1">
            <a:off x="83624" y="1801283"/>
            <a:ext cx="1655192" cy="1602859"/>
          </a:xfrm>
          <a:prstGeom prst="rect">
            <a:avLst/>
          </a:prstGeom>
          <a:noFill/>
          <a:ln>
            <a:noFill/>
          </a:ln>
        </p:spPr>
      </p:pic>
      <p:pic>
        <p:nvPicPr>
          <p:cNvPr id="393" name="Google Shape;393;p58"/>
          <p:cNvPicPr preferRelativeResize="0"/>
          <p:nvPr/>
        </p:nvPicPr>
        <p:blipFill rotWithShape="1">
          <a:blip r:embed="rId4">
            <a:alphaModFix/>
          </a:blip>
          <a:srcRect b="0" l="0" r="0" t="0"/>
          <a:stretch/>
        </p:blipFill>
        <p:spPr>
          <a:xfrm flipH="1" rot="1639246">
            <a:off x="-112326" y="-148575"/>
            <a:ext cx="1733751" cy="3947450"/>
          </a:xfrm>
          <a:prstGeom prst="rect">
            <a:avLst/>
          </a:prstGeom>
          <a:noFill/>
          <a:ln>
            <a:noFill/>
          </a:ln>
        </p:spPr>
      </p:pic>
      <p:pic>
        <p:nvPicPr>
          <p:cNvPr id="394" name="Google Shape;394;p58"/>
          <p:cNvPicPr preferRelativeResize="0"/>
          <p:nvPr/>
        </p:nvPicPr>
        <p:blipFill rotWithShape="1">
          <a:blip r:embed="rId5">
            <a:alphaModFix/>
          </a:blip>
          <a:srcRect b="0" l="0" r="0" t="0"/>
          <a:stretch/>
        </p:blipFill>
        <p:spPr>
          <a:xfrm flipH="1" rot="6057767">
            <a:off x="7202025" y="1933876"/>
            <a:ext cx="1840875" cy="1700025"/>
          </a:xfrm>
          <a:prstGeom prst="rect">
            <a:avLst/>
          </a:prstGeom>
          <a:noFill/>
          <a:ln>
            <a:noFill/>
          </a:ln>
        </p:spPr>
      </p:pic>
      <p:pic>
        <p:nvPicPr>
          <p:cNvPr id="395" name="Google Shape;395;p58"/>
          <p:cNvPicPr preferRelativeResize="0"/>
          <p:nvPr/>
        </p:nvPicPr>
        <p:blipFill rotWithShape="1">
          <a:blip r:embed="rId6">
            <a:alphaModFix/>
          </a:blip>
          <a:srcRect b="0" l="0" r="0" t="0"/>
          <a:stretch/>
        </p:blipFill>
        <p:spPr>
          <a:xfrm>
            <a:off x="6602325" y="1217667"/>
            <a:ext cx="2386824" cy="4381382"/>
          </a:xfrm>
          <a:prstGeom prst="rect">
            <a:avLst/>
          </a:prstGeom>
          <a:noFill/>
          <a:ln>
            <a:noFill/>
          </a:ln>
        </p:spPr>
      </p:pic>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5">
  <p:cSld name="CUSTOM_4_1">
    <p:spTree>
      <p:nvGrpSpPr>
        <p:cNvPr id="396" name="Shape 396"/>
        <p:cNvGrpSpPr/>
        <p:nvPr/>
      </p:nvGrpSpPr>
      <p:grpSpPr>
        <a:xfrm>
          <a:off x="0" y="0"/>
          <a:ext cx="0" cy="0"/>
          <a:chOff x="0" y="0"/>
          <a:chExt cx="0" cy="0"/>
        </a:xfrm>
      </p:grpSpPr>
      <p:sp>
        <p:nvSpPr>
          <p:cNvPr id="397" name="Google Shape;397;p59"/>
          <p:cNvSpPr txBox="1"/>
          <p:nvPr>
            <p:ph idx="1" type="subTitle"/>
          </p:nvPr>
        </p:nvSpPr>
        <p:spPr>
          <a:xfrm>
            <a:off x="1729425" y="1735225"/>
            <a:ext cx="5685000" cy="28689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600"/>
              <a:buChar char="●"/>
              <a:defRPr/>
            </a:lvl1pPr>
            <a:lvl2pPr lvl="1" algn="l">
              <a:lnSpc>
                <a:spcPct val="100000"/>
              </a:lnSpc>
              <a:spcBef>
                <a:spcPts val="0"/>
              </a:spcBef>
              <a:spcAft>
                <a:spcPts val="0"/>
              </a:spcAft>
              <a:buSzPts val="1600"/>
              <a:buChar char="○"/>
              <a:defRPr/>
            </a:lvl2pPr>
            <a:lvl3pPr lvl="2" algn="l">
              <a:lnSpc>
                <a:spcPct val="100000"/>
              </a:lnSpc>
              <a:spcBef>
                <a:spcPts val="0"/>
              </a:spcBef>
              <a:spcAft>
                <a:spcPts val="0"/>
              </a:spcAft>
              <a:buSzPts val="1600"/>
              <a:buChar char="■"/>
              <a:defRPr/>
            </a:lvl3pPr>
            <a:lvl4pPr lvl="3" algn="l">
              <a:lnSpc>
                <a:spcPct val="100000"/>
              </a:lnSpc>
              <a:spcBef>
                <a:spcPts val="0"/>
              </a:spcBef>
              <a:spcAft>
                <a:spcPts val="0"/>
              </a:spcAft>
              <a:buSzPts val="1600"/>
              <a:buChar char="●"/>
              <a:defRPr/>
            </a:lvl4pPr>
            <a:lvl5pPr lvl="4" algn="l">
              <a:lnSpc>
                <a:spcPct val="100000"/>
              </a:lnSpc>
              <a:spcBef>
                <a:spcPts val="0"/>
              </a:spcBef>
              <a:spcAft>
                <a:spcPts val="0"/>
              </a:spcAft>
              <a:buSzPts val="1600"/>
              <a:buChar char="○"/>
              <a:defRPr/>
            </a:lvl5pPr>
            <a:lvl6pPr lvl="5" algn="l">
              <a:lnSpc>
                <a:spcPct val="100000"/>
              </a:lnSpc>
              <a:spcBef>
                <a:spcPts val="0"/>
              </a:spcBef>
              <a:spcAft>
                <a:spcPts val="0"/>
              </a:spcAft>
              <a:buSzPts val="1600"/>
              <a:buChar char="■"/>
              <a:defRPr/>
            </a:lvl6pPr>
            <a:lvl7pPr lvl="6" algn="l">
              <a:lnSpc>
                <a:spcPct val="100000"/>
              </a:lnSpc>
              <a:spcBef>
                <a:spcPts val="0"/>
              </a:spcBef>
              <a:spcAft>
                <a:spcPts val="0"/>
              </a:spcAft>
              <a:buSzPts val="1600"/>
              <a:buChar char="●"/>
              <a:defRPr/>
            </a:lvl7pPr>
            <a:lvl8pPr lvl="7" algn="l">
              <a:lnSpc>
                <a:spcPct val="100000"/>
              </a:lnSpc>
              <a:spcBef>
                <a:spcPts val="0"/>
              </a:spcBef>
              <a:spcAft>
                <a:spcPts val="0"/>
              </a:spcAft>
              <a:buSzPts val="1600"/>
              <a:buChar char="○"/>
              <a:defRPr/>
            </a:lvl8pPr>
            <a:lvl9pPr lvl="8" algn="l">
              <a:lnSpc>
                <a:spcPct val="100000"/>
              </a:lnSpc>
              <a:spcBef>
                <a:spcPts val="0"/>
              </a:spcBef>
              <a:spcAft>
                <a:spcPts val="0"/>
              </a:spcAft>
              <a:buSzPts val="1600"/>
              <a:buChar char="■"/>
              <a:defRPr/>
            </a:lvl9pPr>
          </a:lstStyle>
          <a:p/>
        </p:txBody>
      </p:sp>
      <p:sp>
        <p:nvSpPr>
          <p:cNvPr id="398" name="Google Shape;398;p59"/>
          <p:cNvSpPr txBox="1"/>
          <p:nvPr>
            <p:ph type="title"/>
          </p:nvPr>
        </p:nvSpPr>
        <p:spPr>
          <a:xfrm>
            <a:off x="713225" y="539500"/>
            <a:ext cx="77175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a:lvl2pPr>
            <a:lvl3pPr lvl="2" algn="ctr">
              <a:lnSpc>
                <a:spcPct val="100000"/>
              </a:lnSpc>
              <a:spcBef>
                <a:spcPts val="0"/>
              </a:spcBef>
              <a:spcAft>
                <a:spcPts val="0"/>
              </a:spcAft>
              <a:buSzPts val="2800"/>
              <a:buNone/>
              <a:defRPr/>
            </a:lvl3pPr>
            <a:lvl4pPr lvl="3" algn="ctr">
              <a:lnSpc>
                <a:spcPct val="100000"/>
              </a:lnSpc>
              <a:spcBef>
                <a:spcPts val="0"/>
              </a:spcBef>
              <a:spcAft>
                <a:spcPts val="0"/>
              </a:spcAft>
              <a:buSzPts val="2800"/>
              <a:buNone/>
              <a:defRPr/>
            </a:lvl4pPr>
            <a:lvl5pPr lvl="4" algn="ctr">
              <a:lnSpc>
                <a:spcPct val="100000"/>
              </a:lnSpc>
              <a:spcBef>
                <a:spcPts val="0"/>
              </a:spcBef>
              <a:spcAft>
                <a:spcPts val="0"/>
              </a:spcAft>
              <a:buSzPts val="2800"/>
              <a:buNone/>
              <a:defRPr/>
            </a:lvl5pPr>
            <a:lvl6pPr lvl="5" algn="ctr">
              <a:lnSpc>
                <a:spcPct val="100000"/>
              </a:lnSpc>
              <a:spcBef>
                <a:spcPts val="0"/>
              </a:spcBef>
              <a:spcAft>
                <a:spcPts val="0"/>
              </a:spcAft>
              <a:buSzPts val="2800"/>
              <a:buNone/>
              <a:defRPr/>
            </a:lvl6pPr>
            <a:lvl7pPr lvl="6" algn="ctr">
              <a:lnSpc>
                <a:spcPct val="100000"/>
              </a:lnSpc>
              <a:spcBef>
                <a:spcPts val="0"/>
              </a:spcBef>
              <a:spcAft>
                <a:spcPts val="0"/>
              </a:spcAft>
              <a:buSzPts val="2800"/>
              <a:buNone/>
              <a:defRPr/>
            </a:lvl7pPr>
            <a:lvl8pPr lvl="7" algn="ctr">
              <a:lnSpc>
                <a:spcPct val="100000"/>
              </a:lnSpc>
              <a:spcBef>
                <a:spcPts val="0"/>
              </a:spcBef>
              <a:spcAft>
                <a:spcPts val="0"/>
              </a:spcAft>
              <a:buSzPts val="2800"/>
              <a:buNone/>
              <a:defRPr/>
            </a:lvl8pPr>
            <a:lvl9pPr lvl="8" algn="ctr">
              <a:lnSpc>
                <a:spcPct val="100000"/>
              </a:lnSpc>
              <a:spcBef>
                <a:spcPts val="0"/>
              </a:spcBef>
              <a:spcAft>
                <a:spcPts val="0"/>
              </a:spcAft>
              <a:buSzPts val="2800"/>
              <a:buNone/>
              <a:defRPr/>
            </a:lvl9pPr>
          </a:lstStyle>
          <a:p/>
        </p:txBody>
      </p:sp>
      <p:pic>
        <p:nvPicPr>
          <p:cNvPr id="399" name="Google Shape;399;p59"/>
          <p:cNvPicPr preferRelativeResize="0"/>
          <p:nvPr/>
        </p:nvPicPr>
        <p:blipFill rotWithShape="1">
          <a:blip r:embed="rId2">
            <a:alphaModFix/>
          </a:blip>
          <a:srcRect b="0" l="0" r="0" t="0"/>
          <a:stretch/>
        </p:blipFill>
        <p:spPr>
          <a:xfrm rot="9160750">
            <a:off x="7533060" y="-626757"/>
            <a:ext cx="2002458" cy="4559255"/>
          </a:xfrm>
          <a:prstGeom prst="rect">
            <a:avLst/>
          </a:prstGeom>
          <a:noFill/>
          <a:ln>
            <a:noFill/>
          </a:ln>
        </p:spPr>
      </p:pic>
      <p:pic>
        <p:nvPicPr>
          <p:cNvPr id="400" name="Google Shape;400;p59"/>
          <p:cNvPicPr preferRelativeResize="0"/>
          <p:nvPr/>
        </p:nvPicPr>
        <p:blipFill rotWithShape="1">
          <a:blip r:embed="rId3">
            <a:alphaModFix/>
          </a:blip>
          <a:srcRect b="0" l="0" r="0" t="0"/>
          <a:stretch/>
        </p:blipFill>
        <p:spPr>
          <a:xfrm rot="-8859426">
            <a:off x="-1146437" y="1931239"/>
            <a:ext cx="2569104" cy="1474162"/>
          </a:xfrm>
          <a:prstGeom prst="rect">
            <a:avLst/>
          </a:prstGeom>
          <a:noFill/>
          <a:ln>
            <a:noFill/>
          </a:ln>
        </p:spPr>
      </p:pic>
      <p:pic>
        <p:nvPicPr>
          <p:cNvPr id="401" name="Google Shape;401;p59"/>
          <p:cNvPicPr preferRelativeResize="0"/>
          <p:nvPr/>
        </p:nvPicPr>
        <p:blipFill rotWithShape="1">
          <a:blip r:embed="rId4">
            <a:alphaModFix/>
          </a:blip>
          <a:srcRect b="0" l="0" r="0" t="0"/>
          <a:stretch/>
        </p:blipFill>
        <p:spPr>
          <a:xfrm rot="-5400000">
            <a:off x="31139" y="1469895"/>
            <a:ext cx="1393300" cy="1349250"/>
          </a:xfrm>
          <a:prstGeom prst="rect">
            <a:avLst/>
          </a:prstGeom>
          <a:noFill/>
          <a:ln>
            <a:noFill/>
          </a:ln>
        </p:spPr>
      </p:pic>
      <p:pic>
        <p:nvPicPr>
          <p:cNvPr id="402" name="Google Shape;402;p59"/>
          <p:cNvPicPr preferRelativeResize="0"/>
          <p:nvPr/>
        </p:nvPicPr>
        <p:blipFill rotWithShape="1">
          <a:blip r:embed="rId5">
            <a:alphaModFix/>
          </a:blip>
          <a:srcRect b="0" l="0" r="0" t="0"/>
          <a:stretch/>
        </p:blipFill>
        <p:spPr>
          <a:xfrm rot="-5400000">
            <a:off x="-1511861" y="3483875"/>
            <a:ext cx="4008350" cy="2873900"/>
          </a:xfrm>
          <a:prstGeom prst="rect">
            <a:avLst/>
          </a:prstGeom>
          <a:noFill/>
          <a:ln>
            <a:noFill/>
          </a:ln>
        </p:spPr>
      </p:pic>
      <p:pic>
        <p:nvPicPr>
          <p:cNvPr id="403" name="Google Shape;403;p59"/>
          <p:cNvPicPr preferRelativeResize="0"/>
          <p:nvPr/>
        </p:nvPicPr>
        <p:blipFill rotWithShape="1">
          <a:blip r:embed="rId6">
            <a:alphaModFix/>
          </a:blip>
          <a:srcRect b="0" l="0" r="0" t="0"/>
          <a:stretch/>
        </p:blipFill>
        <p:spPr>
          <a:xfrm rot="10134819">
            <a:off x="8170864" y="1156945"/>
            <a:ext cx="1924050" cy="4667250"/>
          </a:xfrm>
          <a:prstGeom prst="rect">
            <a:avLst/>
          </a:prstGeom>
          <a:noFill/>
          <a:ln>
            <a:noFill/>
          </a:ln>
        </p:spPr>
      </p:pic>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6">
  <p:cSld name="CUSTOM_4_1_1">
    <p:spTree>
      <p:nvGrpSpPr>
        <p:cNvPr id="404" name="Shape 404"/>
        <p:cNvGrpSpPr/>
        <p:nvPr/>
      </p:nvGrpSpPr>
      <p:grpSpPr>
        <a:xfrm>
          <a:off x="0" y="0"/>
          <a:ext cx="0" cy="0"/>
          <a:chOff x="0" y="0"/>
          <a:chExt cx="0" cy="0"/>
        </a:xfrm>
      </p:grpSpPr>
      <p:sp>
        <p:nvSpPr>
          <p:cNvPr id="405" name="Google Shape;405;p60"/>
          <p:cNvSpPr txBox="1"/>
          <p:nvPr>
            <p:ph idx="1" type="subTitle"/>
          </p:nvPr>
        </p:nvSpPr>
        <p:spPr>
          <a:xfrm>
            <a:off x="1275750" y="2296400"/>
            <a:ext cx="2906100" cy="11559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1600"/>
              <a:buNone/>
              <a:defRPr/>
            </a:lvl1pPr>
            <a:lvl2pPr lvl="1" algn="l">
              <a:lnSpc>
                <a:spcPct val="100000"/>
              </a:lnSpc>
              <a:spcBef>
                <a:spcPts val="0"/>
              </a:spcBef>
              <a:spcAft>
                <a:spcPts val="0"/>
              </a:spcAft>
              <a:buSzPts val="1600"/>
              <a:buNone/>
              <a:defRPr/>
            </a:lvl2pPr>
            <a:lvl3pPr lvl="2" algn="l">
              <a:lnSpc>
                <a:spcPct val="100000"/>
              </a:lnSpc>
              <a:spcBef>
                <a:spcPts val="0"/>
              </a:spcBef>
              <a:spcAft>
                <a:spcPts val="0"/>
              </a:spcAft>
              <a:buSzPts val="1600"/>
              <a:buNone/>
              <a:defRPr/>
            </a:lvl3pPr>
            <a:lvl4pPr lvl="3" algn="l">
              <a:lnSpc>
                <a:spcPct val="100000"/>
              </a:lnSpc>
              <a:spcBef>
                <a:spcPts val="0"/>
              </a:spcBef>
              <a:spcAft>
                <a:spcPts val="0"/>
              </a:spcAft>
              <a:buSzPts val="1600"/>
              <a:buNone/>
              <a:defRPr/>
            </a:lvl4pPr>
            <a:lvl5pPr lvl="4" algn="l">
              <a:lnSpc>
                <a:spcPct val="100000"/>
              </a:lnSpc>
              <a:spcBef>
                <a:spcPts val="0"/>
              </a:spcBef>
              <a:spcAft>
                <a:spcPts val="0"/>
              </a:spcAft>
              <a:buSzPts val="1600"/>
              <a:buNone/>
              <a:defRPr/>
            </a:lvl5pPr>
            <a:lvl6pPr lvl="5" algn="l">
              <a:lnSpc>
                <a:spcPct val="100000"/>
              </a:lnSpc>
              <a:spcBef>
                <a:spcPts val="0"/>
              </a:spcBef>
              <a:spcAft>
                <a:spcPts val="0"/>
              </a:spcAft>
              <a:buSzPts val="1600"/>
              <a:buNone/>
              <a:defRPr/>
            </a:lvl6pPr>
            <a:lvl7pPr lvl="6" algn="l">
              <a:lnSpc>
                <a:spcPct val="100000"/>
              </a:lnSpc>
              <a:spcBef>
                <a:spcPts val="0"/>
              </a:spcBef>
              <a:spcAft>
                <a:spcPts val="0"/>
              </a:spcAft>
              <a:buSzPts val="1600"/>
              <a:buNone/>
              <a:defRPr/>
            </a:lvl7pPr>
            <a:lvl8pPr lvl="7" algn="l">
              <a:lnSpc>
                <a:spcPct val="100000"/>
              </a:lnSpc>
              <a:spcBef>
                <a:spcPts val="0"/>
              </a:spcBef>
              <a:spcAft>
                <a:spcPts val="0"/>
              </a:spcAft>
              <a:buSzPts val="1600"/>
              <a:buNone/>
              <a:defRPr/>
            </a:lvl8pPr>
            <a:lvl9pPr lvl="8" algn="l">
              <a:lnSpc>
                <a:spcPct val="100000"/>
              </a:lnSpc>
              <a:spcBef>
                <a:spcPts val="0"/>
              </a:spcBef>
              <a:spcAft>
                <a:spcPts val="0"/>
              </a:spcAft>
              <a:buSzPts val="1600"/>
              <a:buNone/>
              <a:defRPr/>
            </a:lvl9pPr>
          </a:lstStyle>
          <a:p/>
        </p:txBody>
      </p:sp>
      <p:sp>
        <p:nvSpPr>
          <p:cNvPr id="406" name="Google Shape;406;p60"/>
          <p:cNvSpPr txBox="1"/>
          <p:nvPr>
            <p:ph type="title"/>
          </p:nvPr>
        </p:nvSpPr>
        <p:spPr>
          <a:xfrm>
            <a:off x="713225" y="539500"/>
            <a:ext cx="77175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a:lvl2pPr>
            <a:lvl3pPr lvl="2" algn="ctr">
              <a:lnSpc>
                <a:spcPct val="100000"/>
              </a:lnSpc>
              <a:spcBef>
                <a:spcPts val="0"/>
              </a:spcBef>
              <a:spcAft>
                <a:spcPts val="0"/>
              </a:spcAft>
              <a:buSzPts val="2800"/>
              <a:buNone/>
              <a:defRPr/>
            </a:lvl3pPr>
            <a:lvl4pPr lvl="3" algn="ctr">
              <a:lnSpc>
                <a:spcPct val="100000"/>
              </a:lnSpc>
              <a:spcBef>
                <a:spcPts val="0"/>
              </a:spcBef>
              <a:spcAft>
                <a:spcPts val="0"/>
              </a:spcAft>
              <a:buSzPts val="2800"/>
              <a:buNone/>
              <a:defRPr/>
            </a:lvl4pPr>
            <a:lvl5pPr lvl="4" algn="ctr">
              <a:lnSpc>
                <a:spcPct val="100000"/>
              </a:lnSpc>
              <a:spcBef>
                <a:spcPts val="0"/>
              </a:spcBef>
              <a:spcAft>
                <a:spcPts val="0"/>
              </a:spcAft>
              <a:buSzPts val="2800"/>
              <a:buNone/>
              <a:defRPr/>
            </a:lvl5pPr>
            <a:lvl6pPr lvl="5" algn="ctr">
              <a:lnSpc>
                <a:spcPct val="100000"/>
              </a:lnSpc>
              <a:spcBef>
                <a:spcPts val="0"/>
              </a:spcBef>
              <a:spcAft>
                <a:spcPts val="0"/>
              </a:spcAft>
              <a:buSzPts val="2800"/>
              <a:buNone/>
              <a:defRPr/>
            </a:lvl6pPr>
            <a:lvl7pPr lvl="6" algn="ctr">
              <a:lnSpc>
                <a:spcPct val="100000"/>
              </a:lnSpc>
              <a:spcBef>
                <a:spcPts val="0"/>
              </a:spcBef>
              <a:spcAft>
                <a:spcPts val="0"/>
              </a:spcAft>
              <a:buSzPts val="2800"/>
              <a:buNone/>
              <a:defRPr/>
            </a:lvl7pPr>
            <a:lvl8pPr lvl="7" algn="ctr">
              <a:lnSpc>
                <a:spcPct val="100000"/>
              </a:lnSpc>
              <a:spcBef>
                <a:spcPts val="0"/>
              </a:spcBef>
              <a:spcAft>
                <a:spcPts val="0"/>
              </a:spcAft>
              <a:buSzPts val="2800"/>
              <a:buNone/>
              <a:defRPr/>
            </a:lvl8pPr>
            <a:lvl9pPr lvl="8" algn="ctr">
              <a:lnSpc>
                <a:spcPct val="100000"/>
              </a:lnSpc>
              <a:spcBef>
                <a:spcPts val="0"/>
              </a:spcBef>
              <a:spcAft>
                <a:spcPts val="0"/>
              </a:spcAft>
              <a:buSzPts val="2800"/>
              <a:buNone/>
              <a:defRPr/>
            </a:lvl9pPr>
          </a:lstStyle>
          <a:p/>
        </p:txBody>
      </p:sp>
      <p:pic>
        <p:nvPicPr>
          <p:cNvPr id="407" name="Google Shape;407;p60"/>
          <p:cNvPicPr preferRelativeResize="0"/>
          <p:nvPr/>
        </p:nvPicPr>
        <p:blipFill rotWithShape="1">
          <a:blip r:embed="rId2">
            <a:alphaModFix/>
          </a:blip>
          <a:srcRect b="0" l="0" r="0" t="0"/>
          <a:stretch/>
        </p:blipFill>
        <p:spPr>
          <a:xfrm flipH="1" rot="665182">
            <a:off x="7579958" y="1446998"/>
            <a:ext cx="1492285" cy="3619903"/>
          </a:xfrm>
          <a:prstGeom prst="rect">
            <a:avLst/>
          </a:prstGeom>
          <a:noFill/>
          <a:ln>
            <a:noFill/>
          </a:ln>
        </p:spPr>
      </p:pic>
      <p:pic>
        <p:nvPicPr>
          <p:cNvPr id="408" name="Google Shape;408;p60"/>
          <p:cNvPicPr preferRelativeResize="0"/>
          <p:nvPr/>
        </p:nvPicPr>
        <p:blipFill rotWithShape="1">
          <a:blip r:embed="rId3">
            <a:alphaModFix/>
          </a:blip>
          <a:srcRect b="0" l="0" r="0" t="0"/>
          <a:stretch/>
        </p:blipFill>
        <p:spPr>
          <a:xfrm rot="358732">
            <a:off x="-796229" y="377347"/>
            <a:ext cx="2002458" cy="4559257"/>
          </a:xfrm>
          <a:prstGeom prst="rect">
            <a:avLst/>
          </a:prstGeom>
          <a:noFill/>
          <a:ln>
            <a:noFill/>
          </a:ln>
        </p:spPr>
      </p:pic>
      <p:pic>
        <p:nvPicPr>
          <p:cNvPr id="409" name="Google Shape;409;p60"/>
          <p:cNvPicPr preferRelativeResize="0"/>
          <p:nvPr/>
        </p:nvPicPr>
        <p:blipFill rotWithShape="1">
          <a:blip r:embed="rId4">
            <a:alphaModFix/>
          </a:blip>
          <a:srcRect b="0" l="0" r="0" t="0"/>
          <a:stretch/>
        </p:blipFill>
        <p:spPr>
          <a:xfrm>
            <a:off x="7491801" y="222617"/>
            <a:ext cx="2386824" cy="4381382"/>
          </a:xfrm>
          <a:prstGeom prst="rect">
            <a:avLst/>
          </a:prstGeom>
          <a:noFill/>
          <a:ln>
            <a:noFill/>
          </a:ln>
        </p:spPr>
      </p:pic>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5">
    <p:spTree>
      <p:nvGrpSpPr>
        <p:cNvPr id="410" name="Shape 410"/>
        <p:cNvGrpSpPr/>
        <p:nvPr/>
      </p:nvGrpSpPr>
      <p:grpSpPr>
        <a:xfrm>
          <a:off x="0" y="0"/>
          <a:ext cx="0" cy="0"/>
          <a:chOff x="0" y="0"/>
          <a:chExt cx="0" cy="0"/>
        </a:xfrm>
      </p:grpSpPr>
      <p:sp>
        <p:nvSpPr>
          <p:cNvPr id="411" name="Google Shape;411;p61"/>
          <p:cNvSpPr txBox="1"/>
          <p:nvPr>
            <p:ph type="title"/>
          </p:nvPr>
        </p:nvSpPr>
        <p:spPr>
          <a:xfrm>
            <a:off x="2519813" y="730000"/>
            <a:ext cx="4444500" cy="637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4800"/>
              <a:buNone/>
              <a:defRPr sz="36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412" name="Google Shape;412;p61"/>
          <p:cNvSpPr txBox="1"/>
          <p:nvPr>
            <p:ph idx="1" type="subTitle"/>
          </p:nvPr>
        </p:nvSpPr>
        <p:spPr>
          <a:xfrm>
            <a:off x="2519813" y="1291600"/>
            <a:ext cx="4444500" cy="457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a:solidFill>
                  <a:srgbClr val="242424"/>
                </a:solidFill>
              </a:defRPr>
            </a:lvl1pPr>
            <a:lvl2pPr lvl="1" algn="l">
              <a:lnSpc>
                <a:spcPct val="100000"/>
              </a:lnSpc>
              <a:spcBef>
                <a:spcPts val="0"/>
              </a:spcBef>
              <a:spcAft>
                <a:spcPts val="0"/>
              </a:spcAft>
              <a:buSzPts val="1600"/>
              <a:buNone/>
              <a:defRPr/>
            </a:lvl2pPr>
            <a:lvl3pPr lvl="2" algn="l">
              <a:lnSpc>
                <a:spcPct val="100000"/>
              </a:lnSpc>
              <a:spcBef>
                <a:spcPts val="0"/>
              </a:spcBef>
              <a:spcAft>
                <a:spcPts val="0"/>
              </a:spcAft>
              <a:buSzPts val="1600"/>
              <a:buNone/>
              <a:defRPr/>
            </a:lvl3pPr>
            <a:lvl4pPr lvl="3" algn="l">
              <a:lnSpc>
                <a:spcPct val="100000"/>
              </a:lnSpc>
              <a:spcBef>
                <a:spcPts val="0"/>
              </a:spcBef>
              <a:spcAft>
                <a:spcPts val="0"/>
              </a:spcAft>
              <a:buSzPts val="1600"/>
              <a:buNone/>
              <a:defRPr/>
            </a:lvl4pPr>
            <a:lvl5pPr lvl="4" algn="l">
              <a:lnSpc>
                <a:spcPct val="100000"/>
              </a:lnSpc>
              <a:spcBef>
                <a:spcPts val="0"/>
              </a:spcBef>
              <a:spcAft>
                <a:spcPts val="0"/>
              </a:spcAft>
              <a:buSzPts val="1600"/>
              <a:buNone/>
              <a:defRPr/>
            </a:lvl5pPr>
            <a:lvl6pPr lvl="5" algn="l">
              <a:lnSpc>
                <a:spcPct val="100000"/>
              </a:lnSpc>
              <a:spcBef>
                <a:spcPts val="0"/>
              </a:spcBef>
              <a:spcAft>
                <a:spcPts val="0"/>
              </a:spcAft>
              <a:buSzPts val="1600"/>
              <a:buNone/>
              <a:defRPr/>
            </a:lvl6pPr>
            <a:lvl7pPr lvl="6" algn="l">
              <a:lnSpc>
                <a:spcPct val="100000"/>
              </a:lnSpc>
              <a:spcBef>
                <a:spcPts val="0"/>
              </a:spcBef>
              <a:spcAft>
                <a:spcPts val="0"/>
              </a:spcAft>
              <a:buSzPts val="1600"/>
              <a:buNone/>
              <a:defRPr/>
            </a:lvl7pPr>
            <a:lvl8pPr lvl="7" algn="l">
              <a:lnSpc>
                <a:spcPct val="100000"/>
              </a:lnSpc>
              <a:spcBef>
                <a:spcPts val="0"/>
              </a:spcBef>
              <a:spcAft>
                <a:spcPts val="0"/>
              </a:spcAft>
              <a:buSzPts val="1600"/>
              <a:buNone/>
              <a:defRPr/>
            </a:lvl8pPr>
            <a:lvl9pPr lvl="8" algn="l">
              <a:lnSpc>
                <a:spcPct val="100000"/>
              </a:lnSpc>
              <a:spcBef>
                <a:spcPts val="0"/>
              </a:spcBef>
              <a:spcAft>
                <a:spcPts val="0"/>
              </a:spcAft>
              <a:buSzPts val="1600"/>
              <a:buNone/>
              <a:defRPr/>
            </a:lvl9pPr>
          </a:lstStyle>
          <a:p/>
        </p:txBody>
      </p:sp>
      <p:sp>
        <p:nvSpPr>
          <p:cNvPr id="413" name="Google Shape;413;p61"/>
          <p:cNvSpPr txBox="1"/>
          <p:nvPr>
            <p:ph idx="2" type="title"/>
          </p:nvPr>
        </p:nvSpPr>
        <p:spPr>
          <a:xfrm>
            <a:off x="2519813" y="2062050"/>
            <a:ext cx="4444500" cy="637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4800"/>
              <a:buNone/>
              <a:defRPr sz="36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414" name="Google Shape;414;p61"/>
          <p:cNvSpPr txBox="1"/>
          <p:nvPr>
            <p:ph idx="3" type="subTitle"/>
          </p:nvPr>
        </p:nvSpPr>
        <p:spPr>
          <a:xfrm>
            <a:off x="2519813" y="2623650"/>
            <a:ext cx="4444500" cy="457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a:solidFill>
                  <a:srgbClr val="242424"/>
                </a:solidFill>
              </a:defRPr>
            </a:lvl1pPr>
            <a:lvl2pPr lvl="1" algn="l">
              <a:lnSpc>
                <a:spcPct val="100000"/>
              </a:lnSpc>
              <a:spcBef>
                <a:spcPts val="0"/>
              </a:spcBef>
              <a:spcAft>
                <a:spcPts val="0"/>
              </a:spcAft>
              <a:buSzPts val="1600"/>
              <a:buNone/>
              <a:defRPr/>
            </a:lvl2pPr>
            <a:lvl3pPr lvl="2" algn="l">
              <a:lnSpc>
                <a:spcPct val="100000"/>
              </a:lnSpc>
              <a:spcBef>
                <a:spcPts val="0"/>
              </a:spcBef>
              <a:spcAft>
                <a:spcPts val="0"/>
              </a:spcAft>
              <a:buSzPts val="1600"/>
              <a:buNone/>
              <a:defRPr/>
            </a:lvl3pPr>
            <a:lvl4pPr lvl="3" algn="l">
              <a:lnSpc>
                <a:spcPct val="100000"/>
              </a:lnSpc>
              <a:spcBef>
                <a:spcPts val="0"/>
              </a:spcBef>
              <a:spcAft>
                <a:spcPts val="0"/>
              </a:spcAft>
              <a:buSzPts val="1600"/>
              <a:buNone/>
              <a:defRPr/>
            </a:lvl4pPr>
            <a:lvl5pPr lvl="4" algn="l">
              <a:lnSpc>
                <a:spcPct val="100000"/>
              </a:lnSpc>
              <a:spcBef>
                <a:spcPts val="0"/>
              </a:spcBef>
              <a:spcAft>
                <a:spcPts val="0"/>
              </a:spcAft>
              <a:buSzPts val="1600"/>
              <a:buNone/>
              <a:defRPr/>
            </a:lvl5pPr>
            <a:lvl6pPr lvl="5" algn="l">
              <a:lnSpc>
                <a:spcPct val="100000"/>
              </a:lnSpc>
              <a:spcBef>
                <a:spcPts val="0"/>
              </a:spcBef>
              <a:spcAft>
                <a:spcPts val="0"/>
              </a:spcAft>
              <a:buSzPts val="1600"/>
              <a:buNone/>
              <a:defRPr/>
            </a:lvl6pPr>
            <a:lvl7pPr lvl="6" algn="l">
              <a:lnSpc>
                <a:spcPct val="100000"/>
              </a:lnSpc>
              <a:spcBef>
                <a:spcPts val="0"/>
              </a:spcBef>
              <a:spcAft>
                <a:spcPts val="0"/>
              </a:spcAft>
              <a:buSzPts val="1600"/>
              <a:buNone/>
              <a:defRPr/>
            </a:lvl7pPr>
            <a:lvl8pPr lvl="7" algn="l">
              <a:lnSpc>
                <a:spcPct val="100000"/>
              </a:lnSpc>
              <a:spcBef>
                <a:spcPts val="0"/>
              </a:spcBef>
              <a:spcAft>
                <a:spcPts val="0"/>
              </a:spcAft>
              <a:buSzPts val="1600"/>
              <a:buNone/>
              <a:defRPr/>
            </a:lvl8pPr>
            <a:lvl9pPr lvl="8" algn="l">
              <a:lnSpc>
                <a:spcPct val="100000"/>
              </a:lnSpc>
              <a:spcBef>
                <a:spcPts val="0"/>
              </a:spcBef>
              <a:spcAft>
                <a:spcPts val="0"/>
              </a:spcAft>
              <a:buSzPts val="1600"/>
              <a:buNone/>
              <a:defRPr/>
            </a:lvl9pPr>
          </a:lstStyle>
          <a:p/>
        </p:txBody>
      </p:sp>
      <p:sp>
        <p:nvSpPr>
          <p:cNvPr id="415" name="Google Shape;415;p61"/>
          <p:cNvSpPr txBox="1"/>
          <p:nvPr>
            <p:ph idx="4" type="title"/>
          </p:nvPr>
        </p:nvSpPr>
        <p:spPr>
          <a:xfrm>
            <a:off x="2519813" y="3394100"/>
            <a:ext cx="4444500" cy="637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4800"/>
              <a:buNone/>
              <a:defRPr sz="36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416" name="Google Shape;416;p61"/>
          <p:cNvSpPr txBox="1"/>
          <p:nvPr>
            <p:ph idx="5" type="subTitle"/>
          </p:nvPr>
        </p:nvSpPr>
        <p:spPr>
          <a:xfrm>
            <a:off x="2349863" y="3955700"/>
            <a:ext cx="4784400" cy="457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a:solidFill>
                  <a:srgbClr val="242424"/>
                </a:solidFill>
              </a:defRPr>
            </a:lvl1pPr>
            <a:lvl2pPr lvl="1" algn="l">
              <a:lnSpc>
                <a:spcPct val="100000"/>
              </a:lnSpc>
              <a:spcBef>
                <a:spcPts val="0"/>
              </a:spcBef>
              <a:spcAft>
                <a:spcPts val="0"/>
              </a:spcAft>
              <a:buSzPts val="1600"/>
              <a:buNone/>
              <a:defRPr/>
            </a:lvl2pPr>
            <a:lvl3pPr lvl="2" algn="l">
              <a:lnSpc>
                <a:spcPct val="100000"/>
              </a:lnSpc>
              <a:spcBef>
                <a:spcPts val="0"/>
              </a:spcBef>
              <a:spcAft>
                <a:spcPts val="0"/>
              </a:spcAft>
              <a:buSzPts val="1600"/>
              <a:buNone/>
              <a:defRPr/>
            </a:lvl3pPr>
            <a:lvl4pPr lvl="3" algn="l">
              <a:lnSpc>
                <a:spcPct val="100000"/>
              </a:lnSpc>
              <a:spcBef>
                <a:spcPts val="0"/>
              </a:spcBef>
              <a:spcAft>
                <a:spcPts val="0"/>
              </a:spcAft>
              <a:buSzPts val="1600"/>
              <a:buNone/>
              <a:defRPr/>
            </a:lvl4pPr>
            <a:lvl5pPr lvl="4" algn="l">
              <a:lnSpc>
                <a:spcPct val="100000"/>
              </a:lnSpc>
              <a:spcBef>
                <a:spcPts val="0"/>
              </a:spcBef>
              <a:spcAft>
                <a:spcPts val="0"/>
              </a:spcAft>
              <a:buSzPts val="1600"/>
              <a:buNone/>
              <a:defRPr/>
            </a:lvl5pPr>
            <a:lvl6pPr lvl="5" algn="l">
              <a:lnSpc>
                <a:spcPct val="100000"/>
              </a:lnSpc>
              <a:spcBef>
                <a:spcPts val="0"/>
              </a:spcBef>
              <a:spcAft>
                <a:spcPts val="0"/>
              </a:spcAft>
              <a:buSzPts val="1600"/>
              <a:buNone/>
              <a:defRPr/>
            </a:lvl6pPr>
            <a:lvl7pPr lvl="6" algn="l">
              <a:lnSpc>
                <a:spcPct val="100000"/>
              </a:lnSpc>
              <a:spcBef>
                <a:spcPts val="0"/>
              </a:spcBef>
              <a:spcAft>
                <a:spcPts val="0"/>
              </a:spcAft>
              <a:buSzPts val="1600"/>
              <a:buNone/>
              <a:defRPr/>
            </a:lvl7pPr>
            <a:lvl8pPr lvl="7" algn="l">
              <a:lnSpc>
                <a:spcPct val="100000"/>
              </a:lnSpc>
              <a:spcBef>
                <a:spcPts val="0"/>
              </a:spcBef>
              <a:spcAft>
                <a:spcPts val="0"/>
              </a:spcAft>
              <a:buSzPts val="1600"/>
              <a:buNone/>
              <a:defRPr/>
            </a:lvl8pPr>
            <a:lvl9pPr lvl="8" algn="l">
              <a:lnSpc>
                <a:spcPct val="100000"/>
              </a:lnSpc>
              <a:spcBef>
                <a:spcPts val="0"/>
              </a:spcBef>
              <a:spcAft>
                <a:spcPts val="0"/>
              </a:spcAft>
              <a:buSzPts val="1600"/>
              <a:buNone/>
              <a:defRPr/>
            </a:lvl9pPr>
          </a:lstStyle>
          <a:p/>
        </p:txBody>
      </p:sp>
      <p:pic>
        <p:nvPicPr>
          <p:cNvPr id="417" name="Google Shape;417;p61"/>
          <p:cNvPicPr preferRelativeResize="0"/>
          <p:nvPr/>
        </p:nvPicPr>
        <p:blipFill rotWithShape="1">
          <a:blip r:embed="rId2">
            <a:alphaModFix/>
          </a:blip>
          <a:srcRect b="0" l="0" r="0" t="0"/>
          <a:stretch/>
        </p:blipFill>
        <p:spPr>
          <a:xfrm flipH="1" rot="-2700007">
            <a:off x="25048" y="82573"/>
            <a:ext cx="1572004" cy="3813303"/>
          </a:xfrm>
          <a:prstGeom prst="rect">
            <a:avLst/>
          </a:prstGeom>
          <a:noFill/>
          <a:ln>
            <a:noFill/>
          </a:ln>
        </p:spPr>
      </p:pic>
      <p:pic>
        <p:nvPicPr>
          <p:cNvPr id="418" name="Google Shape;418;p61"/>
          <p:cNvPicPr preferRelativeResize="0"/>
          <p:nvPr/>
        </p:nvPicPr>
        <p:blipFill rotWithShape="1">
          <a:blip r:embed="rId3">
            <a:alphaModFix/>
          </a:blip>
          <a:srcRect b="0" l="0" r="0" t="0"/>
          <a:stretch/>
        </p:blipFill>
        <p:spPr>
          <a:xfrm rot="4778591">
            <a:off x="-1087250" y="975950"/>
            <a:ext cx="3084300" cy="2211400"/>
          </a:xfrm>
          <a:prstGeom prst="rect">
            <a:avLst/>
          </a:prstGeom>
          <a:noFill/>
          <a:ln>
            <a:noFill/>
          </a:ln>
        </p:spPr>
      </p:pic>
      <p:pic>
        <p:nvPicPr>
          <p:cNvPr id="419" name="Google Shape;419;p61"/>
          <p:cNvPicPr preferRelativeResize="0"/>
          <p:nvPr/>
        </p:nvPicPr>
        <p:blipFill rotWithShape="1">
          <a:blip r:embed="rId4">
            <a:alphaModFix/>
          </a:blip>
          <a:srcRect b="0" l="0" r="0" t="0"/>
          <a:stretch/>
        </p:blipFill>
        <p:spPr>
          <a:xfrm rot="10800000">
            <a:off x="6969861" y="3334438"/>
            <a:ext cx="2372929" cy="1840875"/>
          </a:xfrm>
          <a:prstGeom prst="rect">
            <a:avLst/>
          </a:prstGeom>
          <a:noFill/>
          <a:ln>
            <a:noFill/>
          </a:ln>
        </p:spPr>
      </p:pic>
      <p:pic>
        <p:nvPicPr>
          <p:cNvPr id="420" name="Google Shape;420;p61"/>
          <p:cNvPicPr preferRelativeResize="0"/>
          <p:nvPr/>
        </p:nvPicPr>
        <p:blipFill rotWithShape="1">
          <a:blip r:embed="rId5">
            <a:alphaModFix/>
          </a:blip>
          <a:srcRect b="0" l="0" r="0" t="0"/>
          <a:stretch/>
        </p:blipFill>
        <p:spPr>
          <a:xfrm rot="5400000">
            <a:off x="7302250" y="2628225"/>
            <a:ext cx="1393300" cy="1349250"/>
          </a:xfrm>
          <a:prstGeom prst="rect">
            <a:avLst/>
          </a:prstGeom>
          <a:noFill/>
          <a:ln>
            <a:noFill/>
          </a:ln>
        </p:spPr>
      </p:pic>
      <p:pic>
        <p:nvPicPr>
          <p:cNvPr id="421" name="Google Shape;421;p61"/>
          <p:cNvPicPr preferRelativeResize="0"/>
          <p:nvPr/>
        </p:nvPicPr>
        <p:blipFill rotWithShape="1">
          <a:blip r:embed="rId6">
            <a:alphaModFix/>
          </a:blip>
          <a:srcRect b="0" l="0" r="0" t="0"/>
          <a:stretch/>
        </p:blipFill>
        <p:spPr>
          <a:xfrm rot="-8">
            <a:off x="7340345" y="292123"/>
            <a:ext cx="2002458" cy="4559254"/>
          </a:xfrm>
          <a:prstGeom prst="rect">
            <a:avLst/>
          </a:prstGeom>
          <a:noFill/>
          <a:ln>
            <a:noFill/>
          </a:ln>
        </p:spPr>
      </p:pic>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CUSTOM_22">
    <p:spTree>
      <p:nvGrpSpPr>
        <p:cNvPr id="422" name="Shape 422"/>
        <p:cNvGrpSpPr/>
        <p:nvPr/>
      </p:nvGrpSpPr>
      <p:grpSpPr>
        <a:xfrm>
          <a:off x="0" y="0"/>
          <a:ext cx="0" cy="0"/>
          <a:chOff x="0" y="0"/>
          <a:chExt cx="0" cy="0"/>
        </a:xfrm>
      </p:grpSpPr>
      <p:sp>
        <p:nvSpPr>
          <p:cNvPr id="423" name="Google Shape;423;p62"/>
          <p:cNvSpPr txBox="1"/>
          <p:nvPr>
            <p:ph type="title"/>
          </p:nvPr>
        </p:nvSpPr>
        <p:spPr>
          <a:xfrm>
            <a:off x="2085675" y="1468448"/>
            <a:ext cx="2394900" cy="488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400"/>
              <a:buNone/>
              <a:defRPr sz="22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424" name="Google Shape;424;p62"/>
          <p:cNvSpPr txBox="1"/>
          <p:nvPr>
            <p:ph idx="1" type="subTitle"/>
          </p:nvPr>
        </p:nvSpPr>
        <p:spPr>
          <a:xfrm>
            <a:off x="2085675" y="1836957"/>
            <a:ext cx="2394900" cy="632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a:lvl1pPr>
            <a:lvl2pPr lvl="1" algn="l">
              <a:lnSpc>
                <a:spcPct val="100000"/>
              </a:lnSpc>
              <a:spcBef>
                <a:spcPts val="0"/>
              </a:spcBef>
              <a:spcAft>
                <a:spcPts val="0"/>
              </a:spcAft>
              <a:buSzPts val="1600"/>
              <a:buNone/>
              <a:defRPr/>
            </a:lvl2pPr>
            <a:lvl3pPr lvl="2" algn="l">
              <a:lnSpc>
                <a:spcPct val="100000"/>
              </a:lnSpc>
              <a:spcBef>
                <a:spcPts val="0"/>
              </a:spcBef>
              <a:spcAft>
                <a:spcPts val="0"/>
              </a:spcAft>
              <a:buSzPts val="1600"/>
              <a:buNone/>
              <a:defRPr/>
            </a:lvl3pPr>
            <a:lvl4pPr lvl="3" algn="l">
              <a:lnSpc>
                <a:spcPct val="100000"/>
              </a:lnSpc>
              <a:spcBef>
                <a:spcPts val="0"/>
              </a:spcBef>
              <a:spcAft>
                <a:spcPts val="0"/>
              </a:spcAft>
              <a:buSzPts val="1600"/>
              <a:buNone/>
              <a:defRPr/>
            </a:lvl4pPr>
            <a:lvl5pPr lvl="4" algn="l">
              <a:lnSpc>
                <a:spcPct val="100000"/>
              </a:lnSpc>
              <a:spcBef>
                <a:spcPts val="0"/>
              </a:spcBef>
              <a:spcAft>
                <a:spcPts val="0"/>
              </a:spcAft>
              <a:buSzPts val="1600"/>
              <a:buNone/>
              <a:defRPr/>
            </a:lvl5pPr>
            <a:lvl6pPr lvl="5" algn="l">
              <a:lnSpc>
                <a:spcPct val="100000"/>
              </a:lnSpc>
              <a:spcBef>
                <a:spcPts val="0"/>
              </a:spcBef>
              <a:spcAft>
                <a:spcPts val="0"/>
              </a:spcAft>
              <a:buSzPts val="1600"/>
              <a:buNone/>
              <a:defRPr/>
            </a:lvl6pPr>
            <a:lvl7pPr lvl="6" algn="l">
              <a:lnSpc>
                <a:spcPct val="100000"/>
              </a:lnSpc>
              <a:spcBef>
                <a:spcPts val="0"/>
              </a:spcBef>
              <a:spcAft>
                <a:spcPts val="0"/>
              </a:spcAft>
              <a:buSzPts val="1600"/>
              <a:buNone/>
              <a:defRPr/>
            </a:lvl7pPr>
            <a:lvl8pPr lvl="7" algn="l">
              <a:lnSpc>
                <a:spcPct val="100000"/>
              </a:lnSpc>
              <a:spcBef>
                <a:spcPts val="0"/>
              </a:spcBef>
              <a:spcAft>
                <a:spcPts val="0"/>
              </a:spcAft>
              <a:buSzPts val="1600"/>
              <a:buNone/>
              <a:defRPr/>
            </a:lvl8pPr>
            <a:lvl9pPr lvl="8" algn="l">
              <a:lnSpc>
                <a:spcPct val="100000"/>
              </a:lnSpc>
              <a:spcBef>
                <a:spcPts val="0"/>
              </a:spcBef>
              <a:spcAft>
                <a:spcPts val="0"/>
              </a:spcAft>
              <a:buSzPts val="1600"/>
              <a:buNone/>
              <a:defRPr/>
            </a:lvl9pPr>
          </a:lstStyle>
          <a:p/>
        </p:txBody>
      </p:sp>
      <p:sp>
        <p:nvSpPr>
          <p:cNvPr id="425" name="Google Shape;425;p62"/>
          <p:cNvSpPr txBox="1"/>
          <p:nvPr>
            <p:ph idx="2" type="title"/>
          </p:nvPr>
        </p:nvSpPr>
        <p:spPr>
          <a:xfrm>
            <a:off x="4663375" y="1468448"/>
            <a:ext cx="2394900" cy="488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400"/>
              <a:buNone/>
              <a:defRPr sz="2200"/>
            </a:lvl1pPr>
            <a:lvl2pPr lvl="1" algn="r">
              <a:lnSpc>
                <a:spcPct val="100000"/>
              </a:lnSpc>
              <a:spcBef>
                <a:spcPts val="0"/>
              </a:spcBef>
              <a:spcAft>
                <a:spcPts val="0"/>
              </a:spcAft>
              <a:buSzPts val="2400"/>
              <a:buNone/>
              <a:defRPr sz="2400"/>
            </a:lvl2pPr>
            <a:lvl3pPr lvl="2" algn="r">
              <a:lnSpc>
                <a:spcPct val="100000"/>
              </a:lnSpc>
              <a:spcBef>
                <a:spcPts val="0"/>
              </a:spcBef>
              <a:spcAft>
                <a:spcPts val="0"/>
              </a:spcAft>
              <a:buSzPts val="2400"/>
              <a:buNone/>
              <a:defRPr sz="2400"/>
            </a:lvl3pPr>
            <a:lvl4pPr lvl="3" algn="r">
              <a:lnSpc>
                <a:spcPct val="100000"/>
              </a:lnSpc>
              <a:spcBef>
                <a:spcPts val="0"/>
              </a:spcBef>
              <a:spcAft>
                <a:spcPts val="0"/>
              </a:spcAft>
              <a:buSzPts val="2400"/>
              <a:buNone/>
              <a:defRPr sz="2400"/>
            </a:lvl4pPr>
            <a:lvl5pPr lvl="4" algn="r">
              <a:lnSpc>
                <a:spcPct val="100000"/>
              </a:lnSpc>
              <a:spcBef>
                <a:spcPts val="0"/>
              </a:spcBef>
              <a:spcAft>
                <a:spcPts val="0"/>
              </a:spcAft>
              <a:buSzPts val="2400"/>
              <a:buNone/>
              <a:defRPr sz="2400"/>
            </a:lvl5pPr>
            <a:lvl6pPr lvl="5" algn="r">
              <a:lnSpc>
                <a:spcPct val="100000"/>
              </a:lnSpc>
              <a:spcBef>
                <a:spcPts val="0"/>
              </a:spcBef>
              <a:spcAft>
                <a:spcPts val="0"/>
              </a:spcAft>
              <a:buSzPts val="2400"/>
              <a:buNone/>
              <a:defRPr sz="2400"/>
            </a:lvl6pPr>
            <a:lvl7pPr lvl="6" algn="r">
              <a:lnSpc>
                <a:spcPct val="100000"/>
              </a:lnSpc>
              <a:spcBef>
                <a:spcPts val="0"/>
              </a:spcBef>
              <a:spcAft>
                <a:spcPts val="0"/>
              </a:spcAft>
              <a:buSzPts val="2400"/>
              <a:buNone/>
              <a:defRPr sz="2400"/>
            </a:lvl7pPr>
            <a:lvl8pPr lvl="7" algn="r">
              <a:lnSpc>
                <a:spcPct val="100000"/>
              </a:lnSpc>
              <a:spcBef>
                <a:spcPts val="0"/>
              </a:spcBef>
              <a:spcAft>
                <a:spcPts val="0"/>
              </a:spcAft>
              <a:buSzPts val="2400"/>
              <a:buNone/>
              <a:defRPr sz="2400"/>
            </a:lvl8pPr>
            <a:lvl9pPr lvl="8" algn="r">
              <a:lnSpc>
                <a:spcPct val="100000"/>
              </a:lnSpc>
              <a:spcBef>
                <a:spcPts val="0"/>
              </a:spcBef>
              <a:spcAft>
                <a:spcPts val="0"/>
              </a:spcAft>
              <a:buSzPts val="2400"/>
              <a:buNone/>
              <a:defRPr sz="2400"/>
            </a:lvl9pPr>
          </a:lstStyle>
          <a:p/>
        </p:txBody>
      </p:sp>
      <p:sp>
        <p:nvSpPr>
          <p:cNvPr id="426" name="Google Shape;426;p62"/>
          <p:cNvSpPr txBox="1"/>
          <p:nvPr>
            <p:ph idx="3" type="subTitle"/>
          </p:nvPr>
        </p:nvSpPr>
        <p:spPr>
          <a:xfrm>
            <a:off x="4663375" y="1836957"/>
            <a:ext cx="2394900" cy="632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a:lvl1pPr>
            <a:lvl2pPr lvl="1" algn="r">
              <a:lnSpc>
                <a:spcPct val="100000"/>
              </a:lnSpc>
              <a:spcBef>
                <a:spcPts val="0"/>
              </a:spcBef>
              <a:spcAft>
                <a:spcPts val="0"/>
              </a:spcAft>
              <a:buSzPts val="1600"/>
              <a:buNone/>
              <a:defRPr/>
            </a:lvl2pPr>
            <a:lvl3pPr lvl="2" algn="r">
              <a:lnSpc>
                <a:spcPct val="100000"/>
              </a:lnSpc>
              <a:spcBef>
                <a:spcPts val="0"/>
              </a:spcBef>
              <a:spcAft>
                <a:spcPts val="0"/>
              </a:spcAft>
              <a:buSzPts val="1600"/>
              <a:buNone/>
              <a:defRPr/>
            </a:lvl3pPr>
            <a:lvl4pPr lvl="3" algn="r">
              <a:lnSpc>
                <a:spcPct val="100000"/>
              </a:lnSpc>
              <a:spcBef>
                <a:spcPts val="0"/>
              </a:spcBef>
              <a:spcAft>
                <a:spcPts val="0"/>
              </a:spcAft>
              <a:buSzPts val="1600"/>
              <a:buNone/>
              <a:defRPr/>
            </a:lvl4pPr>
            <a:lvl5pPr lvl="4" algn="r">
              <a:lnSpc>
                <a:spcPct val="100000"/>
              </a:lnSpc>
              <a:spcBef>
                <a:spcPts val="0"/>
              </a:spcBef>
              <a:spcAft>
                <a:spcPts val="0"/>
              </a:spcAft>
              <a:buSzPts val="1600"/>
              <a:buNone/>
              <a:defRPr/>
            </a:lvl5pPr>
            <a:lvl6pPr lvl="5" algn="r">
              <a:lnSpc>
                <a:spcPct val="100000"/>
              </a:lnSpc>
              <a:spcBef>
                <a:spcPts val="0"/>
              </a:spcBef>
              <a:spcAft>
                <a:spcPts val="0"/>
              </a:spcAft>
              <a:buSzPts val="1600"/>
              <a:buNone/>
              <a:defRPr/>
            </a:lvl6pPr>
            <a:lvl7pPr lvl="6" algn="r">
              <a:lnSpc>
                <a:spcPct val="100000"/>
              </a:lnSpc>
              <a:spcBef>
                <a:spcPts val="0"/>
              </a:spcBef>
              <a:spcAft>
                <a:spcPts val="0"/>
              </a:spcAft>
              <a:buSzPts val="1600"/>
              <a:buNone/>
              <a:defRPr/>
            </a:lvl7pPr>
            <a:lvl8pPr lvl="7" algn="r">
              <a:lnSpc>
                <a:spcPct val="100000"/>
              </a:lnSpc>
              <a:spcBef>
                <a:spcPts val="0"/>
              </a:spcBef>
              <a:spcAft>
                <a:spcPts val="0"/>
              </a:spcAft>
              <a:buSzPts val="1600"/>
              <a:buNone/>
              <a:defRPr/>
            </a:lvl8pPr>
            <a:lvl9pPr lvl="8" algn="r">
              <a:lnSpc>
                <a:spcPct val="100000"/>
              </a:lnSpc>
              <a:spcBef>
                <a:spcPts val="0"/>
              </a:spcBef>
              <a:spcAft>
                <a:spcPts val="0"/>
              </a:spcAft>
              <a:buSzPts val="1600"/>
              <a:buNone/>
              <a:defRPr/>
            </a:lvl9pPr>
          </a:lstStyle>
          <a:p/>
        </p:txBody>
      </p:sp>
      <p:sp>
        <p:nvSpPr>
          <p:cNvPr id="427" name="Google Shape;427;p62"/>
          <p:cNvSpPr txBox="1"/>
          <p:nvPr>
            <p:ph idx="4" type="title"/>
          </p:nvPr>
        </p:nvSpPr>
        <p:spPr>
          <a:xfrm>
            <a:off x="2085675" y="3222764"/>
            <a:ext cx="2394900" cy="488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400"/>
              <a:buNone/>
              <a:defRPr sz="22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428" name="Google Shape;428;p62"/>
          <p:cNvSpPr txBox="1"/>
          <p:nvPr>
            <p:ph idx="5" type="subTitle"/>
          </p:nvPr>
        </p:nvSpPr>
        <p:spPr>
          <a:xfrm>
            <a:off x="2085675" y="3591273"/>
            <a:ext cx="2394900" cy="632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a:lvl1pPr>
            <a:lvl2pPr lvl="1" algn="l">
              <a:lnSpc>
                <a:spcPct val="100000"/>
              </a:lnSpc>
              <a:spcBef>
                <a:spcPts val="0"/>
              </a:spcBef>
              <a:spcAft>
                <a:spcPts val="0"/>
              </a:spcAft>
              <a:buSzPts val="1600"/>
              <a:buNone/>
              <a:defRPr/>
            </a:lvl2pPr>
            <a:lvl3pPr lvl="2" algn="l">
              <a:lnSpc>
                <a:spcPct val="100000"/>
              </a:lnSpc>
              <a:spcBef>
                <a:spcPts val="0"/>
              </a:spcBef>
              <a:spcAft>
                <a:spcPts val="0"/>
              </a:spcAft>
              <a:buSzPts val="1600"/>
              <a:buNone/>
              <a:defRPr/>
            </a:lvl3pPr>
            <a:lvl4pPr lvl="3" algn="l">
              <a:lnSpc>
                <a:spcPct val="100000"/>
              </a:lnSpc>
              <a:spcBef>
                <a:spcPts val="0"/>
              </a:spcBef>
              <a:spcAft>
                <a:spcPts val="0"/>
              </a:spcAft>
              <a:buSzPts val="1600"/>
              <a:buNone/>
              <a:defRPr/>
            </a:lvl4pPr>
            <a:lvl5pPr lvl="4" algn="l">
              <a:lnSpc>
                <a:spcPct val="100000"/>
              </a:lnSpc>
              <a:spcBef>
                <a:spcPts val="0"/>
              </a:spcBef>
              <a:spcAft>
                <a:spcPts val="0"/>
              </a:spcAft>
              <a:buSzPts val="1600"/>
              <a:buNone/>
              <a:defRPr/>
            </a:lvl5pPr>
            <a:lvl6pPr lvl="5" algn="l">
              <a:lnSpc>
                <a:spcPct val="100000"/>
              </a:lnSpc>
              <a:spcBef>
                <a:spcPts val="0"/>
              </a:spcBef>
              <a:spcAft>
                <a:spcPts val="0"/>
              </a:spcAft>
              <a:buSzPts val="1600"/>
              <a:buNone/>
              <a:defRPr/>
            </a:lvl6pPr>
            <a:lvl7pPr lvl="6" algn="l">
              <a:lnSpc>
                <a:spcPct val="100000"/>
              </a:lnSpc>
              <a:spcBef>
                <a:spcPts val="0"/>
              </a:spcBef>
              <a:spcAft>
                <a:spcPts val="0"/>
              </a:spcAft>
              <a:buSzPts val="1600"/>
              <a:buNone/>
              <a:defRPr/>
            </a:lvl7pPr>
            <a:lvl8pPr lvl="7" algn="l">
              <a:lnSpc>
                <a:spcPct val="100000"/>
              </a:lnSpc>
              <a:spcBef>
                <a:spcPts val="0"/>
              </a:spcBef>
              <a:spcAft>
                <a:spcPts val="0"/>
              </a:spcAft>
              <a:buSzPts val="1600"/>
              <a:buNone/>
              <a:defRPr/>
            </a:lvl8pPr>
            <a:lvl9pPr lvl="8" algn="l">
              <a:lnSpc>
                <a:spcPct val="100000"/>
              </a:lnSpc>
              <a:spcBef>
                <a:spcPts val="0"/>
              </a:spcBef>
              <a:spcAft>
                <a:spcPts val="0"/>
              </a:spcAft>
              <a:buSzPts val="1600"/>
              <a:buNone/>
              <a:defRPr/>
            </a:lvl9pPr>
          </a:lstStyle>
          <a:p/>
        </p:txBody>
      </p:sp>
      <p:sp>
        <p:nvSpPr>
          <p:cNvPr id="429" name="Google Shape;429;p62"/>
          <p:cNvSpPr txBox="1"/>
          <p:nvPr>
            <p:ph idx="6" type="title"/>
          </p:nvPr>
        </p:nvSpPr>
        <p:spPr>
          <a:xfrm>
            <a:off x="4663413" y="3236135"/>
            <a:ext cx="2394900" cy="488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400"/>
              <a:buNone/>
              <a:defRPr sz="2200"/>
            </a:lvl1pPr>
            <a:lvl2pPr lvl="1" algn="r">
              <a:lnSpc>
                <a:spcPct val="100000"/>
              </a:lnSpc>
              <a:spcBef>
                <a:spcPts val="0"/>
              </a:spcBef>
              <a:spcAft>
                <a:spcPts val="0"/>
              </a:spcAft>
              <a:buSzPts val="2400"/>
              <a:buNone/>
              <a:defRPr sz="2400"/>
            </a:lvl2pPr>
            <a:lvl3pPr lvl="2" algn="r">
              <a:lnSpc>
                <a:spcPct val="100000"/>
              </a:lnSpc>
              <a:spcBef>
                <a:spcPts val="0"/>
              </a:spcBef>
              <a:spcAft>
                <a:spcPts val="0"/>
              </a:spcAft>
              <a:buSzPts val="2400"/>
              <a:buNone/>
              <a:defRPr sz="2400"/>
            </a:lvl3pPr>
            <a:lvl4pPr lvl="3" algn="r">
              <a:lnSpc>
                <a:spcPct val="100000"/>
              </a:lnSpc>
              <a:spcBef>
                <a:spcPts val="0"/>
              </a:spcBef>
              <a:spcAft>
                <a:spcPts val="0"/>
              </a:spcAft>
              <a:buSzPts val="2400"/>
              <a:buNone/>
              <a:defRPr sz="2400"/>
            </a:lvl4pPr>
            <a:lvl5pPr lvl="4" algn="r">
              <a:lnSpc>
                <a:spcPct val="100000"/>
              </a:lnSpc>
              <a:spcBef>
                <a:spcPts val="0"/>
              </a:spcBef>
              <a:spcAft>
                <a:spcPts val="0"/>
              </a:spcAft>
              <a:buSzPts val="2400"/>
              <a:buNone/>
              <a:defRPr sz="2400"/>
            </a:lvl5pPr>
            <a:lvl6pPr lvl="5" algn="r">
              <a:lnSpc>
                <a:spcPct val="100000"/>
              </a:lnSpc>
              <a:spcBef>
                <a:spcPts val="0"/>
              </a:spcBef>
              <a:spcAft>
                <a:spcPts val="0"/>
              </a:spcAft>
              <a:buSzPts val="2400"/>
              <a:buNone/>
              <a:defRPr sz="2400"/>
            </a:lvl6pPr>
            <a:lvl7pPr lvl="6" algn="r">
              <a:lnSpc>
                <a:spcPct val="100000"/>
              </a:lnSpc>
              <a:spcBef>
                <a:spcPts val="0"/>
              </a:spcBef>
              <a:spcAft>
                <a:spcPts val="0"/>
              </a:spcAft>
              <a:buSzPts val="2400"/>
              <a:buNone/>
              <a:defRPr sz="2400"/>
            </a:lvl7pPr>
            <a:lvl8pPr lvl="7" algn="r">
              <a:lnSpc>
                <a:spcPct val="100000"/>
              </a:lnSpc>
              <a:spcBef>
                <a:spcPts val="0"/>
              </a:spcBef>
              <a:spcAft>
                <a:spcPts val="0"/>
              </a:spcAft>
              <a:buSzPts val="2400"/>
              <a:buNone/>
              <a:defRPr sz="2400"/>
            </a:lvl8pPr>
            <a:lvl9pPr lvl="8" algn="r">
              <a:lnSpc>
                <a:spcPct val="100000"/>
              </a:lnSpc>
              <a:spcBef>
                <a:spcPts val="0"/>
              </a:spcBef>
              <a:spcAft>
                <a:spcPts val="0"/>
              </a:spcAft>
              <a:buSzPts val="2400"/>
              <a:buNone/>
              <a:defRPr sz="2400"/>
            </a:lvl9pPr>
          </a:lstStyle>
          <a:p/>
        </p:txBody>
      </p:sp>
      <p:sp>
        <p:nvSpPr>
          <p:cNvPr id="430" name="Google Shape;430;p62"/>
          <p:cNvSpPr txBox="1"/>
          <p:nvPr>
            <p:ph idx="7" type="subTitle"/>
          </p:nvPr>
        </p:nvSpPr>
        <p:spPr>
          <a:xfrm>
            <a:off x="4663412" y="3604644"/>
            <a:ext cx="2394900" cy="632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a:lvl1pPr>
            <a:lvl2pPr lvl="1" algn="r">
              <a:lnSpc>
                <a:spcPct val="100000"/>
              </a:lnSpc>
              <a:spcBef>
                <a:spcPts val="0"/>
              </a:spcBef>
              <a:spcAft>
                <a:spcPts val="0"/>
              </a:spcAft>
              <a:buSzPts val="1600"/>
              <a:buNone/>
              <a:defRPr/>
            </a:lvl2pPr>
            <a:lvl3pPr lvl="2" algn="r">
              <a:lnSpc>
                <a:spcPct val="100000"/>
              </a:lnSpc>
              <a:spcBef>
                <a:spcPts val="0"/>
              </a:spcBef>
              <a:spcAft>
                <a:spcPts val="0"/>
              </a:spcAft>
              <a:buSzPts val="1600"/>
              <a:buNone/>
              <a:defRPr/>
            </a:lvl3pPr>
            <a:lvl4pPr lvl="3" algn="r">
              <a:lnSpc>
                <a:spcPct val="100000"/>
              </a:lnSpc>
              <a:spcBef>
                <a:spcPts val="0"/>
              </a:spcBef>
              <a:spcAft>
                <a:spcPts val="0"/>
              </a:spcAft>
              <a:buSzPts val="1600"/>
              <a:buNone/>
              <a:defRPr/>
            </a:lvl4pPr>
            <a:lvl5pPr lvl="4" algn="r">
              <a:lnSpc>
                <a:spcPct val="100000"/>
              </a:lnSpc>
              <a:spcBef>
                <a:spcPts val="0"/>
              </a:spcBef>
              <a:spcAft>
                <a:spcPts val="0"/>
              </a:spcAft>
              <a:buSzPts val="1600"/>
              <a:buNone/>
              <a:defRPr/>
            </a:lvl5pPr>
            <a:lvl6pPr lvl="5" algn="r">
              <a:lnSpc>
                <a:spcPct val="100000"/>
              </a:lnSpc>
              <a:spcBef>
                <a:spcPts val="0"/>
              </a:spcBef>
              <a:spcAft>
                <a:spcPts val="0"/>
              </a:spcAft>
              <a:buSzPts val="1600"/>
              <a:buNone/>
              <a:defRPr/>
            </a:lvl6pPr>
            <a:lvl7pPr lvl="6" algn="r">
              <a:lnSpc>
                <a:spcPct val="100000"/>
              </a:lnSpc>
              <a:spcBef>
                <a:spcPts val="0"/>
              </a:spcBef>
              <a:spcAft>
                <a:spcPts val="0"/>
              </a:spcAft>
              <a:buSzPts val="1600"/>
              <a:buNone/>
              <a:defRPr/>
            </a:lvl7pPr>
            <a:lvl8pPr lvl="7" algn="r">
              <a:lnSpc>
                <a:spcPct val="100000"/>
              </a:lnSpc>
              <a:spcBef>
                <a:spcPts val="0"/>
              </a:spcBef>
              <a:spcAft>
                <a:spcPts val="0"/>
              </a:spcAft>
              <a:buSzPts val="1600"/>
              <a:buNone/>
              <a:defRPr/>
            </a:lvl8pPr>
            <a:lvl9pPr lvl="8" algn="r">
              <a:lnSpc>
                <a:spcPct val="100000"/>
              </a:lnSpc>
              <a:spcBef>
                <a:spcPts val="0"/>
              </a:spcBef>
              <a:spcAft>
                <a:spcPts val="0"/>
              </a:spcAft>
              <a:buSzPts val="1600"/>
              <a:buNone/>
              <a:defRPr/>
            </a:lvl9pPr>
          </a:lstStyle>
          <a:p/>
        </p:txBody>
      </p:sp>
      <p:pic>
        <p:nvPicPr>
          <p:cNvPr id="431" name="Google Shape;431;p62"/>
          <p:cNvPicPr preferRelativeResize="0"/>
          <p:nvPr/>
        </p:nvPicPr>
        <p:blipFill rotWithShape="1">
          <a:blip r:embed="rId2">
            <a:alphaModFix/>
          </a:blip>
          <a:srcRect b="0" l="0" r="0" t="0"/>
          <a:stretch/>
        </p:blipFill>
        <p:spPr>
          <a:xfrm rot="-10059469">
            <a:off x="-250407" y="191408"/>
            <a:ext cx="1320763" cy="3203783"/>
          </a:xfrm>
          <a:prstGeom prst="rect">
            <a:avLst/>
          </a:prstGeom>
          <a:noFill/>
          <a:ln>
            <a:noFill/>
          </a:ln>
        </p:spPr>
      </p:pic>
      <p:pic>
        <p:nvPicPr>
          <p:cNvPr id="432" name="Google Shape;432;p62"/>
          <p:cNvPicPr preferRelativeResize="0"/>
          <p:nvPr/>
        </p:nvPicPr>
        <p:blipFill rotWithShape="1">
          <a:blip r:embed="rId3">
            <a:alphaModFix/>
          </a:blip>
          <a:srcRect b="0" l="0" r="0" t="0"/>
          <a:stretch/>
        </p:blipFill>
        <p:spPr>
          <a:xfrm flipH="1" rot="5400000">
            <a:off x="-327025" y="-99117"/>
            <a:ext cx="1179500" cy="1528135"/>
          </a:xfrm>
          <a:prstGeom prst="rect">
            <a:avLst/>
          </a:prstGeom>
          <a:noFill/>
          <a:ln>
            <a:noFill/>
          </a:ln>
        </p:spPr>
      </p:pic>
      <p:sp>
        <p:nvSpPr>
          <p:cNvPr id="433" name="Google Shape;433;p62"/>
          <p:cNvSpPr txBox="1"/>
          <p:nvPr>
            <p:ph idx="8" type="title"/>
          </p:nvPr>
        </p:nvSpPr>
        <p:spPr>
          <a:xfrm>
            <a:off x="2085675" y="906461"/>
            <a:ext cx="2394900" cy="637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4800"/>
              <a:buNone/>
              <a:defRPr sz="36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434" name="Google Shape;434;p62"/>
          <p:cNvSpPr txBox="1"/>
          <p:nvPr>
            <p:ph idx="9" type="title"/>
          </p:nvPr>
        </p:nvSpPr>
        <p:spPr>
          <a:xfrm>
            <a:off x="2085675" y="2673336"/>
            <a:ext cx="2394900" cy="637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4800"/>
              <a:buNone/>
              <a:defRPr sz="36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435" name="Google Shape;435;p62"/>
          <p:cNvSpPr txBox="1"/>
          <p:nvPr>
            <p:ph idx="13" type="title"/>
          </p:nvPr>
        </p:nvSpPr>
        <p:spPr>
          <a:xfrm>
            <a:off x="4663425" y="906456"/>
            <a:ext cx="2394900" cy="637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4800"/>
              <a:buNone/>
              <a:defRPr sz="36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436" name="Google Shape;436;p62"/>
          <p:cNvSpPr txBox="1"/>
          <p:nvPr>
            <p:ph idx="14" type="title"/>
          </p:nvPr>
        </p:nvSpPr>
        <p:spPr>
          <a:xfrm>
            <a:off x="4663338" y="2674556"/>
            <a:ext cx="2394900" cy="637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4800"/>
              <a:buNone/>
              <a:defRPr sz="36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pic>
        <p:nvPicPr>
          <p:cNvPr id="437" name="Google Shape;437;p62"/>
          <p:cNvPicPr preferRelativeResize="0"/>
          <p:nvPr/>
        </p:nvPicPr>
        <p:blipFill rotWithShape="1">
          <a:blip r:embed="rId2">
            <a:alphaModFix/>
          </a:blip>
          <a:srcRect b="0" l="0" r="0" t="0"/>
          <a:stretch/>
        </p:blipFill>
        <p:spPr>
          <a:xfrm rot="740531">
            <a:off x="8074443" y="1777596"/>
            <a:ext cx="1320763" cy="3203783"/>
          </a:xfrm>
          <a:prstGeom prst="rect">
            <a:avLst/>
          </a:prstGeom>
          <a:noFill/>
          <a:ln>
            <a:noFill/>
          </a:ln>
        </p:spPr>
      </p:pic>
      <p:pic>
        <p:nvPicPr>
          <p:cNvPr id="438" name="Google Shape;438;p62"/>
          <p:cNvPicPr preferRelativeResize="0"/>
          <p:nvPr/>
        </p:nvPicPr>
        <p:blipFill rotWithShape="1">
          <a:blip r:embed="rId3">
            <a:alphaModFix/>
          </a:blip>
          <a:srcRect b="0" l="0" r="0" t="0"/>
          <a:stretch/>
        </p:blipFill>
        <p:spPr>
          <a:xfrm flipH="1" rot="-5400000">
            <a:off x="8292325" y="3743770"/>
            <a:ext cx="1179500" cy="1528135"/>
          </a:xfrm>
          <a:prstGeom prst="rect">
            <a:avLst/>
          </a:prstGeom>
          <a:noFill/>
          <a:ln>
            <a:noFill/>
          </a:ln>
        </p:spPr>
      </p:pic>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7">
  <p:cSld name="CUSTOM_24">
    <p:spTree>
      <p:nvGrpSpPr>
        <p:cNvPr id="439" name="Shape 439"/>
        <p:cNvGrpSpPr/>
        <p:nvPr/>
      </p:nvGrpSpPr>
      <p:grpSpPr>
        <a:xfrm>
          <a:off x="0" y="0"/>
          <a:ext cx="0" cy="0"/>
          <a:chOff x="0" y="0"/>
          <a:chExt cx="0" cy="0"/>
        </a:xfrm>
      </p:grpSpPr>
      <p:sp>
        <p:nvSpPr>
          <p:cNvPr id="440" name="Google Shape;440;p63"/>
          <p:cNvSpPr txBox="1"/>
          <p:nvPr>
            <p:ph type="title"/>
          </p:nvPr>
        </p:nvSpPr>
        <p:spPr>
          <a:xfrm>
            <a:off x="887850" y="1523909"/>
            <a:ext cx="4046400" cy="601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None/>
              <a:defRPr/>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441" name="Google Shape;441;p63"/>
          <p:cNvSpPr txBox="1"/>
          <p:nvPr>
            <p:ph idx="1" type="body"/>
          </p:nvPr>
        </p:nvSpPr>
        <p:spPr>
          <a:xfrm>
            <a:off x="887850" y="2184691"/>
            <a:ext cx="4046400" cy="14349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SzPts val="1200"/>
              <a:buChar char="●"/>
              <a:defRPr/>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pic>
        <p:nvPicPr>
          <p:cNvPr id="442" name="Google Shape;442;p63"/>
          <p:cNvPicPr preferRelativeResize="0"/>
          <p:nvPr/>
        </p:nvPicPr>
        <p:blipFill rotWithShape="1">
          <a:blip r:embed="rId2">
            <a:alphaModFix/>
          </a:blip>
          <a:srcRect b="0" l="0" r="0" t="0"/>
          <a:stretch/>
        </p:blipFill>
        <p:spPr>
          <a:xfrm flipH="1" rot="-3883291">
            <a:off x="106049" y="-726581"/>
            <a:ext cx="2569104" cy="1474162"/>
          </a:xfrm>
          <a:prstGeom prst="rect">
            <a:avLst/>
          </a:prstGeom>
          <a:noFill/>
          <a:ln>
            <a:noFill/>
          </a:ln>
        </p:spPr>
      </p:pic>
      <p:pic>
        <p:nvPicPr>
          <p:cNvPr id="443" name="Google Shape;443;p63"/>
          <p:cNvPicPr preferRelativeResize="0"/>
          <p:nvPr/>
        </p:nvPicPr>
        <p:blipFill rotWithShape="1">
          <a:blip r:embed="rId3">
            <a:alphaModFix/>
          </a:blip>
          <a:srcRect b="0" l="0" r="0" t="0"/>
          <a:stretch/>
        </p:blipFill>
        <p:spPr>
          <a:xfrm flipH="1">
            <a:off x="1049275" y="3985688"/>
            <a:ext cx="1840875" cy="1700025"/>
          </a:xfrm>
          <a:prstGeom prst="rect">
            <a:avLst/>
          </a:prstGeom>
          <a:noFill/>
          <a:ln>
            <a:noFill/>
          </a:ln>
        </p:spPr>
      </p:pic>
      <p:pic>
        <p:nvPicPr>
          <p:cNvPr id="444" name="Google Shape;444;p63"/>
          <p:cNvPicPr preferRelativeResize="0"/>
          <p:nvPr/>
        </p:nvPicPr>
        <p:blipFill rotWithShape="1">
          <a:blip r:embed="rId4">
            <a:alphaModFix/>
          </a:blip>
          <a:srcRect b="0" l="0" r="0" t="0"/>
          <a:stretch/>
        </p:blipFill>
        <p:spPr>
          <a:xfrm flipH="1">
            <a:off x="7244838" y="-168258"/>
            <a:ext cx="1840875" cy="1782665"/>
          </a:xfrm>
          <a:prstGeom prst="rect">
            <a:avLst/>
          </a:prstGeom>
          <a:noFill/>
          <a:ln>
            <a:noFill/>
          </a:ln>
        </p:spPr>
      </p:pic>
      <p:pic>
        <p:nvPicPr>
          <p:cNvPr id="445" name="Google Shape;445;p63"/>
          <p:cNvPicPr preferRelativeResize="0"/>
          <p:nvPr/>
        </p:nvPicPr>
        <p:blipFill rotWithShape="1">
          <a:blip r:embed="rId5">
            <a:alphaModFix/>
          </a:blip>
          <a:srcRect b="0" l="0" r="0" t="0"/>
          <a:stretch/>
        </p:blipFill>
        <p:spPr>
          <a:xfrm flipH="1">
            <a:off x="7112250" y="-881358"/>
            <a:ext cx="2386824" cy="4381382"/>
          </a:xfrm>
          <a:prstGeom prst="rect">
            <a:avLst/>
          </a:prstGeom>
          <a:noFill/>
          <a:ln>
            <a:noFill/>
          </a:ln>
        </p:spPr>
      </p:pic>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5">
  <p:cSld name="CUSTOM_23">
    <p:spTree>
      <p:nvGrpSpPr>
        <p:cNvPr id="446" name="Shape 446"/>
        <p:cNvGrpSpPr/>
        <p:nvPr/>
      </p:nvGrpSpPr>
      <p:grpSpPr>
        <a:xfrm>
          <a:off x="0" y="0"/>
          <a:ext cx="0" cy="0"/>
          <a:chOff x="0" y="0"/>
          <a:chExt cx="0" cy="0"/>
        </a:xfrm>
      </p:grpSpPr>
      <p:sp>
        <p:nvSpPr>
          <p:cNvPr id="447" name="Google Shape;447;p64"/>
          <p:cNvSpPr txBox="1"/>
          <p:nvPr>
            <p:ph type="title"/>
          </p:nvPr>
        </p:nvSpPr>
        <p:spPr>
          <a:xfrm>
            <a:off x="1893550" y="3128175"/>
            <a:ext cx="21696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400"/>
              <a:buNone/>
              <a:defRPr sz="22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448" name="Google Shape;448;p64"/>
          <p:cNvSpPr txBox="1"/>
          <p:nvPr>
            <p:ph idx="1" type="subTitle"/>
          </p:nvPr>
        </p:nvSpPr>
        <p:spPr>
          <a:xfrm>
            <a:off x="1893550" y="3496684"/>
            <a:ext cx="2169600" cy="677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a:lvl1pPr>
            <a:lvl2pPr lvl="1" algn="l">
              <a:lnSpc>
                <a:spcPct val="100000"/>
              </a:lnSpc>
              <a:spcBef>
                <a:spcPts val="0"/>
              </a:spcBef>
              <a:spcAft>
                <a:spcPts val="0"/>
              </a:spcAft>
              <a:buSzPts val="1600"/>
              <a:buNone/>
              <a:defRPr/>
            </a:lvl2pPr>
            <a:lvl3pPr lvl="2" algn="l">
              <a:lnSpc>
                <a:spcPct val="100000"/>
              </a:lnSpc>
              <a:spcBef>
                <a:spcPts val="0"/>
              </a:spcBef>
              <a:spcAft>
                <a:spcPts val="0"/>
              </a:spcAft>
              <a:buSzPts val="1600"/>
              <a:buNone/>
              <a:defRPr/>
            </a:lvl3pPr>
            <a:lvl4pPr lvl="3" algn="l">
              <a:lnSpc>
                <a:spcPct val="100000"/>
              </a:lnSpc>
              <a:spcBef>
                <a:spcPts val="0"/>
              </a:spcBef>
              <a:spcAft>
                <a:spcPts val="0"/>
              </a:spcAft>
              <a:buSzPts val="1600"/>
              <a:buNone/>
              <a:defRPr/>
            </a:lvl4pPr>
            <a:lvl5pPr lvl="4" algn="l">
              <a:lnSpc>
                <a:spcPct val="100000"/>
              </a:lnSpc>
              <a:spcBef>
                <a:spcPts val="0"/>
              </a:spcBef>
              <a:spcAft>
                <a:spcPts val="0"/>
              </a:spcAft>
              <a:buSzPts val="1600"/>
              <a:buNone/>
              <a:defRPr/>
            </a:lvl5pPr>
            <a:lvl6pPr lvl="5" algn="l">
              <a:lnSpc>
                <a:spcPct val="100000"/>
              </a:lnSpc>
              <a:spcBef>
                <a:spcPts val="0"/>
              </a:spcBef>
              <a:spcAft>
                <a:spcPts val="0"/>
              </a:spcAft>
              <a:buSzPts val="1600"/>
              <a:buNone/>
              <a:defRPr/>
            </a:lvl6pPr>
            <a:lvl7pPr lvl="6" algn="l">
              <a:lnSpc>
                <a:spcPct val="100000"/>
              </a:lnSpc>
              <a:spcBef>
                <a:spcPts val="0"/>
              </a:spcBef>
              <a:spcAft>
                <a:spcPts val="0"/>
              </a:spcAft>
              <a:buSzPts val="1600"/>
              <a:buNone/>
              <a:defRPr/>
            </a:lvl7pPr>
            <a:lvl8pPr lvl="7" algn="l">
              <a:lnSpc>
                <a:spcPct val="100000"/>
              </a:lnSpc>
              <a:spcBef>
                <a:spcPts val="0"/>
              </a:spcBef>
              <a:spcAft>
                <a:spcPts val="0"/>
              </a:spcAft>
              <a:buSzPts val="1600"/>
              <a:buNone/>
              <a:defRPr/>
            </a:lvl8pPr>
            <a:lvl9pPr lvl="8" algn="l">
              <a:lnSpc>
                <a:spcPct val="100000"/>
              </a:lnSpc>
              <a:spcBef>
                <a:spcPts val="0"/>
              </a:spcBef>
              <a:spcAft>
                <a:spcPts val="0"/>
              </a:spcAft>
              <a:buSzPts val="1600"/>
              <a:buNone/>
              <a:defRPr/>
            </a:lvl9pPr>
          </a:lstStyle>
          <a:p/>
        </p:txBody>
      </p:sp>
      <p:sp>
        <p:nvSpPr>
          <p:cNvPr id="449" name="Google Shape;449;p64"/>
          <p:cNvSpPr txBox="1"/>
          <p:nvPr>
            <p:ph idx="2" type="title"/>
          </p:nvPr>
        </p:nvSpPr>
        <p:spPr>
          <a:xfrm>
            <a:off x="713225" y="539500"/>
            <a:ext cx="77175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a:lvl2pPr>
            <a:lvl3pPr lvl="2" algn="ctr">
              <a:lnSpc>
                <a:spcPct val="100000"/>
              </a:lnSpc>
              <a:spcBef>
                <a:spcPts val="0"/>
              </a:spcBef>
              <a:spcAft>
                <a:spcPts val="0"/>
              </a:spcAft>
              <a:buSzPts val="2800"/>
              <a:buNone/>
              <a:defRPr/>
            </a:lvl3pPr>
            <a:lvl4pPr lvl="3" algn="ctr">
              <a:lnSpc>
                <a:spcPct val="100000"/>
              </a:lnSpc>
              <a:spcBef>
                <a:spcPts val="0"/>
              </a:spcBef>
              <a:spcAft>
                <a:spcPts val="0"/>
              </a:spcAft>
              <a:buSzPts val="2800"/>
              <a:buNone/>
              <a:defRPr/>
            </a:lvl4pPr>
            <a:lvl5pPr lvl="4" algn="ctr">
              <a:lnSpc>
                <a:spcPct val="100000"/>
              </a:lnSpc>
              <a:spcBef>
                <a:spcPts val="0"/>
              </a:spcBef>
              <a:spcAft>
                <a:spcPts val="0"/>
              </a:spcAft>
              <a:buSzPts val="2800"/>
              <a:buNone/>
              <a:defRPr/>
            </a:lvl5pPr>
            <a:lvl6pPr lvl="5" algn="ctr">
              <a:lnSpc>
                <a:spcPct val="100000"/>
              </a:lnSpc>
              <a:spcBef>
                <a:spcPts val="0"/>
              </a:spcBef>
              <a:spcAft>
                <a:spcPts val="0"/>
              </a:spcAft>
              <a:buSzPts val="2800"/>
              <a:buNone/>
              <a:defRPr/>
            </a:lvl6pPr>
            <a:lvl7pPr lvl="6" algn="ctr">
              <a:lnSpc>
                <a:spcPct val="100000"/>
              </a:lnSpc>
              <a:spcBef>
                <a:spcPts val="0"/>
              </a:spcBef>
              <a:spcAft>
                <a:spcPts val="0"/>
              </a:spcAft>
              <a:buSzPts val="2800"/>
              <a:buNone/>
              <a:defRPr/>
            </a:lvl7pPr>
            <a:lvl8pPr lvl="7" algn="ctr">
              <a:lnSpc>
                <a:spcPct val="100000"/>
              </a:lnSpc>
              <a:spcBef>
                <a:spcPts val="0"/>
              </a:spcBef>
              <a:spcAft>
                <a:spcPts val="0"/>
              </a:spcAft>
              <a:buSzPts val="2800"/>
              <a:buNone/>
              <a:defRPr/>
            </a:lvl8pPr>
            <a:lvl9pPr lvl="8" algn="ctr">
              <a:lnSpc>
                <a:spcPct val="100000"/>
              </a:lnSpc>
              <a:spcBef>
                <a:spcPts val="0"/>
              </a:spcBef>
              <a:spcAft>
                <a:spcPts val="0"/>
              </a:spcAft>
              <a:buSzPts val="2800"/>
              <a:buNone/>
              <a:defRPr/>
            </a:lvl9pPr>
          </a:lstStyle>
          <a:p/>
        </p:txBody>
      </p:sp>
      <p:sp>
        <p:nvSpPr>
          <p:cNvPr id="450" name="Google Shape;450;p64"/>
          <p:cNvSpPr txBox="1"/>
          <p:nvPr>
            <p:ph idx="3" type="title"/>
          </p:nvPr>
        </p:nvSpPr>
        <p:spPr>
          <a:xfrm>
            <a:off x="5080850" y="3128175"/>
            <a:ext cx="21696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400"/>
              <a:buNone/>
              <a:defRPr sz="22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451" name="Google Shape;451;p64"/>
          <p:cNvSpPr txBox="1"/>
          <p:nvPr>
            <p:ph idx="4" type="subTitle"/>
          </p:nvPr>
        </p:nvSpPr>
        <p:spPr>
          <a:xfrm>
            <a:off x="5080850" y="3496684"/>
            <a:ext cx="2169600" cy="677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a:lvl1pPr>
            <a:lvl2pPr lvl="1" algn="l">
              <a:lnSpc>
                <a:spcPct val="100000"/>
              </a:lnSpc>
              <a:spcBef>
                <a:spcPts val="0"/>
              </a:spcBef>
              <a:spcAft>
                <a:spcPts val="0"/>
              </a:spcAft>
              <a:buSzPts val="1600"/>
              <a:buNone/>
              <a:defRPr/>
            </a:lvl2pPr>
            <a:lvl3pPr lvl="2" algn="l">
              <a:lnSpc>
                <a:spcPct val="100000"/>
              </a:lnSpc>
              <a:spcBef>
                <a:spcPts val="0"/>
              </a:spcBef>
              <a:spcAft>
                <a:spcPts val="0"/>
              </a:spcAft>
              <a:buSzPts val="1600"/>
              <a:buNone/>
              <a:defRPr/>
            </a:lvl3pPr>
            <a:lvl4pPr lvl="3" algn="l">
              <a:lnSpc>
                <a:spcPct val="100000"/>
              </a:lnSpc>
              <a:spcBef>
                <a:spcPts val="0"/>
              </a:spcBef>
              <a:spcAft>
                <a:spcPts val="0"/>
              </a:spcAft>
              <a:buSzPts val="1600"/>
              <a:buNone/>
              <a:defRPr/>
            </a:lvl4pPr>
            <a:lvl5pPr lvl="4" algn="l">
              <a:lnSpc>
                <a:spcPct val="100000"/>
              </a:lnSpc>
              <a:spcBef>
                <a:spcPts val="0"/>
              </a:spcBef>
              <a:spcAft>
                <a:spcPts val="0"/>
              </a:spcAft>
              <a:buSzPts val="1600"/>
              <a:buNone/>
              <a:defRPr/>
            </a:lvl5pPr>
            <a:lvl6pPr lvl="5" algn="l">
              <a:lnSpc>
                <a:spcPct val="100000"/>
              </a:lnSpc>
              <a:spcBef>
                <a:spcPts val="0"/>
              </a:spcBef>
              <a:spcAft>
                <a:spcPts val="0"/>
              </a:spcAft>
              <a:buSzPts val="1600"/>
              <a:buNone/>
              <a:defRPr/>
            </a:lvl6pPr>
            <a:lvl7pPr lvl="6" algn="l">
              <a:lnSpc>
                <a:spcPct val="100000"/>
              </a:lnSpc>
              <a:spcBef>
                <a:spcPts val="0"/>
              </a:spcBef>
              <a:spcAft>
                <a:spcPts val="0"/>
              </a:spcAft>
              <a:buSzPts val="1600"/>
              <a:buNone/>
              <a:defRPr/>
            </a:lvl7pPr>
            <a:lvl8pPr lvl="7" algn="l">
              <a:lnSpc>
                <a:spcPct val="100000"/>
              </a:lnSpc>
              <a:spcBef>
                <a:spcPts val="0"/>
              </a:spcBef>
              <a:spcAft>
                <a:spcPts val="0"/>
              </a:spcAft>
              <a:buSzPts val="1600"/>
              <a:buNone/>
              <a:defRPr/>
            </a:lvl8pPr>
            <a:lvl9pPr lvl="8" algn="l">
              <a:lnSpc>
                <a:spcPct val="100000"/>
              </a:lnSpc>
              <a:spcBef>
                <a:spcPts val="0"/>
              </a:spcBef>
              <a:spcAft>
                <a:spcPts val="0"/>
              </a:spcAft>
              <a:buSzPts val="1600"/>
              <a:buNone/>
              <a:defRPr/>
            </a:lvl9pPr>
          </a:lstStyle>
          <a:p/>
        </p:txBody>
      </p:sp>
      <p:pic>
        <p:nvPicPr>
          <p:cNvPr id="452" name="Google Shape;452;p64"/>
          <p:cNvPicPr preferRelativeResize="0"/>
          <p:nvPr/>
        </p:nvPicPr>
        <p:blipFill rotWithShape="1">
          <a:blip r:embed="rId2">
            <a:alphaModFix/>
          </a:blip>
          <a:srcRect b="0" l="0" r="0" t="0"/>
          <a:stretch/>
        </p:blipFill>
        <p:spPr>
          <a:xfrm rot="-9355986">
            <a:off x="8434933" y="2299925"/>
            <a:ext cx="1328784" cy="3223299"/>
          </a:xfrm>
          <a:prstGeom prst="rect">
            <a:avLst/>
          </a:prstGeom>
          <a:noFill/>
          <a:ln>
            <a:noFill/>
          </a:ln>
        </p:spPr>
      </p:pic>
      <p:pic>
        <p:nvPicPr>
          <p:cNvPr id="453" name="Google Shape;453;p64"/>
          <p:cNvPicPr preferRelativeResize="0"/>
          <p:nvPr/>
        </p:nvPicPr>
        <p:blipFill rotWithShape="1">
          <a:blip r:embed="rId3">
            <a:alphaModFix/>
          </a:blip>
          <a:srcRect b="0" l="0" r="0" t="0"/>
          <a:stretch/>
        </p:blipFill>
        <p:spPr>
          <a:xfrm rot="7580934">
            <a:off x="7823550" y="1887200"/>
            <a:ext cx="2835150" cy="2032750"/>
          </a:xfrm>
          <a:prstGeom prst="rect">
            <a:avLst/>
          </a:prstGeom>
          <a:noFill/>
          <a:ln>
            <a:noFill/>
          </a:ln>
        </p:spPr>
      </p:pic>
      <p:pic>
        <p:nvPicPr>
          <p:cNvPr id="454" name="Google Shape;454;p64"/>
          <p:cNvPicPr preferRelativeResize="0"/>
          <p:nvPr/>
        </p:nvPicPr>
        <p:blipFill rotWithShape="1">
          <a:blip r:embed="rId4">
            <a:alphaModFix/>
          </a:blip>
          <a:srcRect b="0" l="0" r="0" t="0"/>
          <a:stretch/>
        </p:blipFill>
        <p:spPr>
          <a:xfrm rot="-8859426">
            <a:off x="-1541312" y="2257614"/>
            <a:ext cx="2569104" cy="1474162"/>
          </a:xfrm>
          <a:prstGeom prst="rect">
            <a:avLst/>
          </a:prstGeom>
          <a:noFill/>
          <a:ln>
            <a:noFill/>
          </a:ln>
        </p:spPr>
      </p:pic>
      <p:pic>
        <p:nvPicPr>
          <p:cNvPr id="455" name="Google Shape;455;p64"/>
          <p:cNvPicPr preferRelativeResize="0"/>
          <p:nvPr/>
        </p:nvPicPr>
        <p:blipFill rotWithShape="1">
          <a:blip r:embed="rId5">
            <a:alphaModFix/>
          </a:blip>
          <a:srcRect b="0" l="0" r="0" t="0"/>
          <a:stretch/>
        </p:blipFill>
        <p:spPr>
          <a:xfrm rot="-5400000">
            <a:off x="-658061" y="1451270"/>
            <a:ext cx="1393300" cy="1349250"/>
          </a:xfrm>
          <a:prstGeom prst="rect">
            <a:avLst/>
          </a:prstGeom>
          <a:noFill/>
          <a:ln>
            <a:noFill/>
          </a:ln>
        </p:spPr>
      </p:pic>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8">
  <p:cSld name="CUSTOM_26">
    <p:spTree>
      <p:nvGrpSpPr>
        <p:cNvPr id="456" name="Shape 456"/>
        <p:cNvGrpSpPr/>
        <p:nvPr/>
      </p:nvGrpSpPr>
      <p:grpSpPr>
        <a:xfrm>
          <a:off x="0" y="0"/>
          <a:ext cx="0" cy="0"/>
          <a:chOff x="0" y="0"/>
          <a:chExt cx="0" cy="0"/>
        </a:xfrm>
      </p:grpSpPr>
      <p:pic>
        <p:nvPicPr>
          <p:cNvPr id="457" name="Google Shape;457;p65"/>
          <p:cNvPicPr preferRelativeResize="0"/>
          <p:nvPr/>
        </p:nvPicPr>
        <p:blipFill rotWithShape="1">
          <a:blip r:embed="rId2">
            <a:alphaModFix/>
          </a:blip>
          <a:srcRect b="0" l="0" r="0" t="0"/>
          <a:stretch/>
        </p:blipFill>
        <p:spPr>
          <a:xfrm rot="3883291">
            <a:off x="6999497" y="-726581"/>
            <a:ext cx="2569104" cy="1474162"/>
          </a:xfrm>
          <a:prstGeom prst="rect">
            <a:avLst/>
          </a:prstGeom>
          <a:noFill/>
          <a:ln>
            <a:noFill/>
          </a:ln>
        </p:spPr>
      </p:pic>
      <p:pic>
        <p:nvPicPr>
          <p:cNvPr id="458" name="Google Shape;458;p65"/>
          <p:cNvPicPr preferRelativeResize="0"/>
          <p:nvPr/>
        </p:nvPicPr>
        <p:blipFill rotWithShape="1">
          <a:blip r:embed="rId3">
            <a:alphaModFix/>
          </a:blip>
          <a:srcRect b="0" l="0" r="0" t="0"/>
          <a:stretch/>
        </p:blipFill>
        <p:spPr>
          <a:xfrm>
            <a:off x="6784500" y="3985688"/>
            <a:ext cx="1840875" cy="1700025"/>
          </a:xfrm>
          <a:prstGeom prst="rect">
            <a:avLst/>
          </a:prstGeom>
          <a:noFill/>
          <a:ln>
            <a:noFill/>
          </a:ln>
        </p:spPr>
      </p:pic>
      <p:pic>
        <p:nvPicPr>
          <p:cNvPr id="459" name="Google Shape;459;p65"/>
          <p:cNvPicPr preferRelativeResize="0"/>
          <p:nvPr/>
        </p:nvPicPr>
        <p:blipFill rotWithShape="1">
          <a:blip r:embed="rId4">
            <a:alphaModFix/>
          </a:blip>
          <a:srcRect b="0" l="0" r="0" t="0"/>
          <a:stretch/>
        </p:blipFill>
        <p:spPr>
          <a:xfrm>
            <a:off x="588938" y="-168258"/>
            <a:ext cx="1840875" cy="1782665"/>
          </a:xfrm>
          <a:prstGeom prst="rect">
            <a:avLst/>
          </a:prstGeom>
          <a:noFill/>
          <a:ln>
            <a:noFill/>
          </a:ln>
        </p:spPr>
      </p:pic>
      <p:pic>
        <p:nvPicPr>
          <p:cNvPr id="460" name="Google Shape;460;p65"/>
          <p:cNvPicPr preferRelativeResize="0"/>
          <p:nvPr/>
        </p:nvPicPr>
        <p:blipFill rotWithShape="1">
          <a:blip r:embed="rId5">
            <a:alphaModFix/>
          </a:blip>
          <a:srcRect b="0" l="0" r="0" t="0"/>
          <a:stretch/>
        </p:blipFill>
        <p:spPr>
          <a:xfrm>
            <a:off x="175576" y="-881358"/>
            <a:ext cx="2386824" cy="4381382"/>
          </a:xfrm>
          <a:prstGeom prst="rect">
            <a:avLst/>
          </a:prstGeom>
          <a:noFill/>
          <a:ln>
            <a:noFill/>
          </a:ln>
        </p:spPr>
      </p:pic>
      <p:sp>
        <p:nvSpPr>
          <p:cNvPr id="461" name="Google Shape;461;p65"/>
          <p:cNvSpPr txBox="1"/>
          <p:nvPr>
            <p:ph type="title"/>
          </p:nvPr>
        </p:nvSpPr>
        <p:spPr>
          <a:xfrm>
            <a:off x="4935278" y="1448500"/>
            <a:ext cx="3310200" cy="6018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2400"/>
              <a:buNone/>
              <a:defRPr/>
            </a:lvl1pPr>
            <a:lvl2pPr lvl="1" algn="r">
              <a:lnSpc>
                <a:spcPct val="100000"/>
              </a:lnSpc>
              <a:spcBef>
                <a:spcPts val="0"/>
              </a:spcBef>
              <a:spcAft>
                <a:spcPts val="0"/>
              </a:spcAft>
              <a:buSzPts val="2400"/>
              <a:buNone/>
              <a:defRPr sz="2400"/>
            </a:lvl2pPr>
            <a:lvl3pPr lvl="2" algn="r">
              <a:lnSpc>
                <a:spcPct val="100000"/>
              </a:lnSpc>
              <a:spcBef>
                <a:spcPts val="0"/>
              </a:spcBef>
              <a:spcAft>
                <a:spcPts val="0"/>
              </a:spcAft>
              <a:buSzPts val="2400"/>
              <a:buNone/>
              <a:defRPr sz="2400"/>
            </a:lvl3pPr>
            <a:lvl4pPr lvl="3" algn="r">
              <a:lnSpc>
                <a:spcPct val="100000"/>
              </a:lnSpc>
              <a:spcBef>
                <a:spcPts val="0"/>
              </a:spcBef>
              <a:spcAft>
                <a:spcPts val="0"/>
              </a:spcAft>
              <a:buSzPts val="2400"/>
              <a:buNone/>
              <a:defRPr sz="2400"/>
            </a:lvl4pPr>
            <a:lvl5pPr lvl="4" algn="r">
              <a:lnSpc>
                <a:spcPct val="100000"/>
              </a:lnSpc>
              <a:spcBef>
                <a:spcPts val="0"/>
              </a:spcBef>
              <a:spcAft>
                <a:spcPts val="0"/>
              </a:spcAft>
              <a:buSzPts val="2400"/>
              <a:buNone/>
              <a:defRPr sz="2400"/>
            </a:lvl5pPr>
            <a:lvl6pPr lvl="5" algn="r">
              <a:lnSpc>
                <a:spcPct val="100000"/>
              </a:lnSpc>
              <a:spcBef>
                <a:spcPts val="0"/>
              </a:spcBef>
              <a:spcAft>
                <a:spcPts val="0"/>
              </a:spcAft>
              <a:buSzPts val="2400"/>
              <a:buNone/>
              <a:defRPr sz="2400"/>
            </a:lvl6pPr>
            <a:lvl7pPr lvl="6" algn="r">
              <a:lnSpc>
                <a:spcPct val="100000"/>
              </a:lnSpc>
              <a:spcBef>
                <a:spcPts val="0"/>
              </a:spcBef>
              <a:spcAft>
                <a:spcPts val="0"/>
              </a:spcAft>
              <a:buSzPts val="2400"/>
              <a:buNone/>
              <a:defRPr sz="2400"/>
            </a:lvl7pPr>
            <a:lvl8pPr lvl="7" algn="r">
              <a:lnSpc>
                <a:spcPct val="100000"/>
              </a:lnSpc>
              <a:spcBef>
                <a:spcPts val="0"/>
              </a:spcBef>
              <a:spcAft>
                <a:spcPts val="0"/>
              </a:spcAft>
              <a:buSzPts val="2400"/>
              <a:buNone/>
              <a:defRPr sz="2400"/>
            </a:lvl8pPr>
            <a:lvl9pPr lvl="8" algn="r">
              <a:lnSpc>
                <a:spcPct val="100000"/>
              </a:lnSpc>
              <a:spcBef>
                <a:spcPts val="0"/>
              </a:spcBef>
              <a:spcAft>
                <a:spcPts val="0"/>
              </a:spcAft>
              <a:buSzPts val="2400"/>
              <a:buNone/>
              <a:defRPr sz="2400"/>
            </a:lvl9pPr>
          </a:lstStyle>
          <a:p/>
        </p:txBody>
      </p:sp>
      <p:sp>
        <p:nvSpPr>
          <p:cNvPr id="462" name="Google Shape;462;p65"/>
          <p:cNvSpPr txBox="1"/>
          <p:nvPr>
            <p:ph idx="1" type="body"/>
          </p:nvPr>
        </p:nvSpPr>
        <p:spPr>
          <a:xfrm>
            <a:off x="4935278" y="2109278"/>
            <a:ext cx="3310200" cy="1434900"/>
          </a:xfrm>
          <a:prstGeom prst="rect">
            <a:avLst/>
          </a:prstGeom>
          <a:noFill/>
          <a:ln>
            <a:noFill/>
          </a:ln>
        </p:spPr>
        <p:txBody>
          <a:bodyPr anchorCtr="0" anchor="t" bIns="91425" lIns="91425" spcFirstLastPara="1" rIns="91425" wrap="square" tIns="91425">
            <a:noAutofit/>
          </a:bodyPr>
          <a:lstStyle>
            <a:lvl1pPr indent="-304800" lvl="0" marL="457200" algn="r">
              <a:lnSpc>
                <a:spcPct val="100000"/>
              </a:lnSpc>
              <a:spcBef>
                <a:spcPts val="0"/>
              </a:spcBef>
              <a:spcAft>
                <a:spcPts val="0"/>
              </a:spcAft>
              <a:buSzPts val="1200"/>
              <a:buChar char="●"/>
              <a:defRPr/>
            </a:lvl1pPr>
            <a:lvl2pPr indent="-304800" lvl="1" marL="914400" algn="r">
              <a:lnSpc>
                <a:spcPct val="100000"/>
              </a:lnSpc>
              <a:spcBef>
                <a:spcPts val="0"/>
              </a:spcBef>
              <a:spcAft>
                <a:spcPts val="0"/>
              </a:spcAft>
              <a:buSzPts val="1200"/>
              <a:buChar char="○"/>
              <a:defRPr sz="1200"/>
            </a:lvl2pPr>
            <a:lvl3pPr indent="-304800" lvl="2" marL="1371600" algn="r">
              <a:lnSpc>
                <a:spcPct val="100000"/>
              </a:lnSpc>
              <a:spcBef>
                <a:spcPts val="0"/>
              </a:spcBef>
              <a:spcAft>
                <a:spcPts val="0"/>
              </a:spcAft>
              <a:buSzPts val="1200"/>
              <a:buChar char="■"/>
              <a:defRPr sz="1200"/>
            </a:lvl3pPr>
            <a:lvl4pPr indent="-304800" lvl="3" marL="1828800" algn="r">
              <a:lnSpc>
                <a:spcPct val="100000"/>
              </a:lnSpc>
              <a:spcBef>
                <a:spcPts val="0"/>
              </a:spcBef>
              <a:spcAft>
                <a:spcPts val="0"/>
              </a:spcAft>
              <a:buSzPts val="1200"/>
              <a:buChar char="●"/>
              <a:defRPr sz="1200"/>
            </a:lvl4pPr>
            <a:lvl5pPr indent="-304800" lvl="4" marL="2286000" algn="r">
              <a:lnSpc>
                <a:spcPct val="100000"/>
              </a:lnSpc>
              <a:spcBef>
                <a:spcPts val="0"/>
              </a:spcBef>
              <a:spcAft>
                <a:spcPts val="0"/>
              </a:spcAft>
              <a:buSzPts val="1200"/>
              <a:buChar char="○"/>
              <a:defRPr sz="1200"/>
            </a:lvl5pPr>
            <a:lvl6pPr indent="-304800" lvl="5" marL="2743200" algn="r">
              <a:lnSpc>
                <a:spcPct val="100000"/>
              </a:lnSpc>
              <a:spcBef>
                <a:spcPts val="0"/>
              </a:spcBef>
              <a:spcAft>
                <a:spcPts val="0"/>
              </a:spcAft>
              <a:buSzPts val="1200"/>
              <a:buChar char="■"/>
              <a:defRPr sz="1200"/>
            </a:lvl6pPr>
            <a:lvl7pPr indent="-304800" lvl="6" marL="3200400" algn="r">
              <a:lnSpc>
                <a:spcPct val="100000"/>
              </a:lnSpc>
              <a:spcBef>
                <a:spcPts val="0"/>
              </a:spcBef>
              <a:spcAft>
                <a:spcPts val="0"/>
              </a:spcAft>
              <a:buSzPts val="1200"/>
              <a:buChar char="●"/>
              <a:defRPr sz="1200"/>
            </a:lvl7pPr>
            <a:lvl8pPr indent="-304800" lvl="7" marL="3657600" algn="r">
              <a:lnSpc>
                <a:spcPct val="100000"/>
              </a:lnSpc>
              <a:spcBef>
                <a:spcPts val="0"/>
              </a:spcBef>
              <a:spcAft>
                <a:spcPts val="0"/>
              </a:spcAft>
              <a:buSzPts val="1200"/>
              <a:buChar char="○"/>
              <a:defRPr sz="1200"/>
            </a:lvl8pPr>
            <a:lvl9pPr indent="-304800" lvl="8" marL="4114800" algn="r">
              <a:lnSpc>
                <a:spcPct val="100000"/>
              </a:lnSpc>
              <a:spcBef>
                <a:spcPts val="0"/>
              </a:spcBef>
              <a:spcAft>
                <a:spcPts val="0"/>
              </a:spcAft>
              <a:buSzPts val="1200"/>
              <a:buChar char="■"/>
              <a:defRPr sz="1200"/>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9">
  <p:cSld name="CUSTOM_25">
    <p:spTree>
      <p:nvGrpSpPr>
        <p:cNvPr id="463" name="Shape 463"/>
        <p:cNvGrpSpPr/>
        <p:nvPr/>
      </p:nvGrpSpPr>
      <p:grpSpPr>
        <a:xfrm>
          <a:off x="0" y="0"/>
          <a:ext cx="0" cy="0"/>
          <a:chOff x="0" y="0"/>
          <a:chExt cx="0" cy="0"/>
        </a:xfrm>
      </p:grpSpPr>
      <p:sp>
        <p:nvSpPr>
          <p:cNvPr id="464" name="Google Shape;464;p66"/>
          <p:cNvSpPr txBox="1"/>
          <p:nvPr>
            <p:ph type="title"/>
          </p:nvPr>
        </p:nvSpPr>
        <p:spPr>
          <a:xfrm>
            <a:off x="914927" y="1448500"/>
            <a:ext cx="3310200" cy="601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None/>
              <a:defRPr/>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465" name="Google Shape;465;p66"/>
          <p:cNvSpPr txBox="1"/>
          <p:nvPr>
            <p:ph idx="1" type="body"/>
          </p:nvPr>
        </p:nvSpPr>
        <p:spPr>
          <a:xfrm>
            <a:off x="914927" y="2109278"/>
            <a:ext cx="3310200" cy="14349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SzPts val="1200"/>
              <a:buChar char="●"/>
              <a:defRPr/>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pic>
        <p:nvPicPr>
          <p:cNvPr id="466" name="Google Shape;466;p66"/>
          <p:cNvPicPr preferRelativeResize="0"/>
          <p:nvPr/>
        </p:nvPicPr>
        <p:blipFill rotWithShape="1">
          <a:blip r:embed="rId2">
            <a:alphaModFix/>
          </a:blip>
          <a:srcRect b="0" l="0" r="0" t="0"/>
          <a:stretch/>
        </p:blipFill>
        <p:spPr>
          <a:xfrm rot="10678227">
            <a:off x="-632326" y="3866920"/>
            <a:ext cx="2569104" cy="1474162"/>
          </a:xfrm>
          <a:prstGeom prst="rect">
            <a:avLst/>
          </a:prstGeom>
          <a:noFill/>
          <a:ln>
            <a:noFill/>
          </a:ln>
        </p:spPr>
      </p:pic>
      <p:pic>
        <p:nvPicPr>
          <p:cNvPr id="467" name="Google Shape;467;p66"/>
          <p:cNvPicPr preferRelativeResize="0"/>
          <p:nvPr/>
        </p:nvPicPr>
        <p:blipFill rotWithShape="1">
          <a:blip r:embed="rId3">
            <a:alphaModFix/>
          </a:blip>
          <a:srcRect b="0" l="0" r="0" t="0"/>
          <a:stretch/>
        </p:blipFill>
        <p:spPr>
          <a:xfrm flipH="1">
            <a:off x="388525" y="-550950"/>
            <a:ext cx="1840875" cy="1700025"/>
          </a:xfrm>
          <a:prstGeom prst="rect">
            <a:avLst/>
          </a:prstGeom>
          <a:noFill/>
          <a:ln>
            <a:noFill/>
          </a:ln>
        </p:spPr>
      </p:pic>
      <p:pic>
        <p:nvPicPr>
          <p:cNvPr id="468" name="Google Shape;468;p66"/>
          <p:cNvPicPr preferRelativeResize="0"/>
          <p:nvPr/>
        </p:nvPicPr>
        <p:blipFill rotWithShape="1">
          <a:blip r:embed="rId4">
            <a:alphaModFix/>
          </a:blip>
          <a:srcRect b="0" l="0" r="0" t="0"/>
          <a:stretch/>
        </p:blipFill>
        <p:spPr>
          <a:xfrm flipH="1">
            <a:off x="7244838" y="-168258"/>
            <a:ext cx="1840875" cy="1782665"/>
          </a:xfrm>
          <a:prstGeom prst="rect">
            <a:avLst/>
          </a:prstGeom>
          <a:noFill/>
          <a:ln>
            <a:noFill/>
          </a:ln>
        </p:spPr>
      </p:pic>
      <p:pic>
        <p:nvPicPr>
          <p:cNvPr id="469" name="Google Shape;469;p66"/>
          <p:cNvPicPr preferRelativeResize="0"/>
          <p:nvPr/>
        </p:nvPicPr>
        <p:blipFill rotWithShape="1">
          <a:blip r:embed="rId5">
            <a:alphaModFix/>
          </a:blip>
          <a:srcRect b="0" l="0" r="0" t="0"/>
          <a:stretch/>
        </p:blipFill>
        <p:spPr>
          <a:xfrm flipH="1">
            <a:off x="7112250" y="-881358"/>
            <a:ext cx="2386824" cy="4381382"/>
          </a:xfrm>
          <a:prstGeom prst="rect">
            <a:avLst/>
          </a:prstGeom>
          <a:noFill/>
          <a:ln>
            <a:noFill/>
          </a:ln>
        </p:spPr>
      </p:pic>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6">
    <p:spTree>
      <p:nvGrpSpPr>
        <p:cNvPr id="470" name="Shape 470"/>
        <p:cNvGrpSpPr/>
        <p:nvPr/>
      </p:nvGrpSpPr>
      <p:grpSpPr>
        <a:xfrm>
          <a:off x="0" y="0"/>
          <a:ext cx="0" cy="0"/>
          <a:chOff x="0" y="0"/>
          <a:chExt cx="0" cy="0"/>
        </a:xfrm>
      </p:grpSpPr>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6_1">
    <p:spTree>
      <p:nvGrpSpPr>
        <p:cNvPr id="471" name="Shape 471"/>
        <p:cNvGrpSpPr/>
        <p:nvPr/>
      </p:nvGrpSpPr>
      <p:grpSpPr>
        <a:xfrm>
          <a:off x="0" y="0"/>
          <a:ext cx="0" cy="0"/>
          <a:chOff x="0" y="0"/>
          <a:chExt cx="0" cy="0"/>
        </a:xfrm>
      </p:grpSpPr>
      <p:pic>
        <p:nvPicPr>
          <p:cNvPr id="472" name="Google Shape;472;p68"/>
          <p:cNvPicPr preferRelativeResize="0"/>
          <p:nvPr/>
        </p:nvPicPr>
        <p:blipFill rotWithShape="1">
          <a:blip r:embed="rId2">
            <a:alphaModFix/>
          </a:blip>
          <a:srcRect b="0" l="0" r="0" t="0"/>
          <a:stretch/>
        </p:blipFill>
        <p:spPr>
          <a:xfrm rot="9305281">
            <a:off x="6956225" y="-36025"/>
            <a:ext cx="1924050" cy="4667250"/>
          </a:xfrm>
          <a:prstGeom prst="rect">
            <a:avLst/>
          </a:prstGeom>
          <a:noFill/>
          <a:ln>
            <a:noFill/>
          </a:ln>
        </p:spPr>
      </p:pic>
      <p:pic>
        <p:nvPicPr>
          <p:cNvPr id="473" name="Google Shape;473;p68"/>
          <p:cNvPicPr preferRelativeResize="0"/>
          <p:nvPr/>
        </p:nvPicPr>
        <p:blipFill rotWithShape="1">
          <a:blip r:embed="rId3">
            <a:alphaModFix/>
          </a:blip>
          <a:srcRect b="0" l="0" r="0" t="0"/>
          <a:stretch/>
        </p:blipFill>
        <p:spPr>
          <a:xfrm rot="5399999">
            <a:off x="6172375" y="658451"/>
            <a:ext cx="3810950" cy="2732349"/>
          </a:xfrm>
          <a:prstGeom prst="rect">
            <a:avLst/>
          </a:prstGeom>
          <a:noFill/>
          <a:ln>
            <a:noFill/>
          </a:ln>
        </p:spPr>
      </p:pic>
      <p:pic>
        <p:nvPicPr>
          <p:cNvPr id="474" name="Google Shape;474;p68"/>
          <p:cNvPicPr preferRelativeResize="0"/>
          <p:nvPr/>
        </p:nvPicPr>
        <p:blipFill rotWithShape="1">
          <a:blip r:embed="rId4">
            <a:alphaModFix/>
          </a:blip>
          <a:srcRect b="0" l="0" r="0" t="0"/>
          <a:stretch/>
        </p:blipFill>
        <p:spPr>
          <a:xfrm rot="-10">
            <a:off x="155678" y="1026170"/>
            <a:ext cx="1774244" cy="4039660"/>
          </a:xfrm>
          <a:prstGeom prst="rect">
            <a:avLst/>
          </a:prstGeom>
          <a:noFill/>
          <a:ln>
            <a:noFill/>
          </a:ln>
        </p:spPr>
      </p:pic>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CUSTOM_6_1_1">
    <p:spTree>
      <p:nvGrpSpPr>
        <p:cNvPr id="475" name="Shape 475"/>
        <p:cNvGrpSpPr/>
        <p:nvPr/>
      </p:nvGrpSpPr>
      <p:grpSpPr>
        <a:xfrm>
          <a:off x="0" y="0"/>
          <a:ext cx="0" cy="0"/>
          <a:chOff x="0" y="0"/>
          <a:chExt cx="0" cy="0"/>
        </a:xfrm>
      </p:grpSpPr>
      <p:pic>
        <p:nvPicPr>
          <p:cNvPr id="476" name="Google Shape;476;p69"/>
          <p:cNvPicPr preferRelativeResize="0"/>
          <p:nvPr/>
        </p:nvPicPr>
        <p:blipFill rotWithShape="1">
          <a:blip r:embed="rId2">
            <a:alphaModFix/>
          </a:blip>
          <a:srcRect b="0" l="0" r="0" t="0"/>
          <a:stretch/>
        </p:blipFill>
        <p:spPr>
          <a:xfrm rot="10800000">
            <a:off x="7178600" y="160768"/>
            <a:ext cx="2504350" cy="1437030"/>
          </a:xfrm>
          <a:prstGeom prst="rect">
            <a:avLst/>
          </a:prstGeom>
          <a:noFill/>
          <a:ln>
            <a:noFill/>
          </a:ln>
        </p:spPr>
      </p:pic>
      <p:pic>
        <p:nvPicPr>
          <p:cNvPr id="477" name="Google Shape;477;p69"/>
          <p:cNvPicPr preferRelativeResize="0"/>
          <p:nvPr/>
        </p:nvPicPr>
        <p:blipFill rotWithShape="1">
          <a:blip r:embed="rId3">
            <a:alphaModFix/>
          </a:blip>
          <a:srcRect b="0" l="0" r="0" t="0"/>
          <a:stretch/>
        </p:blipFill>
        <p:spPr>
          <a:xfrm rot="4956358">
            <a:off x="5559239" y="-1676283"/>
            <a:ext cx="2386824" cy="4381382"/>
          </a:xfrm>
          <a:prstGeom prst="rect">
            <a:avLst/>
          </a:prstGeom>
          <a:noFill/>
          <a:ln>
            <a:noFill/>
          </a:ln>
        </p:spPr>
      </p:pic>
      <p:pic>
        <p:nvPicPr>
          <p:cNvPr id="478" name="Google Shape;478;p69"/>
          <p:cNvPicPr preferRelativeResize="0"/>
          <p:nvPr/>
        </p:nvPicPr>
        <p:blipFill rotWithShape="1">
          <a:blip r:embed="rId4">
            <a:alphaModFix/>
          </a:blip>
          <a:srcRect b="0" l="0" r="0" t="0"/>
          <a:stretch/>
        </p:blipFill>
        <p:spPr>
          <a:xfrm rot="-5400000">
            <a:off x="132425" y="2105999"/>
            <a:ext cx="2786538" cy="2161739"/>
          </a:xfrm>
          <a:prstGeom prst="rect">
            <a:avLst/>
          </a:prstGeom>
          <a:noFill/>
          <a:ln>
            <a:noFill/>
          </a:ln>
        </p:spPr>
      </p:pic>
      <p:pic>
        <p:nvPicPr>
          <p:cNvPr id="479" name="Google Shape;479;p69"/>
          <p:cNvPicPr preferRelativeResize="0"/>
          <p:nvPr/>
        </p:nvPicPr>
        <p:blipFill rotWithShape="1">
          <a:blip r:embed="rId5">
            <a:alphaModFix/>
          </a:blip>
          <a:srcRect b="0" l="0" r="0" t="0"/>
          <a:stretch/>
        </p:blipFill>
        <p:spPr>
          <a:xfrm rot="-5400000">
            <a:off x="-119786" y="3372335"/>
            <a:ext cx="2058291" cy="1993199"/>
          </a:xfrm>
          <a:prstGeom prst="rect">
            <a:avLst/>
          </a:prstGeom>
          <a:noFill/>
          <a:ln>
            <a:noFill/>
          </a:ln>
        </p:spPr>
      </p:pic>
      <p:pic>
        <p:nvPicPr>
          <p:cNvPr id="480" name="Google Shape;480;p69"/>
          <p:cNvPicPr preferRelativeResize="0"/>
          <p:nvPr/>
        </p:nvPicPr>
        <p:blipFill rotWithShape="1">
          <a:blip r:embed="rId6">
            <a:alphaModFix/>
          </a:blip>
          <a:srcRect b="0" l="0" r="0" t="0"/>
          <a:stretch/>
        </p:blipFill>
        <p:spPr>
          <a:xfrm rot="10800000">
            <a:off x="6645600" y="3698050"/>
            <a:ext cx="1840875" cy="1700025"/>
          </a:xfrm>
          <a:prstGeom prst="rect">
            <a:avLst/>
          </a:prstGeom>
          <a:noFill/>
          <a:ln>
            <a:noFill/>
          </a:ln>
        </p:spPr>
      </p:pic>
      <p:pic>
        <p:nvPicPr>
          <p:cNvPr id="481" name="Google Shape;481;p69"/>
          <p:cNvPicPr preferRelativeResize="0"/>
          <p:nvPr/>
        </p:nvPicPr>
        <p:blipFill rotWithShape="1">
          <a:blip r:embed="rId7">
            <a:alphaModFix/>
          </a:blip>
          <a:srcRect b="0" l="0" r="0" t="0"/>
          <a:stretch/>
        </p:blipFill>
        <p:spPr>
          <a:xfrm flipH="1" rot="-5400000">
            <a:off x="7220750" y="3593750"/>
            <a:ext cx="1572000" cy="2036650"/>
          </a:xfrm>
          <a:prstGeom prst="rect">
            <a:avLst/>
          </a:prstGeom>
          <a:noFill/>
          <a:ln>
            <a:noFill/>
          </a:ln>
        </p:spPr>
      </p:pic>
      <p:pic>
        <p:nvPicPr>
          <p:cNvPr id="482" name="Google Shape;482;p69"/>
          <p:cNvPicPr preferRelativeResize="0"/>
          <p:nvPr/>
        </p:nvPicPr>
        <p:blipFill rotWithShape="1">
          <a:blip r:embed="rId8">
            <a:alphaModFix/>
          </a:blip>
          <a:srcRect b="0" l="0" r="0" t="0"/>
          <a:stretch/>
        </p:blipFill>
        <p:spPr>
          <a:xfrm rot="358732">
            <a:off x="-399179" y="-654803"/>
            <a:ext cx="2002458" cy="4559257"/>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0"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20"/>
          <p:cNvSpPr txBox="1"/>
          <p:nvPr>
            <p:ph type="title"/>
          </p:nvPr>
        </p:nvSpPr>
        <p:spPr>
          <a:xfrm>
            <a:off x="713225" y="539500"/>
            <a:ext cx="7717500" cy="572700"/>
          </a:xfrm>
          <a:prstGeom prst="rect">
            <a:avLst/>
          </a:prstGeom>
          <a:noFill/>
          <a:ln>
            <a:noFill/>
          </a:ln>
        </p:spPr>
        <p:txBody>
          <a:bodyPr anchorCtr="0" anchor="t" bIns="91425" lIns="91425" spcFirstLastPara="1" rIns="91425" wrap="square" tIns="91425">
            <a:noAutofit/>
          </a:bodyPr>
          <a:lstStyle>
            <a:lvl1pPr lvl="0" marR="0" rtl="0" algn="ctr">
              <a:lnSpc>
                <a:spcPct val="100000"/>
              </a:lnSpc>
              <a:spcBef>
                <a:spcPts val="0"/>
              </a:spcBef>
              <a:spcAft>
                <a:spcPts val="0"/>
              </a:spcAft>
              <a:buClr>
                <a:schemeClr val="dk1"/>
              </a:buClr>
              <a:buSzPts val="2800"/>
              <a:buFont typeface="DM Serif Display"/>
              <a:buNone/>
              <a:defRPr b="0" i="0" sz="2800" u="none" cap="none" strike="noStrike">
                <a:solidFill>
                  <a:schemeClr val="dk1"/>
                </a:solidFill>
                <a:latin typeface="DM Serif Display"/>
                <a:ea typeface="DM Serif Display"/>
                <a:cs typeface="DM Serif Display"/>
                <a:sym typeface="DM Serif Display"/>
              </a:defRPr>
            </a:lvl1pPr>
            <a:lvl2pPr lvl="1" marR="0" rtl="0" algn="ctr">
              <a:lnSpc>
                <a:spcPct val="100000"/>
              </a:lnSpc>
              <a:spcBef>
                <a:spcPts val="0"/>
              </a:spcBef>
              <a:spcAft>
                <a:spcPts val="0"/>
              </a:spcAft>
              <a:buClr>
                <a:schemeClr val="dk1"/>
              </a:buClr>
              <a:buSzPts val="2800"/>
              <a:buFont typeface="DM Serif Display"/>
              <a:buNone/>
              <a:defRPr b="0" i="0" sz="2800" u="none" cap="none" strike="noStrike">
                <a:solidFill>
                  <a:schemeClr val="dk1"/>
                </a:solidFill>
                <a:latin typeface="DM Serif Display"/>
                <a:ea typeface="DM Serif Display"/>
                <a:cs typeface="DM Serif Display"/>
                <a:sym typeface="DM Serif Display"/>
              </a:defRPr>
            </a:lvl2pPr>
            <a:lvl3pPr lvl="2" marR="0" rtl="0" algn="ctr">
              <a:lnSpc>
                <a:spcPct val="100000"/>
              </a:lnSpc>
              <a:spcBef>
                <a:spcPts val="0"/>
              </a:spcBef>
              <a:spcAft>
                <a:spcPts val="0"/>
              </a:spcAft>
              <a:buClr>
                <a:schemeClr val="dk1"/>
              </a:buClr>
              <a:buSzPts val="2800"/>
              <a:buFont typeface="DM Serif Display"/>
              <a:buNone/>
              <a:defRPr b="0" i="0" sz="2800" u="none" cap="none" strike="noStrike">
                <a:solidFill>
                  <a:schemeClr val="dk1"/>
                </a:solidFill>
                <a:latin typeface="DM Serif Display"/>
                <a:ea typeface="DM Serif Display"/>
                <a:cs typeface="DM Serif Display"/>
                <a:sym typeface="DM Serif Display"/>
              </a:defRPr>
            </a:lvl3pPr>
            <a:lvl4pPr lvl="3" marR="0" rtl="0" algn="ctr">
              <a:lnSpc>
                <a:spcPct val="100000"/>
              </a:lnSpc>
              <a:spcBef>
                <a:spcPts val="0"/>
              </a:spcBef>
              <a:spcAft>
                <a:spcPts val="0"/>
              </a:spcAft>
              <a:buClr>
                <a:schemeClr val="dk1"/>
              </a:buClr>
              <a:buSzPts val="2800"/>
              <a:buFont typeface="DM Serif Display"/>
              <a:buNone/>
              <a:defRPr b="0" i="0" sz="2800" u="none" cap="none" strike="noStrike">
                <a:solidFill>
                  <a:schemeClr val="dk1"/>
                </a:solidFill>
                <a:latin typeface="DM Serif Display"/>
                <a:ea typeface="DM Serif Display"/>
                <a:cs typeface="DM Serif Display"/>
                <a:sym typeface="DM Serif Display"/>
              </a:defRPr>
            </a:lvl4pPr>
            <a:lvl5pPr lvl="4" marR="0" rtl="0" algn="ctr">
              <a:lnSpc>
                <a:spcPct val="100000"/>
              </a:lnSpc>
              <a:spcBef>
                <a:spcPts val="0"/>
              </a:spcBef>
              <a:spcAft>
                <a:spcPts val="0"/>
              </a:spcAft>
              <a:buClr>
                <a:schemeClr val="dk1"/>
              </a:buClr>
              <a:buSzPts val="2800"/>
              <a:buFont typeface="DM Serif Display"/>
              <a:buNone/>
              <a:defRPr b="0" i="0" sz="2800" u="none" cap="none" strike="noStrike">
                <a:solidFill>
                  <a:schemeClr val="dk1"/>
                </a:solidFill>
                <a:latin typeface="DM Serif Display"/>
                <a:ea typeface="DM Serif Display"/>
                <a:cs typeface="DM Serif Display"/>
                <a:sym typeface="DM Serif Display"/>
              </a:defRPr>
            </a:lvl5pPr>
            <a:lvl6pPr lvl="5" marR="0" rtl="0" algn="ctr">
              <a:lnSpc>
                <a:spcPct val="100000"/>
              </a:lnSpc>
              <a:spcBef>
                <a:spcPts val="0"/>
              </a:spcBef>
              <a:spcAft>
                <a:spcPts val="0"/>
              </a:spcAft>
              <a:buClr>
                <a:schemeClr val="dk1"/>
              </a:buClr>
              <a:buSzPts val="2800"/>
              <a:buFont typeface="DM Serif Display"/>
              <a:buNone/>
              <a:defRPr b="0" i="0" sz="2800" u="none" cap="none" strike="noStrike">
                <a:solidFill>
                  <a:schemeClr val="dk1"/>
                </a:solidFill>
                <a:latin typeface="DM Serif Display"/>
                <a:ea typeface="DM Serif Display"/>
                <a:cs typeface="DM Serif Display"/>
                <a:sym typeface="DM Serif Display"/>
              </a:defRPr>
            </a:lvl6pPr>
            <a:lvl7pPr lvl="6" marR="0" rtl="0" algn="ctr">
              <a:lnSpc>
                <a:spcPct val="100000"/>
              </a:lnSpc>
              <a:spcBef>
                <a:spcPts val="0"/>
              </a:spcBef>
              <a:spcAft>
                <a:spcPts val="0"/>
              </a:spcAft>
              <a:buClr>
                <a:schemeClr val="dk1"/>
              </a:buClr>
              <a:buSzPts val="2800"/>
              <a:buFont typeface="DM Serif Display"/>
              <a:buNone/>
              <a:defRPr b="0" i="0" sz="2800" u="none" cap="none" strike="noStrike">
                <a:solidFill>
                  <a:schemeClr val="dk1"/>
                </a:solidFill>
                <a:latin typeface="DM Serif Display"/>
                <a:ea typeface="DM Serif Display"/>
                <a:cs typeface="DM Serif Display"/>
                <a:sym typeface="DM Serif Display"/>
              </a:defRPr>
            </a:lvl7pPr>
            <a:lvl8pPr lvl="7" marR="0" rtl="0" algn="ctr">
              <a:lnSpc>
                <a:spcPct val="100000"/>
              </a:lnSpc>
              <a:spcBef>
                <a:spcPts val="0"/>
              </a:spcBef>
              <a:spcAft>
                <a:spcPts val="0"/>
              </a:spcAft>
              <a:buClr>
                <a:schemeClr val="dk1"/>
              </a:buClr>
              <a:buSzPts val="2800"/>
              <a:buFont typeface="DM Serif Display"/>
              <a:buNone/>
              <a:defRPr b="0" i="0" sz="2800" u="none" cap="none" strike="noStrike">
                <a:solidFill>
                  <a:schemeClr val="dk1"/>
                </a:solidFill>
                <a:latin typeface="DM Serif Display"/>
                <a:ea typeface="DM Serif Display"/>
                <a:cs typeface="DM Serif Display"/>
                <a:sym typeface="DM Serif Display"/>
              </a:defRPr>
            </a:lvl8pPr>
            <a:lvl9pPr lvl="8" marR="0" rtl="0" algn="ctr">
              <a:lnSpc>
                <a:spcPct val="100000"/>
              </a:lnSpc>
              <a:spcBef>
                <a:spcPts val="0"/>
              </a:spcBef>
              <a:spcAft>
                <a:spcPts val="0"/>
              </a:spcAft>
              <a:buClr>
                <a:schemeClr val="dk1"/>
              </a:buClr>
              <a:buSzPts val="2800"/>
              <a:buFont typeface="DM Serif Display"/>
              <a:buNone/>
              <a:defRPr b="0" i="0" sz="2800" u="none" cap="none" strike="noStrike">
                <a:solidFill>
                  <a:schemeClr val="dk1"/>
                </a:solidFill>
                <a:latin typeface="DM Serif Display"/>
                <a:ea typeface="DM Serif Display"/>
                <a:cs typeface="DM Serif Display"/>
                <a:sym typeface="DM Serif Display"/>
              </a:defRPr>
            </a:lvl9pPr>
          </a:lstStyle>
          <a:p/>
        </p:txBody>
      </p:sp>
      <p:sp>
        <p:nvSpPr>
          <p:cNvPr id="7" name="Google Shape;7;p20"/>
          <p:cNvSpPr txBox="1"/>
          <p:nvPr>
            <p:ph idx="1" type="body"/>
          </p:nvPr>
        </p:nvSpPr>
        <p:spPr>
          <a:xfrm>
            <a:off x="713225" y="1187600"/>
            <a:ext cx="7717500" cy="3416400"/>
          </a:xfrm>
          <a:prstGeom prst="rect">
            <a:avLst/>
          </a:prstGeom>
          <a:noFill/>
          <a:ln>
            <a:noFill/>
          </a:ln>
        </p:spPr>
        <p:txBody>
          <a:bodyPr anchorCtr="0" anchor="t" bIns="91425" lIns="91425" spcFirstLastPara="1" rIns="91425" wrap="square" tIns="91425">
            <a:noAutofit/>
          </a:bodyPr>
          <a:lstStyle>
            <a:lvl1pPr indent="-330200" lvl="0" marL="457200" marR="0" rtl="0" algn="l">
              <a:lnSpc>
                <a:spcPct val="100000"/>
              </a:lnSpc>
              <a:spcBef>
                <a:spcPts val="0"/>
              </a:spcBef>
              <a:spcAft>
                <a:spcPts val="0"/>
              </a:spcAft>
              <a:buClr>
                <a:schemeClr val="dk1"/>
              </a:buClr>
              <a:buSzPts val="1600"/>
              <a:buFont typeface="Karla"/>
              <a:buChar char="●"/>
              <a:defRPr b="0" i="0" sz="1600" u="none" cap="none" strike="noStrike">
                <a:solidFill>
                  <a:schemeClr val="dk1"/>
                </a:solidFill>
                <a:latin typeface="Karla"/>
                <a:ea typeface="Karla"/>
                <a:cs typeface="Karla"/>
                <a:sym typeface="Karla"/>
              </a:defRPr>
            </a:lvl1pPr>
            <a:lvl2pPr indent="-330200" lvl="1" marL="914400" marR="0" rtl="0" algn="l">
              <a:lnSpc>
                <a:spcPct val="100000"/>
              </a:lnSpc>
              <a:spcBef>
                <a:spcPts val="0"/>
              </a:spcBef>
              <a:spcAft>
                <a:spcPts val="0"/>
              </a:spcAft>
              <a:buClr>
                <a:schemeClr val="dk1"/>
              </a:buClr>
              <a:buSzPts val="1600"/>
              <a:buFont typeface="Karla"/>
              <a:buChar char="○"/>
              <a:defRPr b="0" i="0" sz="1600" u="none" cap="none" strike="noStrike">
                <a:solidFill>
                  <a:schemeClr val="dk1"/>
                </a:solidFill>
                <a:latin typeface="Karla"/>
                <a:ea typeface="Karla"/>
                <a:cs typeface="Karla"/>
                <a:sym typeface="Karla"/>
              </a:defRPr>
            </a:lvl2pPr>
            <a:lvl3pPr indent="-330200" lvl="2" marL="1371600" marR="0" rtl="0" algn="l">
              <a:lnSpc>
                <a:spcPct val="100000"/>
              </a:lnSpc>
              <a:spcBef>
                <a:spcPts val="0"/>
              </a:spcBef>
              <a:spcAft>
                <a:spcPts val="0"/>
              </a:spcAft>
              <a:buClr>
                <a:schemeClr val="dk1"/>
              </a:buClr>
              <a:buSzPts val="1600"/>
              <a:buFont typeface="Karla"/>
              <a:buChar char="■"/>
              <a:defRPr b="0" i="0" sz="1600" u="none" cap="none" strike="noStrike">
                <a:solidFill>
                  <a:schemeClr val="dk1"/>
                </a:solidFill>
                <a:latin typeface="Karla"/>
                <a:ea typeface="Karla"/>
                <a:cs typeface="Karla"/>
                <a:sym typeface="Karla"/>
              </a:defRPr>
            </a:lvl3pPr>
            <a:lvl4pPr indent="-330200" lvl="3" marL="1828800" marR="0" rtl="0" algn="l">
              <a:lnSpc>
                <a:spcPct val="100000"/>
              </a:lnSpc>
              <a:spcBef>
                <a:spcPts val="0"/>
              </a:spcBef>
              <a:spcAft>
                <a:spcPts val="0"/>
              </a:spcAft>
              <a:buClr>
                <a:schemeClr val="dk1"/>
              </a:buClr>
              <a:buSzPts val="1600"/>
              <a:buFont typeface="Karla"/>
              <a:buChar char="●"/>
              <a:defRPr b="0" i="0" sz="1600" u="none" cap="none" strike="noStrike">
                <a:solidFill>
                  <a:schemeClr val="dk1"/>
                </a:solidFill>
                <a:latin typeface="Karla"/>
                <a:ea typeface="Karla"/>
                <a:cs typeface="Karla"/>
                <a:sym typeface="Karla"/>
              </a:defRPr>
            </a:lvl4pPr>
            <a:lvl5pPr indent="-330200" lvl="4" marL="2286000" marR="0" rtl="0" algn="l">
              <a:lnSpc>
                <a:spcPct val="100000"/>
              </a:lnSpc>
              <a:spcBef>
                <a:spcPts val="0"/>
              </a:spcBef>
              <a:spcAft>
                <a:spcPts val="0"/>
              </a:spcAft>
              <a:buClr>
                <a:schemeClr val="dk1"/>
              </a:buClr>
              <a:buSzPts val="1600"/>
              <a:buFont typeface="Karla"/>
              <a:buChar char="○"/>
              <a:defRPr b="0" i="0" sz="1600" u="none" cap="none" strike="noStrike">
                <a:solidFill>
                  <a:schemeClr val="dk1"/>
                </a:solidFill>
                <a:latin typeface="Karla"/>
                <a:ea typeface="Karla"/>
                <a:cs typeface="Karla"/>
                <a:sym typeface="Karla"/>
              </a:defRPr>
            </a:lvl5pPr>
            <a:lvl6pPr indent="-330200" lvl="5" marL="2743200" marR="0" rtl="0" algn="l">
              <a:lnSpc>
                <a:spcPct val="100000"/>
              </a:lnSpc>
              <a:spcBef>
                <a:spcPts val="0"/>
              </a:spcBef>
              <a:spcAft>
                <a:spcPts val="0"/>
              </a:spcAft>
              <a:buClr>
                <a:schemeClr val="dk1"/>
              </a:buClr>
              <a:buSzPts val="1600"/>
              <a:buFont typeface="Karla"/>
              <a:buChar char="■"/>
              <a:defRPr b="0" i="0" sz="1600" u="none" cap="none" strike="noStrike">
                <a:solidFill>
                  <a:schemeClr val="dk1"/>
                </a:solidFill>
                <a:latin typeface="Karla"/>
                <a:ea typeface="Karla"/>
                <a:cs typeface="Karla"/>
                <a:sym typeface="Karla"/>
              </a:defRPr>
            </a:lvl6pPr>
            <a:lvl7pPr indent="-330200" lvl="6" marL="3200400" marR="0" rtl="0" algn="l">
              <a:lnSpc>
                <a:spcPct val="100000"/>
              </a:lnSpc>
              <a:spcBef>
                <a:spcPts val="0"/>
              </a:spcBef>
              <a:spcAft>
                <a:spcPts val="0"/>
              </a:spcAft>
              <a:buClr>
                <a:schemeClr val="dk1"/>
              </a:buClr>
              <a:buSzPts val="1600"/>
              <a:buFont typeface="Karla"/>
              <a:buChar char="●"/>
              <a:defRPr b="0" i="0" sz="1600" u="none" cap="none" strike="noStrike">
                <a:solidFill>
                  <a:schemeClr val="dk1"/>
                </a:solidFill>
                <a:latin typeface="Karla"/>
                <a:ea typeface="Karla"/>
                <a:cs typeface="Karla"/>
                <a:sym typeface="Karla"/>
              </a:defRPr>
            </a:lvl7pPr>
            <a:lvl8pPr indent="-330200" lvl="7" marL="3657600" marR="0" rtl="0" algn="l">
              <a:lnSpc>
                <a:spcPct val="100000"/>
              </a:lnSpc>
              <a:spcBef>
                <a:spcPts val="0"/>
              </a:spcBef>
              <a:spcAft>
                <a:spcPts val="0"/>
              </a:spcAft>
              <a:buClr>
                <a:schemeClr val="dk1"/>
              </a:buClr>
              <a:buSzPts val="1600"/>
              <a:buFont typeface="Karla"/>
              <a:buChar char="○"/>
              <a:defRPr b="0" i="0" sz="1600" u="none" cap="none" strike="noStrike">
                <a:solidFill>
                  <a:schemeClr val="dk1"/>
                </a:solidFill>
                <a:latin typeface="Karla"/>
                <a:ea typeface="Karla"/>
                <a:cs typeface="Karla"/>
                <a:sym typeface="Karla"/>
              </a:defRPr>
            </a:lvl8pPr>
            <a:lvl9pPr indent="-330200" lvl="8" marL="4114800" marR="0" rtl="0" algn="l">
              <a:lnSpc>
                <a:spcPct val="100000"/>
              </a:lnSpc>
              <a:spcBef>
                <a:spcPts val="0"/>
              </a:spcBef>
              <a:spcAft>
                <a:spcPts val="0"/>
              </a:spcAft>
              <a:buClr>
                <a:schemeClr val="dk1"/>
              </a:buClr>
              <a:buSzPts val="1600"/>
              <a:buFont typeface="Karla"/>
              <a:buChar char="■"/>
              <a:defRPr b="0" i="0" sz="1600" u="none" cap="none" strike="noStrike">
                <a:solidFill>
                  <a:schemeClr val="dk1"/>
                </a:solidFill>
                <a:latin typeface="Karla"/>
                <a:ea typeface="Karla"/>
                <a:cs typeface="Karla"/>
                <a:sym typeface="Karla"/>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1"/>
          <p:cNvSpPr txBox="1"/>
          <p:nvPr>
            <p:ph type="ctrTitle"/>
          </p:nvPr>
        </p:nvSpPr>
        <p:spPr>
          <a:xfrm>
            <a:off x="953325" y="1452750"/>
            <a:ext cx="7237500" cy="18141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5200"/>
              <a:buNone/>
            </a:pPr>
            <a:r>
              <a:rPr lang="en"/>
              <a:t>Track A: </a:t>
            </a:r>
            <a:endParaRPr/>
          </a:p>
          <a:p>
            <a:pPr indent="0" lvl="0" marL="0" rtl="0" algn="ctr">
              <a:lnSpc>
                <a:spcPct val="100000"/>
              </a:lnSpc>
              <a:spcBef>
                <a:spcPts val="0"/>
              </a:spcBef>
              <a:spcAft>
                <a:spcPts val="0"/>
              </a:spcAft>
              <a:buSzPts val="5200"/>
              <a:buNone/>
            </a:pPr>
            <a:r>
              <a:rPr lang="en"/>
              <a:t>Card &amp; Identity Fraud </a:t>
            </a:r>
            <a:endParaRPr/>
          </a:p>
        </p:txBody>
      </p:sp>
      <p:sp>
        <p:nvSpPr>
          <p:cNvPr id="488" name="Google Shape;488;p1"/>
          <p:cNvSpPr txBox="1"/>
          <p:nvPr>
            <p:ph idx="1" type="subTitle"/>
          </p:nvPr>
        </p:nvSpPr>
        <p:spPr>
          <a:xfrm>
            <a:off x="1540125" y="3266850"/>
            <a:ext cx="6063900" cy="4239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n"/>
              <a:t>Group 1: Chen Jian, Yuan Ruotian, Zhang Xiaohan, Zhang Yang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2"/>
          <p:cNvSpPr txBox="1"/>
          <p:nvPr>
            <p:ph type="title"/>
          </p:nvPr>
        </p:nvSpPr>
        <p:spPr>
          <a:xfrm>
            <a:off x="1624450" y="1340422"/>
            <a:ext cx="2694000" cy="421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00"/>
              <a:buNone/>
            </a:pPr>
            <a:r>
              <a:rPr lang="en"/>
              <a:t>Stakeholder</a:t>
            </a:r>
            <a:endParaRPr/>
          </a:p>
        </p:txBody>
      </p:sp>
      <p:sp>
        <p:nvSpPr>
          <p:cNvPr id="494" name="Google Shape;494;p2"/>
          <p:cNvSpPr txBox="1"/>
          <p:nvPr>
            <p:ph idx="1" type="subTitle"/>
          </p:nvPr>
        </p:nvSpPr>
        <p:spPr>
          <a:xfrm>
            <a:off x="1624450" y="1795650"/>
            <a:ext cx="2694000" cy="885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1200"/>
              </a:spcAft>
              <a:buSzPts val="1600"/>
              <a:buNone/>
            </a:pPr>
            <a:r>
              <a:rPr lang="en"/>
              <a:t>Issuer / cardholder’s bank </a:t>
            </a:r>
            <a:endParaRPr/>
          </a:p>
        </p:txBody>
      </p:sp>
      <p:sp>
        <p:nvSpPr>
          <p:cNvPr id="495" name="Google Shape;495;p2"/>
          <p:cNvSpPr txBox="1"/>
          <p:nvPr>
            <p:ph idx="2" type="title"/>
          </p:nvPr>
        </p:nvSpPr>
        <p:spPr>
          <a:xfrm>
            <a:off x="713225" y="539500"/>
            <a:ext cx="6710100" cy="609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2800"/>
              <a:buNone/>
            </a:pPr>
            <a:r>
              <a:rPr lang="en" sz="3100"/>
              <a:t>Framing</a:t>
            </a:r>
            <a:endParaRPr sz="3100"/>
          </a:p>
        </p:txBody>
      </p:sp>
      <p:sp>
        <p:nvSpPr>
          <p:cNvPr id="496" name="Google Shape;496;p2"/>
          <p:cNvSpPr txBox="1"/>
          <p:nvPr>
            <p:ph idx="5" type="title"/>
          </p:nvPr>
        </p:nvSpPr>
        <p:spPr>
          <a:xfrm>
            <a:off x="1624450" y="2571747"/>
            <a:ext cx="2694000" cy="421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00"/>
              <a:buNone/>
            </a:pPr>
            <a:r>
              <a:rPr lang="en"/>
              <a:t>Main question </a:t>
            </a:r>
            <a:endParaRPr/>
          </a:p>
        </p:txBody>
      </p:sp>
      <p:sp>
        <p:nvSpPr>
          <p:cNvPr id="497" name="Google Shape;497;p2"/>
          <p:cNvSpPr txBox="1"/>
          <p:nvPr>
            <p:ph idx="6" type="subTitle"/>
          </p:nvPr>
        </p:nvSpPr>
        <p:spPr>
          <a:xfrm>
            <a:off x="1624450" y="2993250"/>
            <a:ext cx="6272100" cy="885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1200"/>
              </a:spcAft>
              <a:buSzPts val="1600"/>
              <a:buNone/>
            </a:pPr>
            <a:r>
              <a:rPr lang="en"/>
              <a:t>Can the issuer use card, address, email and match-related evidence available at transaction time to achieve ≥25% fraud recall while keeping false positives acceptable?</a:t>
            </a:r>
            <a:endParaRPr/>
          </a:p>
        </p:txBody>
      </p:sp>
      <p:cxnSp>
        <p:nvCxnSpPr>
          <p:cNvPr id="498" name="Google Shape;498;p2"/>
          <p:cNvCxnSpPr/>
          <p:nvPr/>
        </p:nvCxnSpPr>
        <p:spPr>
          <a:xfrm>
            <a:off x="1225275" y="1095600"/>
            <a:ext cx="6519900" cy="26700"/>
          </a:xfrm>
          <a:prstGeom prst="straightConnector1">
            <a:avLst/>
          </a:prstGeom>
          <a:noFill/>
          <a:ln cap="flat" cmpd="sng" w="9525">
            <a:solidFill>
              <a:schemeClr val="dk2"/>
            </a:solidFill>
            <a:prstDash val="solid"/>
            <a:round/>
            <a:headEnd len="sm" w="sm" type="none"/>
            <a:tailEnd len="sm" w="sm" type="none"/>
          </a:ln>
        </p:spPr>
      </p:cxnSp>
      <p:grpSp>
        <p:nvGrpSpPr>
          <p:cNvPr id="499" name="Google Shape;499;p2"/>
          <p:cNvGrpSpPr/>
          <p:nvPr/>
        </p:nvGrpSpPr>
        <p:grpSpPr>
          <a:xfrm>
            <a:off x="1215259" y="2680950"/>
            <a:ext cx="392110" cy="280207"/>
            <a:chOff x="7918997" y="3714687"/>
            <a:chExt cx="392110" cy="280207"/>
          </a:xfrm>
        </p:grpSpPr>
        <p:sp>
          <p:nvSpPr>
            <p:cNvPr id="500" name="Google Shape;500;p2"/>
            <p:cNvSpPr/>
            <p:nvPr/>
          </p:nvSpPr>
          <p:spPr>
            <a:xfrm>
              <a:off x="7918997" y="3781246"/>
              <a:ext cx="309675" cy="213648"/>
            </a:xfrm>
            <a:custGeom>
              <a:rect b="b" l="l" r="r" t="t"/>
              <a:pathLst>
                <a:path extrusionOk="0" h="6728" w="9752">
                  <a:moveTo>
                    <a:pt x="774" y="3644"/>
                  </a:moveTo>
                  <a:cubicBezTo>
                    <a:pt x="965" y="3644"/>
                    <a:pt x="1132" y="3810"/>
                    <a:pt x="1132" y="4001"/>
                  </a:cubicBezTo>
                  <a:cubicBezTo>
                    <a:pt x="1132" y="4191"/>
                    <a:pt x="965" y="4358"/>
                    <a:pt x="774" y="4358"/>
                  </a:cubicBezTo>
                  <a:cubicBezTo>
                    <a:pt x="560" y="4358"/>
                    <a:pt x="417" y="4191"/>
                    <a:pt x="417" y="4001"/>
                  </a:cubicBezTo>
                  <a:cubicBezTo>
                    <a:pt x="417" y="3810"/>
                    <a:pt x="584" y="3644"/>
                    <a:pt x="774" y="3644"/>
                  </a:cubicBezTo>
                  <a:close/>
                  <a:moveTo>
                    <a:pt x="715" y="0"/>
                  </a:moveTo>
                  <a:cubicBezTo>
                    <a:pt x="310" y="0"/>
                    <a:pt x="0" y="322"/>
                    <a:pt x="0" y="715"/>
                  </a:cubicBezTo>
                  <a:cubicBezTo>
                    <a:pt x="0" y="1072"/>
                    <a:pt x="250" y="1370"/>
                    <a:pt x="596" y="1429"/>
                  </a:cubicBezTo>
                  <a:lnTo>
                    <a:pt x="596" y="3346"/>
                  </a:lnTo>
                  <a:cubicBezTo>
                    <a:pt x="298" y="3429"/>
                    <a:pt x="72" y="3703"/>
                    <a:pt x="72" y="4025"/>
                  </a:cubicBezTo>
                  <a:cubicBezTo>
                    <a:pt x="72" y="4358"/>
                    <a:pt x="298" y="4644"/>
                    <a:pt x="596" y="4715"/>
                  </a:cubicBezTo>
                  <a:lnTo>
                    <a:pt x="596" y="5442"/>
                  </a:lnTo>
                  <a:cubicBezTo>
                    <a:pt x="322" y="5513"/>
                    <a:pt x="120" y="5775"/>
                    <a:pt x="120" y="6073"/>
                  </a:cubicBezTo>
                  <a:cubicBezTo>
                    <a:pt x="120" y="6430"/>
                    <a:pt x="417" y="6727"/>
                    <a:pt x="774" y="6727"/>
                  </a:cubicBezTo>
                  <a:lnTo>
                    <a:pt x="2215" y="6727"/>
                  </a:lnTo>
                  <a:cubicBezTo>
                    <a:pt x="2322" y="6727"/>
                    <a:pt x="2394" y="6644"/>
                    <a:pt x="2394" y="6549"/>
                  </a:cubicBezTo>
                  <a:cubicBezTo>
                    <a:pt x="2394" y="6442"/>
                    <a:pt x="2286" y="6335"/>
                    <a:pt x="2191" y="6335"/>
                  </a:cubicBezTo>
                  <a:lnTo>
                    <a:pt x="739" y="6335"/>
                  </a:lnTo>
                  <a:cubicBezTo>
                    <a:pt x="584" y="6335"/>
                    <a:pt x="441" y="6204"/>
                    <a:pt x="441" y="6037"/>
                  </a:cubicBezTo>
                  <a:cubicBezTo>
                    <a:pt x="441" y="5882"/>
                    <a:pt x="584" y="5739"/>
                    <a:pt x="739" y="5739"/>
                  </a:cubicBezTo>
                  <a:lnTo>
                    <a:pt x="9561" y="5739"/>
                  </a:lnTo>
                  <a:cubicBezTo>
                    <a:pt x="9668" y="5739"/>
                    <a:pt x="9752" y="5668"/>
                    <a:pt x="9752" y="5561"/>
                  </a:cubicBezTo>
                  <a:cubicBezTo>
                    <a:pt x="9752" y="5465"/>
                    <a:pt x="9668" y="5382"/>
                    <a:pt x="9561" y="5382"/>
                  </a:cubicBezTo>
                  <a:lnTo>
                    <a:pt x="929" y="5382"/>
                  </a:lnTo>
                  <a:lnTo>
                    <a:pt x="929" y="4703"/>
                  </a:lnTo>
                  <a:cubicBezTo>
                    <a:pt x="1251" y="4632"/>
                    <a:pt x="1489" y="4346"/>
                    <a:pt x="1489" y="4001"/>
                  </a:cubicBezTo>
                  <a:cubicBezTo>
                    <a:pt x="1489" y="3656"/>
                    <a:pt x="1251" y="3370"/>
                    <a:pt x="929" y="3298"/>
                  </a:cubicBezTo>
                  <a:lnTo>
                    <a:pt x="929" y="1215"/>
                  </a:lnTo>
                  <a:cubicBezTo>
                    <a:pt x="929" y="1167"/>
                    <a:pt x="917" y="1108"/>
                    <a:pt x="870" y="1084"/>
                  </a:cubicBezTo>
                  <a:cubicBezTo>
                    <a:pt x="834" y="1060"/>
                    <a:pt x="786" y="1036"/>
                    <a:pt x="739" y="1036"/>
                  </a:cubicBezTo>
                  <a:lnTo>
                    <a:pt x="715" y="1036"/>
                  </a:lnTo>
                  <a:cubicBezTo>
                    <a:pt x="512" y="1036"/>
                    <a:pt x="358" y="870"/>
                    <a:pt x="358" y="679"/>
                  </a:cubicBezTo>
                  <a:cubicBezTo>
                    <a:pt x="358" y="489"/>
                    <a:pt x="512" y="322"/>
                    <a:pt x="715" y="322"/>
                  </a:cubicBezTo>
                  <a:cubicBezTo>
                    <a:pt x="905" y="322"/>
                    <a:pt x="1072" y="489"/>
                    <a:pt x="1072" y="679"/>
                  </a:cubicBezTo>
                  <a:cubicBezTo>
                    <a:pt x="1072" y="715"/>
                    <a:pt x="1072" y="762"/>
                    <a:pt x="1048" y="786"/>
                  </a:cubicBezTo>
                  <a:cubicBezTo>
                    <a:pt x="1036" y="858"/>
                    <a:pt x="1048" y="941"/>
                    <a:pt x="1120" y="977"/>
                  </a:cubicBezTo>
                  <a:lnTo>
                    <a:pt x="2906" y="2525"/>
                  </a:lnTo>
                  <a:cubicBezTo>
                    <a:pt x="2940" y="2553"/>
                    <a:pt x="2985" y="2568"/>
                    <a:pt x="3029" y="2568"/>
                  </a:cubicBezTo>
                  <a:cubicBezTo>
                    <a:pt x="3077" y="2568"/>
                    <a:pt x="3124" y="2550"/>
                    <a:pt x="3156" y="2513"/>
                  </a:cubicBezTo>
                  <a:lnTo>
                    <a:pt x="4287" y="1274"/>
                  </a:lnTo>
                  <a:cubicBezTo>
                    <a:pt x="4358" y="1203"/>
                    <a:pt x="4346" y="1084"/>
                    <a:pt x="4275" y="1024"/>
                  </a:cubicBezTo>
                  <a:cubicBezTo>
                    <a:pt x="4237" y="992"/>
                    <a:pt x="4191" y="976"/>
                    <a:pt x="4147" y="976"/>
                  </a:cubicBezTo>
                  <a:cubicBezTo>
                    <a:pt x="4095" y="976"/>
                    <a:pt x="4045" y="998"/>
                    <a:pt x="4013" y="1036"/>
                  </a:cubicBezTo>
                  <a:lnTo>
                    <a:pt x="3001" y="2155"/>
                  </a:lnTo>
                  <a:lnTo>
                    <a:pt x="1429" y="798"/>
                  </a:lnTo>
                  <a:lnTo>
                    <a:pt x="1429" y="715"/>
                  </a:lnTo>
                  <a:cubicBezTo>
                    <a:pt x="1429" y="310"/>
                    <a:pt x="1096" y="0"/>
                    <a:pt x="715" y="0"/>
                  </a:cubicBezTo>
                  <a:close/>
                </a:path>
              </a:pathLst>
            </a:custGeom>
            <a:solidFill>
              <a:srgbClr val="657E9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1" name="Google Shape;501;p2"/>
            <p:cNvSpPr/>
            <p:nvPr/>
          </p:nvSpPr>
          <p:spPr>
            <a:xfrm>
              <a:off x="8080439" y="3862920"/>
              <a:ext cx="68083" cy="68083"/>
            </a:xfrm>
            <a:custGeom>
              <a:rect b="b" l="l" r="r" t="t"/>
              <a:pathLst>
                <a:path extrusionOk="0" h="2144" w="2144">
                  <a:moveTo>
                    <a:pt x="1072" y="357"/>
                  </a:moveTo>
                  <a:cubicBezTo>
                    <a:pt x="1465" y="357"/>
                    <a:pt x="1786" y="691"/>
                    <a:pt x="1786" y="1072"/>
                  </a:cubicBezTo>
                  <a:cubicBezTo>
                    <a:pt x="1786" y="1465"/>
                    <a:pt x="1465" y="1786"/>
                    <a:pt x="1072" y="1786"/>
                  </a:cubicBezTo>
                  <a:cubicBezTo>
                    <a:pt x="691" y="1786"/>
                    <a:pt x="358" y="1465"/>
                    <a:pt x="358" y="1072"/>
                  </a:cubicBezTo>
                  <a:cubicBezTo>
                    <a:pt x="358" y="691"/>
                    <a:pt x="691" y="357"/>
                    <a:pt x="1072" y="357"/>
                  </a:cubicBezTo>
                  <a:close/>
                  <a:moveTo>
                    <a:pt x="1072" y="0"/>
                  </a:moveTo>
                  <a:cubicBezTo>
                    <a:pt x="477" y="0"/>
                    <a:pt x="0" y="476"/>
                    <a:pt x="0" y="1072"/>
                  </a:cubicBezTo>
                  <a:cubicBezTo>
                    <a:pt x="0" y="1667"/>
                    <a:pt x="477" y="2143"/>
                    <a:pt x="1072" y="2143"/>
                  </a:cubicBezTo>
                  <a:cubicBezTo>
                    <a:pt x="1667" y="2143"/>
                    <a:pt x="2144" y="1655"/>
                    <a:pt x="2144" y="1072"/>
                  </a:cubicBezTo>
                  <a:cubicBezTo>
                    <a:pt x="2144" y="476"/>
                    <a:pt x="1667" y="0"/>
                    <a:pt x="1072" y="0"/>
                  </a:cubicBezTo>
                  <a:close/>
                </a:path>
              </a:pathLst>
            </a:custGeom>
            <a:solidFill>
              <a:srgbClr val="657E9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2" name="Google Shape;502;p2"/>
            <p:cNvSpPr/>
            <p:nvPr/>
          </p:nvSpPr>
          <p:spPr>
            <a:xfrm>
              <a:off x="8000290" y="3885593"/>
              <a:ext cx="45410" cy="45410"/>
            </a:xfrm>
            <a:custGeom>
              <a:rect b="b" l="l" r="r" t="t"/>
              <a:pathLst>
                <a:path extrusionOk="0" h="1430" w="1430">
                  <a:moveTo>
                    <a:pt x="727" y="358"/>
                  </a:moveTo>
                  <a:cubicBezTo>
                    <a:pt x="917" y="358"/>
                    <a:pt x="1084" y="524"/>
                    <a:pt x="1084" y="715"/>
                  </a:cubicBezTo>
                  <a:cubicBezTo>
                    <a:pt x="1084" y="905"/>
                    <a:pt x="917" y="1072"/>
                    <a:pt x="727" y="1072"/>
                  </a:cubicBezTo>
                  <a:cubicBezTo>
                    <a:pt x="536" y="1072"/>
                    <a:pt x="369" y="905"/>
                    <a:pt x="369" y="715"/>
                  </a:cubicBezTo>
                  <a:cubicBezTo>
                    <a:pt x="369" y="524"/>
                    <a:pt x="536" y="358"/>
                    <a:pt x="727" y="358"/>
                  </a:cubicBezTo>
                  <a:close/>
                  <a:moveTo>
                    <a:pt x="694" y="0"/>
                  </a:moveTo>
                  <a:cubicBezTo>
                    <a:pt x="310" y="0"/>
                    <a:pt x="0" y="317"/>
                    <a:pt x="0" y="715"/>
                  </a:cubicBezTo>
                  <a:cubicBezTo>
                    <a:pt x="0" y="1120"/>
                    <a:pt x="322" y="1429"/>
                    <a:pt x="715" y="1429"/>
                  </a:cubicBezTo>
                  <a:cubicBezTo>
                    <a:pt x="1096" y="1429"/>
                    <a:pt x="1429" y="1096"/>
                    <a:pt x="1429" y="715"/>
                  </a:cubicBezTo>
                  <a:cubicBezTo>
                    <a:pt x="1429" y="310"/>
                    <a:pt x="1096" y="1"/>
                    <a:pt x="715" y="1"/>
                  </a:cubicBezTo>
                  <a:cubicBezTo>
                    <a:pt x="708" y="0"/>
                    <a:pt x="701" y="0"/>
                    <a:pt x="694" y="0"/>
                  </a:cubicBezTo>
                  <a:close/>
                </a:path>
              </a:pathLst>
            </a:custGeom>
            <a:solidFill>
              <a:srgbClr val="657E9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3" name="Google Shape;503;p2"/>
            <p:cNvSpPr/>
            <p:nvPr/>
          </p:nvSpPr>
          <p:spPr>
            <a:xfrm>
              <a:off x="8006323" y="3714687"/>
              <a:ext cx="304784" cy="277920"/>
            </a:xfrm>
            <a:custGeom>
              <a:rect b="b" l="l" r="r" t="t"/>
              <a:pathLst>
                <a:path extrusionOk="0" h="8752" w="9598">
                  <a:moveTo>
                    <a:pt x="8800" y="5740"/>
                  </a:moveTo>
                  <a:cubicBezTo>
                    <a:pt x="8990" y="5740"/>
                    <a:pt x="9157" y="5906"/>
                    <a:pt x="9157" y="6097"/>
                  </a:cubicBezTo>
                  <a:cubicBezTo>
                    <a:pt x="9157" y="6287"/>
                    <a:pt x="9002" y="6454"/>
                    <a:pt x="8800" y="6454"/>
                  </a:cubicBezTo>
                  <a:cubicBezTo>
                    <a:pt x="8609" y="6454"/>
                    <a:pt x="8442" y="6287"/>
                    <a:pt x="8442" y="6097"/>
                  </a:cubicBezTo>
                  <a:cubicBezTo>
                    <a:pt x="8442" y="5906"/>
                    <a:pt x="8597" y="5740"/>
                    <a:pt x="8800" y="5740"/>
                  </a:cubicBezTo>
                  <a:close/>
                  <a:moveTo>
                    <a:pt x="3430" y="1"/>
                  </a:moveTo>
                  <a:cubicBezTo>
                    <a:pt x="2989" y="1"/>
                    <a:pt x="2632" y="358"/>
                    <a:pt x="2632" y="787"/>
                  </a:cubicBezTo>
                  <a:cubicBezTo>
                    <a:pt x="2632" y="989"/>
                    <a:pt x="2727" y="1203"/>
                    <a:pt x="2858" y="1334"/>
                  </a:cubicBezTo>
                  <a:lnTo>
                    <a:pt x="1739" y="2561"/>
                  </a:lnTo>
                  <a:cubicBezTo>
                    <a:pt x="1668" y="2632"/>
                    <a:pt x="1680" y="2751"/>
                    <a:pt x="1763" y="2811"/>
                  </a:cubicBezTo>
                  <a:cubicBezTo>
                    <a:pt x="1796" y="2844"/>
                    <a:pt x="1838" y="2859"/>
                    <a:pt x="1881" y="2859"/>
                  </a:cubicBezTo>
                  <a:cubicBezTo>
                    <a:pt x="1931" y="2859"/>
                    <a:pt x="1981" y="2838"/>
                    <a:pt x="2013" y="2799"/>
                  </a:cubicBezTo>
                  <a:lnTo>
                    <a:pt x="3251" y="1430"/>
                  </a:lnTo>
                  <a:cubicBezTo>
                    <a:pt x="3287" y="1382"/>
                    <a:pt x="3311" y="1323"/>
                    <a:pt x="3287" y="1275"/>
                  </a:cubicBezTo>
                  <a:cubicBezTo>
                    <a:pt x="3275" y="1215"/>
                    <a:pt x="3251" y="1168"/>
                    <a:pt x="3204" y="1144"/>
                  </a:cubicBezTo>
                  <a:cubicBezTo>
                    <a:pt x="3073" y="1072"/>
                    <a:pt x="2977" y="918"/>
                    <a:pt x="2977" y="775"/>
                  </a:cubicBezTo>
                  <a:cubicBezTo>
                    <a:pt x="2977" y="537"/>
                    <a:pt x="3168" y="334"/>
                    <a:pt x="3406" y="334"/>
                  </a:cubicBezTo>
                  <a:cubicBezTo>
                    <a:pt x="3644" y="334"/>
                    <a:pt x="3847" y="537"/>
                    <a:pt x="3847" y="775"/>
                  </a:cubicBezTo>
                  <a:cubicBezTo>
                    <a:pt x="3847" y="918"/>
                    <a:pt x="3751" y="1072"/>
                    <a:pt x="3620" y="1144"/>
                  </a:cubicBezTo>
                  <a:cubicBezTo>
                    <a:pt x="3573" y="1168"/>
                    <a:pt x="3525" y="1215"/>
                    <a:pt x="3525" y="1275"/>
                  </a:cubicBezTo>
                  <a:cubicBezTo>
                    <a:pt x="3513" y="1334"/>
                    <a:pt x="3525" y="1382"/>
                    <a:pt x="3573" y="1430"/>
                  </a:cubicBezTo>
                  <a:lnTo>
                    <a:pt x="6430" y="4561"/>
                  </a:lnTo>
                  <a:cubicBezTo>
                    <a:pt x="6462" y="4606"/>
                    <a:pt x="6512" y="4627"/>
                    <a:pt x="6562" y="4627"/>
                  </a:cubicBezTo>
                  <a:cubicBezTo>
                    <a:pt x="6605" y="4627"/>
                    <a:pt x="6647" y="4612"/>
                    <a:pt x="6680" y="4585"/>
                  </a:cubicBezTo>
                  <a:lnTo>
                    <a:pt x="8466" y="3037"/>
                  </a:lnTo>
                  <a:cubicBezTo>
                    <a:pt x="8526" y="2989"/>
                    <a:pt x="8549" y="2918"/>
                    <a:pt x="8526" y="2835"/>
                  </a:cubicBezTo>
                  <a:cubicBezTo>
                    <a:pt x="8514" y="2811"/>
                    <a:pt x="8514" y="2763"/>
                    <a:pt x="8514" y="2739"/>
                  </a:cubicBezTo>
                  <a:cubicBezTo>
                    <a:pt x="8514" y="2537"/>
                    <a:pt x="8680" y="2382"/>
                    <a:pt x="8871" y="2382"/>
                  </a:cubicBezTo>
                  <a:cubicBezTo>
                    <a:pt x="9061" y="2382"/>
                    <a:pt x="9228" y="2537"/>
                    <a:pt x="9228" y="2739"/>
                  </a:cubicBezTo>
                  <a:cubicBezTo>
                    <a:pt x="9228" y="2930"/>
                    <a:pt x="9061" y="3097"/>
                    <a:pt x="8871" y="3097"/>
                  </a:cubicBezTo>
                  <a:lnTo>
                    <a:pt x="8847" y="3097"/>
                  </a:lnTo>
                  <a:cubicBezTo>
                    <a:pt x="8800" y="3097"/>
                    <a:pt x="8740" y="3108"/>
                    <a:pt x="8704" y="3132"/>
                  </a:cubicBezTo>
                  <a:cubicBezTo>
                    <a:pt x="8680" y="3168"/>
                    <a:pt x="8645" y="3228"/>
                    <a:pt x="8645" y="3275"/>
                  </a:cubicBezTo>
                  <a:lnTo>
                    <a:pt x="8645" y="5359"/>
                  </a:lnTo>
                  <a:cubicBezTo>
                    <a:pt x="8335" y="5430"/>
                    <a:pt x="8097" y="5716"/>
                    <a:pt x="8097" y="6049"/>
                  </a:cubicBezTo>
                  <a:cubicBezTo>
                    <a:pt x="8097" y="6395"/>
                    <a:pt x="8335" y="6680"/>
                    <a:pt x="8645" y="6752"/>
                  </a:cubicBezTo>
                  <a:lnTo>
                    <a:pt x="8645" y="7442"/>
                  </a:lnTo>
                  <a:lnTo>
                    <a:pt x="7561" y="7442"/>
                  </a:lnTo>
                  <a:cubicBezTo>
                    <a:pt x="7454" y="7442"/>
                    <a:pt x="7383" y="7514"/>
                    <a:pt x="7383" y="7621"/>
                  </a:cubicBezTo>
                  <a:cubicBezTo>
                    <a:pt x="7383" y="7716"/>
                    <a:pt x="7454" y="7800"/>
                    <a:pt x="7561" y="7800"/>
                  </a:cubicBezTo>
                  <a:lnTo>
                    <a:pt x="8823" y="7800"/>
                  </a:lnTo>
                  <a:cubicBezTo>
                    <a:pt x="8990" y="7800"/>
                    <a:pt x="9121" y="7930"/>
                    <a:pt x="9121" y="8097"/>
                  </a:cubicBezTo>
                  <a:cubicBezTo>
                    <a:pt x="9121" y="8252"/>
                    <a:pt x="8990" y="8395"/>
                    <a:pt x="8823" y="8395"/>
                  </a:cubicBezTo>
                  <a:lnTo>
                    <a:pt x="179" y="8395"/>
                  </a:lnTo>
                  <a:cubicBezTo>
                    <a:pt x="72" y="8395"/>
                    <a:pt x="1" y="8466"/>
                    <a:pt x="1" y="8573"/>
                  </a:cubicBezTo>
                  <a:cubicBezTo>
                    <a:pt x="1" y="8669"/>
                    <a:pt x="72" y="8752"/>
                    <a:pt x="179" y="8752"/>
                  </a:cubicBezTo>
                  <a:lnTo>
                    <a:pt x="8823" y="8752"/>
                  </a:lnTo>
                  <a:cubicBezTo>
                    <a:pt x="9181" y="8752"/>
                    <a:pt x="9478" y="8454"/>
                    <a:pt x="9478" y="8097"/>
                  </a:cubicBezTo>
                  <a:cubicBezTo>
                    <a:pt x="9478" y="7800"/>
                    <a:pt x="9276" y="7538"/>
                    <a:pt x="9002" y="7466"/>
                  </a:cubicBezTo>
                  <a:lnTo>
                    <a:pt x="9002" y="6752"/>
                  </a:lnTo>
                  <a:cubicBezTo>
                    <a:pt x="9300" y="6704"/>
                    <a:pt x="9526" y="6430"/>
                    <a:pt x="9526" y="6097"/>
                  </a:cubicBezTo>
                  <a:cubicBezTo>
                    <a:pt x="9526" y="5775"/>
                    <a:pt x="9300" y="5490"/>
                    <a:pt x="9002" y="5394"/>
                  </a:cubicBezTo>
                  <a:lnTo>
                    <a:pt x="9002" y="3478"/>
                  </a:lnTo>
                  <a:cubicBezTo>
                    <a:pt x="9347" y="3418"/>
                    <a:pt x="9597" y="3120"/>
                    <a:pt x="9597" y="2763"/>
                  </a:cubicBezTo>
                  <a:cubicBezTo>
                    <a:pt x="9597" y="2358"/>
                    <a:pt x="9276" y="2049"/>
                    <a:pt x="8883" y="2049"/>
                  </a:cubicBezTo>
                  <a:cubicBezTo>
                    <a:pt x="8502" y="2049"/>
                    <a:pt x="8168" y="2382"/>
                    <a:pt x="8168" y="2763"/>
                  </a:cubicBezTo>
                  <a:lnTo>
                    <a:pt x="8168" y="2858"/>
                  </a:lnTo>
                  <a:lnTo>
                    <a:pt x="6597" y="4204"/>
                  </a:lnTo>
                  <a:lnTo>
                    <a:pt x="3989" y="1334"/>
                  </a:lnTo>
                  <a:cubicBezTo>
                    <a:pt x="4144" y="1192"/>
                    <a:pt x="4216" y="989"/>
                    <a:pt x="4216" y="787"/>
                  </a:cubicBezTo>
                  <a:cubicBezTo>
                    <a:pt x="4216" y="358"/>
                    <a:pt x="3858" y="1"/>
                    <a:pt x="3430" y="1"/>
                  </a:cubicBezTo>
                  <a:close/>
                </a:path>
              </a:pathLst>
            </a:custGeom>
            <a:solidFill>
              <a:srgbClr val="657E9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4" name="Google Shape;504;p2"/>
            <p:cNvSpPr/>
            <p:nvPr/>
          </p:nvSpPr>
          <p:spPr>
            <a:xfrm>
              <a:off x="8183643" y="3885593"/>
              <a:ext cx="45410" cy="45410"/>
            </a:xfrm>
            <a:custGeom>
              <a:rect b="b" l="l" r="r" t="t"/>
              <a:pathLst>
                <a:path extrusionOk="0" h="1430" w="1430">
                  <a:moveTo>
                    <a:pt x="703" y="358"/>
                  </a:moveTo>
                  <a:cubicBezTo>
                    <a:pt x="894" y="358"/>
                    <a:pt x="1060" y="524"/>
                    <a:pt x="1060" y="715"/>
                  </a:cubicBezTo>
                  <a:cubicBezTo>
                    <a:pt x="1060" y="905"/>
                    <a:pt x="894" y="1072"/>
                    <a:pt x="703" y="1072"/>
                  </a:cubicBezTo>
                  <a:cubicBezTo>
                    <a:pt x="501" y="1072"/>
                    <a:pt x="346" y="905"/>
                    <a:pt x="346" y="715"/>
                  </a:cubicBezTo>
                  <a:cubicBezTo>
                    <a:pt x="346" y="524"/>
                    <a:pt x="501" y="358"/>
                    <a:pt x="703" y="358"/>
                  </a:cubicBezTo>
                  <a:close/>
                  <a:moveTo>
                    <a:pt x="715" y="1"/>
                  </a:moveTo>
                  <a:cubicBezTo>
                    <a:pt x="310" y="1"/>
                    <a:pt x="1" y="334"/>
                    <a:pt x="1" y="715"/>
                  </a:cubicBezTo>
                  <a:cubicBezTo>
                    <a:pt x="1" y="1120"/>
                    <a:pt x="322" y="1429"/>
                    <a:pt x="715" y="1429"/>
                  </a:cubicBezTo>
                  <a:cubicBezTo>
                    <a:pt x="1096" y="1429"/>
                    <a:pt x="1430" y="1108"/>
                    <a:pt x="1430" y="715"/>
                  </a:cubicBezTo>
                  <a:cubicBezTo>
                    <a:pt x="1430" y="310"/>
                    <a:pt x="1096" y="1"/>
                    <a:pt x="715" y="1"/>
                  </a:cubicBezTo>
                  <a:close/>
                </a:path>
              </a:pathLst>
            </a:custGeom>
            <a:solidFill>
              <a:srgbClr val="657E9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05" name="Google Shape;505;p2"/>
          <p:cNvGrpSpPr/>
          <p:nvPr/>
        </p:nvGrpSpPr>
        <p:grpSpPr>
          <a:xfrm>
            <a:off x="1225285" y="1440418"/>
            <a:ext cx="372073" cy="355244"/>
            <a:chOff x="7390435" y="3680868"/>
            <a:chExt cx="372073" cy="355244"/>
          </a:xfrm>
        </p:grpSpPr>
        <p:sp>
          <p:nvSpPr>
            <p:cNvPr id="506" name="Google Shape;506;p2"/>
            <p:cNvSpPr/>
            <p:nvPr/>
          </p:nvSpPr>
          <p:spPr>
            <a:xfrm>
              <a:off x="7390435" y="3744950"/>
              <a:ext cx="294178" cy="291162"/>
            </a:xfrm>
            <a:custGeom>
              <a:rect b="b" l="l" r="r" t="t"/>
              <a:pathLst>
                <a:path extrusionOk="0" h="9169" w="9264">
                  <a:moveTo>
                    <a:pt x="4668" y="0"/>
                  </a:moveTo>
                  <a:cubicBezTo>
                    <a:pt x="3441" y="0"/>
                    <a:pt x="2287" y="477"/>
                    <a:pt x="1417" y="1334"/>
                  </a:cubicBezTo>
                  <a:cubicBezTo>
                    <a:pt x="1358" y="1393"/>
                    <a:pt x="1358" y="1501"/>
                    <a:pt x="1417" y="1572"/>
                  </a:cubicBezTo>
                  <a:cubicBezTo>
                    <a:pt x="1447" y="1602"/>
                    <a:pt x="1489" y="1617"/>
                    <a:pt x="1532" y="1617"/>
                  </a:cubicBezTo>
                  <a:cubicBezTo>
                    <a:pt x="1575" y="1617"/>
                    <a:pt x="1620" y="1602"/>
                    <a:pt x="1655" y="1572"/>
                  </a:cubicBezTo>
                  <a:cubicBezTo>
                    <a:pt x="2465" y="774"/>
                    <a:pt x="3537" y="322"/>
                    <a:pt x="4668" y="322"/>
                  </a:cubicBezTo>
                  <a:cubicBezTo>
                    <a:pt x="5799" y="322"/>
                    <a:pt x="6870" y="774"/>
                    <a:pt x="7668" y="1572"/>
                  </a:cubicBezTo>
                  <a:cubicBezTo>
                    <a:pt x="8478" y="2382"/>
                    <a:pt x="8918" y="3453"/>
                    <a:pt x="8918" y="4584"/>
                  </a:cubicBezTo>
                  <a:cubicBezTo>
                    <a:pt x="8918" y="5715"/>
                    <a:pt x="8478" y="6787"/>
                    <a:pt x="7668" y="7585"/>
                  </a:cubicBezTo>
                  <a:cubicBezTo>
                    <a:pt x="6841" y="8412"/>
                    <a:pt x="5751" y="8826"/>
                    <a:pt x="4662" y="8826"/>
                  </a:cubicBezTo>
                  <a:cubicBezTo>
                    <a:pt x="3572" y="8826"/>
                    <a:pt x="2483" y="8412"/>
                    <a:pt x="1655" y="7585"/>
                  </a:cubicBezTo>
                  <a:cubicBezTo>
                    <a:pt x="953" y="6882"/>
                    <a:pt x="524" y="5965"/>
                    <a:pt x="441" y="4977"/>
                  </a:cubicBezTo>
                  <a:cubicBezTo>
                    <a:pt x="346" y="4013"/>
                    <a:pt x="596" y="3037"/>
                    <a:pt x="1132" y="2227"/>
                  </a:cubicBezTo>
                  <a:cubicBezTo>
                    <a:pt x="1179" y="2155"/>
                    <a:pt x="1167" y="2048"/>
                    <a:pt x="1096" y="1989"/>
                  </a:cubicBezTo>
                  <a:cubicBezTo>
                    <a:pt x="1066" y="1972"/>
                    <a:pt x="1035" y="1964"/>
                    <a:pt x="1005" y="1964"/>
                  </a:cubicBezTo>
                  <a:cubicBezTo>
                    <a:pt x="950" y="1964"/>
                    <a:pt x="896" y="1990"/>
                    <a:pt x="858" y="2036"/>
                  </a:cubicBezTo>
                  <a:cubicBezTo>
                    <a:pt x="274" y="2894"/>
                    <a:pt x="1" y="3953"/>
                    <a:pt x="108" y="5013"/>
                  </a:cubicBezTo>
                  <a:cubicBezTo>
                    <a:pt x="215" y="6073"/>
                    <a:pt x="679" y="7085"/>
                    <a:pt x="1429" y="7823"/>
                  </a:cubicBezTo>
                  <a:cubicBezTo>
                    <a:pt x="2322" y="8716"/>
                    <a:pt x="3501" y="9168"/>
                    <a:pt x="4680" y="9168"/>
                  </a:cubicBezTo>
                  <a:cubicBezTo>
                    <a:pt x="5858" y="9168"/>
                    <a:pt x="7025" y="8716"/>
                    <a:pt x="7918" y="7823"/>
                  </a:cubicBezTo>
                  <a:cubicBezTo>
                    <a:pt x="8787" y="6966"/>
                    <a:pt x="9264" y="5799"/>
                    <a:pt x="9264" y="4584"/>
                  </a:cubicBezTo>
                  <a:cubicBezTo>
                    <a:pt x="9264" y="3358"/>
                    <a:pt x="8787" y="2203"/>
                    <a:pt x="7906" y="1334"/>
                  </a:cubicBezTo>
                  <a:cubicBezTo>
                    <a:pt x="7049" y="477"/>
                    <a:pt x="5882" y="0"/>
                    <a:pt x="4668" y="0"/>
                  </a:cubicBezTo>
                  <a:close/>
                </a:path>
              </a:pathLst>
            </a:custGeom>
            <a:solidFill>
              <a:srgbClr val="657E9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7" name="Google Shape;507;p2"/>
            <p:cNvSpPr/>
            <p:nvPr/>
          </p:nvSpPr>
          <p:spPr>
            <a:xfrm>
              <a:off x="7408948" y="3772259"/>
              <a:ext cx="259407" cy="236257"/>
            </a:xfrm>
            <a:custGeom>
              <a:rect b="b" l="l" r="r" t="t"/>
              <a:pathLst>
                <a:path extrusionOk="0" h="7440" w="8169">
                  <a:moveTo>
                    <a:pt x="4085" y="319"/>
                  </a:moveTo>
                  <a:cubicBezTo>
                    <a:pt x="4942" y="319"/>
                    <a:pt x="5823" y="653"/>
                    <a:pt x="6478" y="1319"/>
                  </a:cubicBezTo>
                  <a:cubicBezTo>
                    <a:pt x="7800" y="2653"/>
                    <a:pt x="7800" y="4796"/>
                    <a:pt x="6478" y="6117"/>
                  </a:cubicBezTo>
                  <a:cubicBezTo>
                    <a:pt x="5817" y="6778"/>
                    <a:pt x="4951" y="7109"/>
                    <a:pt x="4083" y="7109"/>
                  </a:cubicBezTo>
                  <a:cubicBezTo>
                    <a:pt x="3216" y="7109"/>
                    <a:pt x="2346" y="6778"/>
                    <a:pt x="1680" y="6117"/>
                  </a:cubicBezTo>
                  <a:cubicBezTo>
                    <a:pt x="358" y="4796"/>
                    <a:pt x="358" y="2653"/>
                    <a:pt x="1680" y="1319"/>
                  </a:cubicBezTo>
                  <a:cubicBezTo>
                    <a:pt x="2335" y="664"/>
                    <a:pt x="3216" y="319"/>
                    <a:pt x="4085" y="319"/>
                  </a:cubicBezTo>
                  <a:close/>
                  <a:moveTo>
                    <a:pt x="4088" y="1"/>
                  </a:moveTo>
                  <a:cubicBezTo>
                    <a:pt x="3132" y="1"/>
                    <a:pt x="2174" y="361"/>
                    <a:pt x="1442" y="1081"/>
                  </a:cubicBezTo>
                  <a:cubicBezTo>
                    <a:pt x="1" y="2534"/>
                    <a:pt x="1" y="4891"/>
                    <a:pt x="1442" y="6356"/>
                  </a:cubicBezTo>
                  <a:cubicBezTo>
                    <a:pt x="2180" y="7082"/>
                    <a:pt x="3120" y="7439"/>
                    <a:pt x="4085" y="7439"/>
                  </a:cubicBezTo>
                  <a:cubicBezTo>
                    <a:pt x="5037" y="7439"/>
                    <a:pt x="5978" y="7082"/>
                    <a:pt x="6716" y="6356"/>
                  </a:cubicBezTo>
                  <a:cubicBezTo>
                    <a:pt x="8169" y="4891"/>
                    <a:pt x="8169" y="2546"/>
                    <a:pt x="6716" y="1081"/>
                  </a:cubicBezTo>
                  <a:cubicBezTo>
                    <a:pt x="5996" y="361"/>
                    <a:pt x="5043" y="1"/>
                    <a:pt x="4088" y="1"/>
                  </a:cubicBezTo>
                  <a:close/>
                </a:path>
              </a:pathLst>
            </a:custGeom>
            <a:solidFill>
              <a:srgbClr val="657E9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8" name="Google Shape;508;p2"/>
            <p:cNvSpPr/>
            <p:nvPr/>
          </p:nvSpPr>
          <p:spPr>
            <a:xfrm>
              <a:off x="7487986" y="3680868"/>
              <a:ext cx="274522" cy="259565"/>
            </a:xfrm>
            <a:custGeom>
              <a:rect b="b" l="l" r="r" t="t"/>
              <a:pathLst>
                <a:path extrusionOk="0" h="8174" w="8645">
                  <a:moveTo>
                    <a:pt x="3614" y="0"/>
                  </a:moveTo>
                  <a:cubicBezTo>
                    <a:pt x="2438" y="0"/>
                    <a:pt x="1262" y="447"/>
                    <a:pt x="369" y="1340"/>
                  </a:cubicBezTo>
                  <a:cubicBezTo>
                    <a:pt x="262" y="1447"/>
                    <a:pt x="167" y="1566"/>
                    <a:pt x="60" y="1685"/>
                  </a:cubicBezTo>
                  <a:cubicBezTo>
                    <a:pt x="0" y="1756"/>
                    <a:pt x="12" y="1864"/>
                    <a:pt x="84" y="1923"/>
                  </a:cubicBezTo>
                  <a:cubicBezTo>
                    <a:pt x="118" y="1948"/>
                    <a:pt x="155" y="1960"/>
                    <a:pt x="191" y="1960"/>
                  </a:cubicBezTo>
                  <a:cubicBezTo>
                    <a:pt x="240" y="1960"/>
                    <a:pt x="287" y="1936"/>
                    <a:pt x="322" y="1887"/>
                  </a:cubicBezTo>
                  <a:cubicBezTo>
                    <a:pt x="417" y="1792"/>
                    <a:pt x="500" y="1685"/>
                    <a:pt x="608" y="1578"/>
                  </a:cubicBezTo>
                  <a:cubicBezTo>
                    <a:pt x="1435" y="750"/>
                    <a:pt x="2524" y="337"/>
                    <a:pt x="3614" y="337"/>
                  </a:cubicBezTo>
                  <a:cubicBezTo>
                    <a:pt x="4703" y="337"/>
                    <a:pt x="5793" y="750"/>
                    <a:pt x="6620" y="1578"/>
                  </a:cubicBezTo>
                  <a:cubicBezTo>
                    <a:pt x="8275" y="3233"/>
                    <a:pt x="8275" y="5936"/>
                    <a:pt x="6620" y="7591"/>
                  </a:cubicBezTo>
                  <a:cubicBezTo>
                    <a:pt x="6513" y="7698"/>
                    <a:pt x="6418" y="7781"/>
                    <a:pt x="6311" y="7876"/>
                  </a:cubicBezTo>
                  <a:cubicBezTo>
                    <a:pt x="6239" y="7936"/>
                    <a:pt x="6215" y="8043"/>
                    <a:pt x="6275" y="8114"/>
                  </a:cubicBezTo>
                  <a:cubicBezTo>
                    <a:pt x="6311" y="8162"/>
                    <a:pt x="6358" y="8174"/>
                    <a:pt x="6418" y="8174"/>
                  </a:cubicBezTo>
                  <a:cubicBezTo>
                    <a:pt x="6454" y="8174"/>
                    <a:pt x="6489" y="8162"/>
                    <a:pt x="6513" y="8126"/>
                  </a:cubicBezTo>
                  <a:cubicBezTo>
                    <a:pt x="6632" y="8043"/>
                    <a:pt x="6751" y="7936"/>
                    <a:pt x="6858" y="7817"/>
                  </a:cubicBezTo>
                  <a:cubicBezTo>
                    <a:pt x="8644" y="6031"/>
                    <a:pt x="8644" y="3126"/>
                    <a:pt x="6858" y="1340"/>
                  </a:cubicBezTo>
                  <a:cubicBezTo>
                    <a:pt x="5965" y="447"/>
                    <a:pt x="4790" y="0"/>
                    <a:pt x="3614" y="0"/>
                  </a:cubicBezTo>
                  <a:close/>
                </a:path>
              </a:pathLst>
            </a:custGeom>
            <a:solidFill>
              <a:srgbClr val="657E9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9" name="Google Shape;509;p2"/>
            <p:cNvSpPr/>
            <p:nvPr/>
          </p:nvSpPr>
          <p:spPr>
            <a:xfrm>
              <a:off x="7691758" y="3789502"/>
              <a:ext cx="34073" cy="102918"/>
            </a:xfrm>
            <a:custGeom>
              <a:rect b="b" l="l" r="r" t="t"/>
              <a:pathLst>
                <a:path extrusionOk="0" h="3241" w="1073">
                  <a:moveTo>
                    <a:pt x="589" y="1"/>
                  </a:moveTo>
                  <a:cubicBezTo>
                    <a:pt x="580" y="1"/>
                    <a:pt x="570" y="1"/>
                    <a:pt x="560" y="2"/>
                  </a:cubicBezTo>
                  <a:cubicBezTo>
                    <a:pt x="477" y="38"/>
                    <a:pt x="429" y="121"/>
                    <a:pt x="441" y="217"/>
                  </a:cubicBezTo>
                  <a:cubicBezTo>
                    <a:pt x="715" y="1157"/>
                    <a:pt x="560" y="2145"/>
                    <a:pt x="37" y="2967"/>
                  </a:cubicBezTo>
                  <a:cubicBezTo>
                    <a:pt x="1" y="3038"/>
                    <a:pt x="13" y="3146"/>
                    <a:pt x="84" y="3205"/>
                  </a:cubicBezTo>
                  <a:cubicBezTo>
                    <a:pt x="120" y="3217"/>
                    <a:pt x="144" y="3241"/>
                    <a:pt x="167" y="3241"/>
                  </a:cubicBezTo>
                  <a:cubicBezTo>
                    <a:pt x="239" y="3241"/>
                    <a:pt x="275" y="3205"/>
                    <a:pt x="310" y="3158"/>
                  </a:cubicBezTo>
                  <a:cubicBezTo>
                    <a:pt x="906" y="2265"/>
                    <a:pt x="1072" y="1169"/>
                    <a:pt x="775" y="121"/>
                  </a:cubicBezTo>
                  <a:cubicBezTo>
                    <a:pt x="743" y="47"/>
                    <a:pt x="672" y="1"/>
                    <a:pt x="589" y="1"/>
                  </a:cubicBezTo>
                  <a:close/>
                </a:path>
              </a:pathLst>
            </a:custGeom>
            <a:solidFill>
              <a:srgbClr val="657E9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0" name="Google Shape;510;p2"/>
            <p:cNvSpPr/>
            <p:nvPr/>
          </p:nvSpPr>
          <p:spPr>
            <a:xfrm>
              <a:off x="7536000" y="3708082"/>
              <a:ext cx="173192" cy="72052"/>
            </a:xfrm>
            <a:custGeom>
              <a:rect b="b" l="l" r="r" t="t"/>
              <a:pathLst>
                <a:path extrusionOk="0" h="2269" w="5454">
                  <a:moveTo>
                    <a:pt x="2121" y="0"/>
                  </a:moveTo>
                  <a:cubicBezTo>
                    <a:pt x="1410" y="0"/>
                    <a:pt x="707" y="204"/>
                    <a:pt x="108" y="590"/>
                  </a:cubicBezTo>
                  <a:cubicBezTo>
                    <a:pt x="36" y="638"/>
                    <a:pt x="0" y="733"/>
                    <a:pt x="60" y="828"/>
                  </a:cubicBezTo>
                  <a:cubicBezTo>
                    <a:pt x="91" y="874"/>
                    <a:pt x="147" y="906"/>
                    <a:pt x="205" y="906"/>
                  </a:cubicBezTo>
                  <a:cubicBezTo>
                    <a:pt x="237" y="906"/>
                    <a:pt x="269" y="897"/>
                    <a:pt x="298" y="876"/>
                  </a:cubicBezTo>
                  <a:cubicBezTo>
                    <a:pt x="841" y="534"/>
                    <a:pt x="1478" y="344"/>
                    <a:pt x="2123" y="344"/>
                  </a:cubicBezTo>
                  <a:cubicBezTo>
                    <a:pt x="2241" y="344"/>
                    <a:pt x="2359" y="351"/>
                    <a:pt x="2477" y="364"/>
                  </a:cubicBezTo>
                  <a:cubicBezTo>
                    <a:pt x="3251" y="435"/>
                    <a:pt x="3977" y="792"/>
                    <a:pt x="4513" y="1328"/>
                  </a:cubicBezTo>
                  <a:cubicBezTo>
                    <a:pt x="4763" y="1590"/>
                    <a:pt x="4977" y="1864"/>
                    <a:pt x="5120" y="2185"/>
                  </a:cubicBezTo>
                  <a:cubicBezTo>
                    <a:pt x="5156" y="2245"/>
                    <a:pt x="5215" y="2269"/>
                    <a:pt x="5275" y="2269"/>
                  </a:cubicBezTo>
                  <a:cubicBezTo>
                    <a:pt x="5299" y="2269"/>
                    <a:pt x="5323" y="2269"/>
                    <a:pt x="5346" y="2257"/>
                  </a:cubicBezTo>
                  <a:cubicBezTo>
                    <a:pt x="5418" y="2197"/>
                    <a:pt x="5453" y="2102"/>
                    <a:pt x="5406" y="2019"/>
                  </a:cubicBezTo>
                  <a:cubicBezTo>
                    <a:pt x="5227" y="1673"/>
                    <a:pt x="5001" y="1364"/>
                    <a:pt x="4739" y="1102"/>
                  </a:cubicBezTo>
                  <a:cubicBezTo>
                    <a:pt x="4144" y="507"/>
                    <a:pt x="3334" y="114"/>
                    <a:pt x="2489" y="18"/>
                  </a:cubicBezTo>
                  <a:cubicBezTo>
                    <a:pt x="2366" y="6"/>
                    <a:pt x="2243" y="0"/>
                    <a:pt x="2121" y="0"/>
                  </a:cubicBezTo>
                  <a:close/>
                </a:path>
              </a:pathLst>
            </a:custGeom>
            <a:solidFill>
              <a:srgbClr val="657E9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1" name="Google Shape;511;p2"/>
            <p:cNvSpPr/>
            <p:nvPr/>
          </p:nvSpPr>
          <p:spPr>
            <a:xfrm>
              <a:off x="7501228" y="3819415"/>
              <a:ext cx="75640" cy="141437"/>
            </a:xfrm>
            <a:custGeom>
              <a:rect b="b" l="l" r="r" t="t"/>
              <a:pathLst>
                <a:path extrusionOk="0" h="4454" w="2382">
                  <a:moveTo>
                    <a:pt x="1012" y="692"/>
                  </a:moveTo>
                  <a:lnTo>
                    <a:pt x="1012" y="2061"/>
                  </a:lnTo>
                  <a:cubicBezTo>
                    <a:pt x="607" y="2001"/>
                    <a:pt x="310" y="1715"/>
                    <a:pt x="310" y="1370"/>
                  </a:cubicBezTo>
                  <a:cubicBezTo>
                    <a:pt x="310" y="1025"/>
                    <a:pt x="607" y="763"/>
                    <a:pt x="1012" y="692"/>
                  </a:cubicBezTo>
                  <a:close/>
                  <a:moveTo>
                    <a:pt x="1357" y="2418"/>
                  </a:moveTo>
                  <a:cubicBezTo>
                    <a:pt x="1750" y="2477"/>
                    <a:pt x="2048" y="2751"/>
                    <a:pt x="2048" y="3097"/>
                  </a:cubicBezTo>
                  <a:cubicBezTo>
                    <a:pt x="2048" y="3430"/>
                    <a:pt x="1738" y="3704"/>
                    <a:pt x="1357" y="3763"/>
                  </a:cubicBezTo>
                  <a:lnTo>
                    <a:pt x="1357" y="2418"/>
                  </a:lnTo>
                  <a:close/>
                  <a:moveTo>
                    <a:pt x="1191" y="1"/>
                  </a:moveTo>
                  <a:cubicBezTo>
                    <a:pt x="1095" y="1"/>
                    <a:pt x="1024" y="72"/>
                    <a:pt x="1024" y="168"/>
                  </a:cubicBezTo>
                  <a:lnTo>
                    <a:pt x="1024" y="358"/>
                  </a:lnTo>
                  <a:cubicBezTo>
                    <a:pt x="441" y="430"/>
                    <a:pt x="0" y="870"/>
                    <a:pt x="0" y="1370"/>
                  </a:cubicBezTo>
                  <a:cubicBezTo>
                    <a:pt x="0" y="1882"/>
                    <a:pt x="441" y="2323"/>
                    <a:pt x="1024" y="2382"/>
                  </a:cubicBezTo>
                  <a:lnTo>
                    <a:pt x="1024" y="3763"/>
                  </a:lnTo>
                  <a:cubicBezTo>
                    <a:pt x="619" y="3704"/>
                    <a:pt x="322" y="3430"/>
                    <a:pt x="322" y="3085"/>
                  </a:cubicBezTo>
                  <a:cubicBezTo>
                    <a:pt x="322" y="2989"/>
                    <a:pt x="250" y="2918"/>
                    <a:pt x="167" y="2918"/>
                  </a:cubicBezTo>
                  <a:cubicBezTo>
                    <a:pt x="71" y="2918"/>
                    <a:pt x="0" y="2989"/>
                    <a:pt x="0" y="3085"/>
                  </a:cubicBezTo>
                  <a:cubicBezTo>
                    <a:pt x="0" y="3609"/>
                    <a:pt x="441" y="4037"/>
                    <a:pt x="1024" y="4097"/>
                  </a:cubicBezTo>
                  <a:lnTo>
                    <a:pt x="1024" y="4287"/>
                  </a:lnTo>
                  <a:cubicBezTo>
                    <a:pt x="1024" y="4371"/>
                    <a:pt x="1095" y="4454"/>
                    <a:pt x="1191" y="4454"/>
                  </a:cubicBezTo>
                  <a:cubicBezTo>
                    <a:pt x="1274" y="4454"/>
                    <a:pt x="1357" y="4371"/>
                    <a:pt x="1357" y="4287"/>
                  </a:cubicBezTo>
                  <a:lnTo>
                    <a:pt x="1357" y="4097"/>
                  </a:lnTo>
                  <a:cubicBezTo>
                    <a:pt x="1929" y="4025"/>
                    <a:pt x="2381" y="3585"/>
                    <a:pt x="2381" y="3085"/>
                  </a:cubicBezTo>
                  <a:cubicBezTo>
                    <a:pt x="2381" y="2573"/>
                    <a:pt x="1929" y="2144"/>
                    <a:pt x="1357" y="2073"/>
                  </a:cubicBezTo>
                  <a:lnTo>
                    <a:pt x="1357" y="692"/>
                  </a:lnTo>
                  <a:cubicBezTo>
                    <a:pt x="1750" y="751"/>
                    <a:pt x="2048" y="1025"/>
                    <a:pt x="2048" y="1370"/>
                  </a:cubicBezTo>
                  <a:cubicBezTo>
                    <a:pt x="2048" y="1465"/>
                    <a:pt x="2131" y="1537"/>
                    <a:pt x="2215" y="1537"/>
                  </a:cubicBezTo>
                  <a:cubicBezTo>
                    <a:pt x="2298" y="1537"/>
                    <a:pt x="2381" y="1465"/>
                    <a:pt x="2381" y="1370"/>
                  </a:cubicBezTo>
                  <a:cubicBezTo>
                    <a:pt x="2381" y="846"/>
                    <a:pt x="1929" y="418"/>
                    <a:pt x="1345" y="358"/>
                  </a:cubicBezTo>
                  <a:lnTo>
                    <a:pt x="1345" y="168"/>
                  </a:lnTo>
                  <a:cubicBezTo>
                    <a:pt x="1345" y="72"/>
                    <a:pt x="1274" y="1"/>
                    <a:pt x="1191" y="1"/>
                  </a:cubicBezTo>
                  <a:close/>
                </a:path>
              </a:pathLst>
            </a:custGeom>
            <a:solidFill>
              <a:srgbClr val="657E9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3"/>
          <p:cNvSpPr txBox="1"/>
          <p:nvPr>
            <p:ph type="title"/>
          </p:nvPr>
        </p:nvSpPr>
        <p:spPr>
          <a:xfrm>
            <a:off x="2683650" y="1540752"/>
            <a:ext cx="3776700" cy="649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4200"/>
              <a:buNone/>
            </a:pPr>
            <a:r>
              <a:rPr lang="en"/>
              <a:t>Issuer Decision </a:t>
            </a:r>
            <a:endParaRPr/>
          </a:p>
        </p:txBody>
      </p:sp>
      <p:sp>
        <p:nvSpPr>
          <p:cNvPr id="517" name="Google Shape;517;p3"/>
          <p:cNvSpPr txBox="1"/>
          <p:nvPr>
            <p:ph idx="1" type="subTitle"/>
          </p:nvPr>
        </p:nvSpPr>
        <p:spPr>
          <a:xfrm>
            <a:off x="968400" y="2307525"/>
            <a:ext cx="7207200" cy="1764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100"/>
              <a:buNone/>
            </a:pPr>
            <a:r>
              <a:t/>
            </a:r>
            <a:endParaRPr/>
          </a:p>
          <a:p>
            <a:pPr indent="0" lvl="0" marL="0" rtl="0" algn="ctr">
              <a:lnSpc>
                <a:spcPct val="100000"/>
              </a:lnSpc>
              <a:spcBef>
                <a:spcPts val="0"/>
              </a:spcBef>
              <a:spcAft>
                <a:spcPts val="0"/>
              </a:spcAft>
              <a:buSzPts val="2100"/>
              <a:buNone/>
            </a:pPr>
            <a:r>
              <a:rPr lang="en"/>
              <a:t>Should the issuer approve normally or send the transaction for step-up authentication/review?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4"/>
          <p:cNvSpPr/>
          <p:nvPr/>
        </p:nvSpPr>
        <p:spPr>
          <a:xfrm>
            <a:off x="1630525" y="3681225"/>
            <a:ext cx="5608800" cy="670800"/>
          </a:xfrm>
          <a:prstGeom prst="flowChartAlternateProcess">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Karla"/>
              <a:ea typeface="Karla"/>
              <a:cs typeface="Karla"/>
              <a:sym typeface="Karla"/>
            </a:endParaRPr>
          </a:p>
        </p:txBody>
      </p:sp>
      <p:sp>
        <p:nvSpPr>
          <p:cNvPr id="523" name="Google Shape;523;p4"/>
          <p:cNvSpPr txBox="1"/>
          <p:nvPr>
            <p:ph type="title"/>
          </p:nvPr>
        </p:nvSpPr>
        <p:spPr>
          <a:xfrm>
            <a:off x="1090725" y="1636352"/>
            <a:ext cx="2169600" cy="8151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400"/>
              <a:buNone/>
            </a:pPr>
            <a:r>
              <a:rPr lang="en" sz="4800"/>
              <a:t>01</a:t>
            </a:r>
            <a:endParaRPr sz="4800"/>
          </a:p>
        </p:txBody>
      </p:sp>
      <p:sp>
        <p:nvSpPr>
          <p:cNvPr id="524" name="Google Shape;524;p4"/>
          <p:cNvSpPr txBox="1"/>
          <p:nvPr>
            <p:ph idx="1" type="subTitle"/>
          </p:nvPr>
        </p:nvSpPr>
        <p:spPr>
          <a:xfrm>
            <a:off x="1090725" y="2451458"/>
            <a:ext cx="2169600" cy="8853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1200"/>
              </a:spcAft>
              <a:buSzPts val="1600"/>
              <a:buNone/>
            </a:pPr>
            <a:r>
              <a:rPr lang="en"/>
              <a:t>Detects more CNP fraud to reduce fraud losses and chargebacks. </a:t>
            </a:r>
            <a:endParaRPr/>
          </a:p>
        </p:txBody>
      </p:sp>
      <p:sp>
        <p:nvSpPr>
          <p:cNvPr id="525" name="Google Shape;525;p4"/>
          <p:cNvSpPr txBox="1"/>
          <p:nvPr>
            <p:ph idx="2" type="title"/>
          </p:nvPr>
        </p:nvSpPr>
        <p:spPr>
          <a:xfrm>
            <a:off x="713225" y="539500"/>
            <a:ext cx="77175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n"/>
              <a:t>Why this matters?</a:t>
            </a:r>
            <a:endParaRPr/>
          </a:p>
        </p:txBody>
      </p:sp>
      <p:sp>
        <p:nvSpPr>
          <p:cNvPr id="526" name="Google Shape;526;p4"/>
          <p:cNvSpPr txBox="1"/>
          <p:nvPr>
            <p:ph type="title"/>
          </p:nvPr>
        </p:nvSpPr>
        <p:spPr>
          <a:xfrm>
            <a:off x="3260325" y="1636352"/>
            <a:ext cx="2169600" cy="8151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400"/>
              <a:buNone/>
            </a:pPr>
            <a:r>
              <a:rPr lang="en" sz="4800"/>
              <a:t>02</a:t>
            </a:r>
            <a:endParaRPr sz="4800"/>
          </a:p>
        </p:txBody>
      </p:sp>
      <p:sp>
        <p:nvSpPr>
          <p:cNvPr id="527" name="Google Shape;527;p4"/>
          <p:cNvSpPr txBox="1"/>
          <p:nvPr>
            <p:ph idx="1" type="subTitle"/>
          </p:nvPr>
        </p:nvSpPr>
        <p:spPr>
          <a:xfrm>
            <a:off x="3260325" y="2451458"/>
            <a:ext cx="2169600" cy="8853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1200"/>
              </a:spcAft>
              <a:buSzPts val="1600"/>
              <a:buNone/>
            </a:pPr>
            <a:r>
              <a:rPr lang="en"/>
              <a:t>Reduces false positives and customer friction </a:t>
            </a:r>
            <a:endParaRPr/>
          </a:p>
        </p:txBody>
      </p:sp>
      <p:sp>
        <p:nvSpPr>
          <p:cNvPr id="528" name="Google Shape;528;p4"/>
          <p:cNvSpPr txBox="1"/>
          <p:nvPr>
            <p:ph type="title"/>
          </p:nvPr>
        </p:nvSpPr>
        <p:spPr>
          <a:xfrm>
            <a:off x="5522663" y="1636352"/>
            <a:ext cx="2169600" cy="8151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400"/>
              <a:buNone/>
            </a:pPr>
            <a:r>
              <a:rPr lang="en" sz="4800"/>
              <a:t>03</a:t>
            </a:r>
            <a:endParaRPr sz="4800"/>
          </a:p>
        </p:txBody>
      </p:sp>
      <p:sp>
        <p:nvSpPr>
          <p:cNvPr id="529" name="Google Shape;529;p4"/>
          <p:cNvSpPr txBox="1"/>
          <p:nvPr>
            <p:ph idx="1" type="subTitle"/>
          </p:nvPr>
        </p:nvSpPr>
        <p:spPr>
          <a:xfrm>
            <a:off x="5593313" y="2451458"/>
            <a:ext cx="2169600" cy="8853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1200"/>
              </a:spcAft>
              <a:buSzPts val="1600"/>
              <a:buNone/>
            </a:pPr>
            <a:r>
              <a:rPr lang="en"/>
              <a:t>Improves transparency and resilience </a:t>
            </a:r>
            <a:endParaRPr/>
          </a:p>
        </p:txBody>
      </p:sp>
      <p:sp>
        <p:nvSpPr>
          <p:cNvPr id="530" name="Google Shape;530;p4"/>
          <p:cNvSpPr txBox="1"/>
          <p:nvPr/>
        </p:nvSpPr>
        <p:spPr>
          <a:xfrm>
            <a:off x="1823875" y="3708825"/>
            <a:ext cx="52221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The goal is not only higher fraud detection, but a better balance between fraud loss, false positives and customer experience. </a:t>
            </a:r>
            <a:endParaRPr b="0" i="0" sz="1400" u="none" cap="none" strike="noStrike">
              <a:solidFill>
                <a:srgbClr val="000000"/>
              </a:solidFill>
              <a:latin typeface="Arial"/>
              <a:ea typeface="Arial"/>
              <a:cs typeface="Arial"/>
              <a:sym typeface="Arial"/>
            </a:endParaRPr>
          </a:p>
        </p:txBody>
      </p:sp>
      <p:grpSp>
        <p:nvGrpSpPr>
          <p:cNvPr id="531" name="Google Shape;531;p4"/>
          <p:cNvGrpSpPr/>
          <p:nvPr/>
        </p:nvGrpSpPr>
        <p:grpSpPr>
          <a:xfrm>
            <a:off x="4167938" y="1281779"/>
            <a:ext cx="354364" cy="354745"/>
            <a:chOff x="3235438" y="1970604"/>
            <a:chExt cx="354364" cy="354745"/>
          </a:xfrm>
        </p:grpSpPr>
        <p:sp>
          <p:nvSpPr>
            <p:cNvPr id="532" name="Google Shape;532;p4"/>
            <p:cNvSpPr/>
            <p:nvPr/>
          </p:nvSpPr>
          <p:spPr>
            <a:xfrm>
              <a:off x="3235438" y="2125712"/>
              <a:ext cx="132667" cy="199288"/>
            </a:xfrm>
            <a:custGeom>
              <a:rect b="b" l="l" r="r" t="t"/>
              <a:pathLst>
                <a:path extrusionOk="0" h="6261" w="4168">
                  <a:moveTo>
                    <a:pt x="2102" y="325"/>
                  </a:moveTo>
                  <a:cubicBezTo>
                    <a:pt x="2147" y="325"/>
                    <a:pt x="2191" y="331"/>
                    <a:pt x="2239" y="343"/>
                  </a:cubicBezTo>
                  <a:cubicBezTo>
                    <a:pt x="2953" y="402"/>
                    <a:pt x="3501" y="1021"/>
                    <a:pt x="3501" y="1748"/>
                  </a:cubicBezTo>
                  <a:cubicBezTo>
                    <a:pt x="3501" y="2438"/>
                    <a:pt x="3668" y="3081"/>
                    <a:pt x="3811" y="3414"/>
                  </a:cubicBezTo>
                  <a:lnTo>
                    <a:pt x="3811" y="3438"/>
                  </a:lnTo>
                  <a:cubicBezTo>
                    <a:pt x="3632" y="3534"/>
                    <a:pt x="3310" y="3736"/>
                    <a:pt x="2775" y="3831"/>
                  </a:cubicBezTo>
                  <a:lnTo>
                    <a:pt x="2775" y="3795"/>
                  </a:lnTo>
                  <a:lnTo>
                    <a:pt x="2775" y="3462"/>
                  </a:lnTo>
                  <a:cubicBezTo>
                    <a:pt x="2977" y="3343"/>
                    <a:pt x="3156" y="3164"/>
                    <a:pt x="3299" y="2938"/>
                  </a:cubicBezTo>
                  <a:cubicBezTo>
                    <a:pt x="3513" y="2545"/>
                    <a:pt x="3441" y="2021"/>
                    <a:pt x="3096" y="1712"/>
                  </a:cubicBezTo>
                  <a:cubicBezTo>
                    <a:pt x="2858" y="1486"/>
                    <a:pt x="2429" y="1236"/>
                    <a:pt x="1751" y="1236"/>
                  </a:cubicBezTo>
                  <a:cubicBezTo>
                    <a:pt x="1703" y="1236"/>
                    <a:pt x="1656" y="1248"/>
                    <a:pt x="1632" y="1271"/>
                  </a:cubicBezTo>
                  <a:lnTo>
                    <a:pt x="1286" y="1617"/>
                  </a:lnTo>
                  <a:cubicBezTo>
                    <a:pt x="1227" y="1676"/>
                    <a:pt x="1227" y="1783"/>
                    <a:pt x="1286" y="1843"/>
                  </a:cubicBezTo>
                  <a:cubicBezTo>
                    <a:pt x="1316" y="1873"/>
                    <a:pt x="1358" y="1887"/>
                    <a:pt x="1400" y="1887"/>
                  </a:cubicBezTo>
                  <a:cubicBezTo>
                    <a:pt x="1441" y="1887"/>
                    <a:pt x="1483" y="1873"/>
                    <a:pt x="1513" y="1843"/>
                  </a:cubicBezTo>
                  <a:lnTo>
                    <a:pt x="1810" y="1545"/>
                  </a:lnTo>
                  <a:cubicBezTo>
                    <a:pt x="2239" y="1557"/>
                    <a:pt x="2596" y="1688"/>
                    <a:pt x="2882" y="1950"/>
                  </a:cubicBezTo>
                  <a:cubicBezTo>
                    <a:pt x="3120" y="2152"/>
                    <a:pt x="3156" y="2510"/>
                    <a:pt x="3013" y="2783"/>
                  </a:cubicBezTo>
                  <a:cubicBezTo>
                    <a:pt x="2822" y="3105"/>
                    <a:pt x="2477" y="3319"/>
                    <a:pt x="2084" y="3319"/>
                  </a:cubicBezTo>
                  <a:cubicBezTo>
                    <a:pt x="1513" y="3319"/>
                    <a:pt x="1036" y="2843"/>
                    <a:pt x="1036" y="2260"/>
                  </a:cubicBezTo>
                  <a:cubicBezTo>
                    <a:pt x="1036" y="2164"/>
                    <a:pt x="953" y="2093"/>
                    <a:pt x="870" y="2093"/>
                  </a:cubicBezTo>
                  <a:cubicBezTo>
                    <a:pt x="774" y="2093"/>
                    <a:pt x="703" y="2164"/>
                    <a:pt x="703" y="2260"/>
                  </a:cubicBezTo>
                  <a:cubicBezTo>
                    <a:pt x="703" y="2760"/>
                    <a:pt x="989" y="3224"/>
                    <a:pt x="1405" y="3462"/>
                  </a:cubicBezTo>
                  <a:lnTo>
                    <a:pt x="1405" y="3795"/>
                  </a:lnTo>
                  <a:lnTo>
                    <a:pt x="1405" y="3831"/>
                  </a:lnTo>
                  <a:cubicBezTo>
                    <a:pt x="858" y="3712"/>
                    <a:pt x="524" y="3534"/>
                    <a:pt x="393" y="3438"/>
                  </a:cubicBezTo>
                  <a:cubicBezTo>
                    <a:pt x="393" y="3438"/>
                    <a:pt x="382" y="3438"/>
                    <a:pt x="393" y="3414"/>
                  </a:cubicBezTo>
                  <a:cubicBezTo>
                    <a:pt x="524" y="3081"/>
                    <a:pt x="691" y="2438"/>
                    <a:pt x="703" y="1748"/>
                  </a:cubicBezTo>
                  <a:cubicBezTo>
                    <a:pt x="703" y="1021"/>
                    <a:pt x="1275" y="402"/>
                    <a:pt x="1965" y="343"/>
                  </a:cubicBezTo>
                  <a:cubicBezTo>
                    <a:pt x="2013" y="331"/>
                    <a:pt x="2057" y="325"/>
                    <a:pt x="2102" y="325"/>
                  </a:cubicBezTo>
                  <a:close/>
                  <a:moveTo>
                    <a:pt x="2429" y="3581"/>
                  </a:moveTo>
                  <a:lnTo>
                    <a:pt x="2429" y="3772"/>
                  </a:lnTo>
                  <a:cubicBezTo>
                    <a:pt x="2429" y="3974"/>
                    <a:pt x="2537" y="4153"/>
                    <a:pt x="2715" y="4236"/>
                  </a:cubicBezTo>
                  <a:lnTo>
                    <a:pt x="2822" y="4296"/>
                  </a:lnTo>
                  <a:cubicBezTo>
                    <a:pt x="2668" y="4546"/>
                    <a:pt x="2382" y="4712"/>
                    <a:pt x="2072" y="4712"/>
                  </a:cubicBezTo>
                  <a:cubicBezTo>
                    <a:pt x="1775" y="4712"/>
                    <a:pt x="1489" y="4546"/>
                    <a:pt x="1334" y="4296"/>
                  </a:cubicBezTo>
                  <a:lnTo>
                    <a:pt x="1429" y="4236"/>
                  </a:lnTo>
                  <a:cubicBezTo>
                    <a:pt x="1608" y="4153"/>
                    <a:pt x="1715" y="3974"/>
                    <a:pt x="1715" y="3772"/>
                  </a:cubicBezTo>
                  <a:lnTo>
                    <a:pt x="1715" y="3581"/>
                  </a:lnTo>
                  <a:cubicBezTo>
                    <a:pt x="1834" y="3617"/>
                    <a:pt x="1953" y="3629"/>
                    <a:pt x="2072" y="3629"/>
                  </a:cubicBezTo>
                  <a:cubicBezTo>
                    <a:pt x="2191" y="3629"/>
                    <a:pt x="2310" y="3617"/>
                    <a:pt x="2429" y="3581"/>
                  </a:cubicBezTo>
                  <a:close/>
                  <a:moveTo>
                    <a:pt x="2072" y="0"/>
                  </a:moveTo>
                  <a:cubicBezTo>
                    <a:pt x="2016" y="0"/>
                    <a:pt x="1959" y="3"/>
                    <a:pt x="1906" y="9"/>
                  </a:cubicBezTo>
                  <a:cubicBezTo>
                    <a:pt x="1036" y="81"/>
                    <a:pt x="346" y="855"/>
                    <a:pt x="346" y="1748"/>
                  </a:cubicBezTo>
                  <a:cubicBezTo>
                    <a:pt x="346" y="2391"/>
                    <a:pt x="203" y="2986"/>
                    <a:pt x="60" y="3295"/>
                  </a:cubicBezTo>
                  <a:cubicBezTo>
                    <a:pt x="1" y="3450"/>
                    <a:pt x="48" y="3617"/>
                    <a:pt x="179" y="3700"/>
                  </a:cubicBezTo>
                  <a:cubicBezTo>
                    <a:pt x="322" y="3795"/>
                    <a:pt x="584" y="3950"/>
                    <a:pt x="1036" y="4093"/>
                  </a:cubicBezTo>
                  <a:lnTo>
                    <a:pt x="382" y="4415"/>
                  </a:lnTo>
                  <a:cubicBezTo>
                    <a:pt x="143" y="4534"/>
                    <a:pt x="1" y="4772"/>
                    <a:pt x="1" y="5022"/>
                  </a:cubicBezTo>
                  <a:lnTo>
                    <a:pt x="1" y="6093"/>
                  </a:lnTo>
                  <a:cubicBezTo>
                    <a:pt x="1" y="6189"/>
                    <a:pt x="84" y="6260"/>
                    <a:pt x="167" y="6260"/>
                  </a:cubicBezTo>
                  <a:cubicBezTo>
                    <a:pt x="262" y="6260"/>
                    <a:pt x="334" y="6189"/>
                    <a:pt x="334" y="6093"/>
                  </a:cubicBezTo>
                  <a:lnTo>
                    <a:pt x="334" y="5022"/>
                  </a:lnTo>
                  <a:cubicBezTo>
                    <a:pt x="334" y="4891"/>
                    <a:pt x="405" y="4772"/>
                    <a:pt x="524" y="4700"/>
                  </a:cubicBezTo>
                  <a:lnTo>
                    <a:pt x="1048" y="4450"/>
                  </a:lnTo>
                  <a:cubicBezTo>
                    <a:pt x="1275" y="4807"/>
                    <a:pt x="1656" y="5046"/>
                    <a:pt x="2084" y="5046"/>
                  </a:cubicBezTo>
                  <a:cubicBezTo>
                    <a:pt x="2525" y="5046"/>
                    <a:pt x="2906" y="4819"/>
                    <a:pt x="3132" y="4450"/>
                  </a:cubicBezTo>
                  <a:lnTo>
                    <a:pt x="3656" y="4700"/>
                  </a:lnTo>
                  <a:cubicBezTo>
                    <a:pt x="3775" y="4760"/>
                    <a:pt x="3846" y="4879"/>
                    <a:pt x="3846" y="5022"/>
                  </a:cubicBezTo>
                  <a:lnTo>
                    <a:pt x="3846" y="6093"/>
                  </a:lnTo>
                  <a:cubicBezTo>
                    <a:pt x="3846" y="6189"/>
                    <a:pt x="3918" y="6260"/>
                    <a:pt x="4013" y="6260"/>
                  </a:cubicBezTo>
                  <a:cubicBezTo>
                    <a:pt x="4096" y="6260"/>
                    <a:pt x="4168" y="6189"/>
                    <a:pt x="4168" y="6093"/>
                  </a:cubicBezTo>
                  <a:lnTo>
                    <a:pt x="4168" y="5022"/>
                  </a:lnTo>
                  <a:cubicBezTo>
                    <a:pt x="4156" y="4772"/>
                    <a:pt x="4013" y="4534"/>
                    <a:pt x="3775" y="4415"/>
                  </a:cubicBezTo>
                  <a:lnTo>
                    <a:pt x="3120" y="4093"/>
                  </a:lnTo>
                  <a:cubicBezTo>
                    <a:pt x="3549" y="3974"/>
                    <a:pt x="3834" y="3807"/>
                    <a:pt x="3965" y="3700"/>
                  </a:cubicBezTo>
                  <a:cubicBezTo>
                    <a:pt x="4096" y="3617"/>
                    <a:pt x="4144" y="3450"/>
                    <a:pt x="4084" y="3295"/>
                  </a:cubicBezTo>
                  <a:cubicBezTo>
                    <a:pt x="3953" y="2986"/>
                    <a:pt x="3799" y="2391"/>
                    <a:pt x="3799" y="1748"/>
                  </a:cubicBezTo>
                  <a:cubicBezTo>
                    <a:pt x="3799" y="855"/>
                    <a:pt x="3096" y="81"/>
                    <a:pt x="2239" y="9"/>
                  </a:cubicBezTo>
                  <a:cubicBezTo>
                    <a:pt x="2185" y="3"/>
                    <a:pt x="2129" y="0"/>
                    <a:pt x="2072" y="0"/>
                  </a:cubicBezTo>
                  <a:close/>
                </a:path>
              </a:pathLst>
            </a:custGeom>
            <a:solidFill>
              <a:srgbClr val="657E9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3" name="Google Shape;533;p4"/>
            <p:cNvSpPr/>
            <p:nvPr/>
          </p:nvSpPr>
          <p:spPr>
            <a:xfrm>
              <a:off x="3257433" y="2292373"/>
              <a:ext cx="10249" cy="32626"/>
            </a:xfrm>
            <a:custGeom>
              <a:rect b="b" l="l" r="r" t="t"/>
              <a:pathLst>
                <a:path extrusionOk="0" h="1025" w="322">
                  <a:moveTo>
                    <a:pt x="167" y="0"/>
                  </a:moveTo>
                  <a:cubicBezTo>
                    <a:pt x="72" y="0"/>
                    <a:pt x="0" y="72"/>
                    <a:pt x="0" y="167"/>
                  </a:cubicBezTo>
                  <a:lnTo>
                    <a:pt x="0" y="857"/>
                  </a:lnTo>
                  <a:cubicBezTo>
                    <a:pt x="0" y="953"/>
                    <a:pt x="72" y="1024"/>
                    <a:pt x="167" y="1024"/>
                  </a:cubicBezTo>
                  <a:cubicBezTo>
                    <a:pt x="250" y="1024"/>
                    <a:pt x="322" y="953"/>
                    <a:pt x="322" y="857"/>
                  </a:cubicBezTo>
                  <a:lnTo>
                    <a:pt x="322" y="167"/>
                  </a:lnTo>
                  <a:cubicBezTo>
                    <a:pt x="322" y="72"/>
                    <a:pt x="250" y="0"/>
                    <a:pt x="167" y="0"/>
                  </a:cubicBezTo>
                  <a:close/>
                </a:path>
              </a:pathLst>
            </a:custGeom>
            <a:solidFill>
              <a:srgbClr val="657E9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4" name="Google Shape;534;p4"/>
            <p:cNvSpPr/>
            <p:nvPr/>
          </p:nvSpPr>
          <p:spPr>
            <a:xfrm>
              <a:off x="3335098" y="2292373"/>
              <a:ext cx="10281" cy="32626"/>
            </a:xfrm>
            <a:custGeom>
              <a:rect b="b" l="l" r="r" t="t"/>
              <a:pathLst>
                <a:path extrusionOk="0" h="1025" w="323">
                  <a:moveTo>
                    <a:pt x="168" y="0"/>
                  </a:moveTo>
                  <a:cubicBezTo>
                    <a:pt x="72" y="0"/>
                    <a:pt x="1" y="72"/>
                    <a:pt x="1" y="167"/>
                  </a:cubicBezTo>
                  <a:lnTo>
                    <a:pt x="1" y="857"/>
                  </a:lnTo>
                  <a:cubicBezTo>
                    <a:pt x="1" y="953"/>
                    <a:pt x="72" y="1024"/>
                    <a:pt x="168" y="1024"/>
                  </a:cubicBezTo>
                  <a:cubicBezTo>
                    <a:pt x="251" y="1024"/>
                    <a:pt x="322" y="953"/>
                    <a:pt x="322" y="857"/>
                  </a:cubicBezTo>
                  <a:lnTo>
                    <a:pt x="322" y="167"/>
                  </a:lnTo>
                  <a:cubicBezTo>
                    <a:pt x="322" y="72"/>
                    <a:pt x="251" y="0"/>
                    <a:pt x="168" y="0"/>
                  </a:cubicBezTo>
                  <a:close/>
                </a:path>
              </a:pathLst>
            </a:custGeom>
            <a:solidFill>
              <a:srgbClr val="657E9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5" name="Google Shape;535;p4"/>
            <p:cNvSpPr/>
            <p:nvPr/>
          </p:nvSpPr>
          <p:spPr>
            <a:xfrm>
              <a:off x="3490110" y="2163685"/>
              <a:ext cx="55734" cy="18430"/>
            </a:xfrm>
            <a:custGeom>
              <a:rect b="b" l="l" r="r" t="t"/>
              <a:pathLst>
                <a:path extrusionOk="0" h="579" w="1751">
                  <a:moveTo>
                    <a:pt x="649" y="0"/>
                  </a:moveTo>
                  <a:cubicBezTo>
                    <a:pt x="492" y="0"/>
                    <a:pt x="319" y="16"/>
                    <a:pt x="132" y="55"/>
                  </a:cubicBezTo>
                  <a:cubicBezTo>
                    <a:pt x="60" y="66"/>
                    <a:pt x="1" y="138"/>
                    <a:pt x="1" y="221"/>
                  </a:cubicBezTo>
                  <a:lnTo>
                    <a:pt x="1" y="400"/>
                  </a:lnTo>
                  <a:cubicBezTo>
                    <a:pt x="1" y="483"/>
                    <a:pt x="72" y="555"/>
                    <a:pt x="155" y="555"/>
                  </a:cubicBezTo>
                  <a:cubicBezTo>
                    <a:pt x="251" y="555"/>
                    <a:pt x="322" y="483"/>
                    <a:pt x="322" y="400"/>
                  </a:cubicBezTo>
                  <a:lnTo>
                    <a:pt x="322" y="364"/>
                  </a:lnTo>
                  <a:cubicBezTo>
                    <a:pt x="434" y="349"/>
                    <a:pt x="539" y="342"/>
                    <a:pt x="636" y="342"/>
                  </a:cubicBezTo>
                  <a:cubicBezTo>
                    <a:pt x="841" y="342"/>
                    <a:pt x="1011" y="371"/>
                    <a:pt x="1132" y="412"/>
                  </a:cubicBezTo>
                  <a:cubicBezTo>
                    <a:pt x="1334" y="471"/>
                    <a:pt x="1453" y="543"/>
                    <a:pt x="1465" y="543"/>
                  </a:cubicBezTo>
                  <a:cubicBezTo>
                    <a:pt x="1501" y="555"/>
                    <a:pt x="1525" y="578"/>
                    <a:pt x="1560" y="578"/>
                  </a:cubicBezTo>
                  <a:cubicBezTo>
                    <a:pt x="1620" y="578"/>
                    <a:pt x="1667" y="543"/>
                    <a:pt x="1691" y="495"/>
                  </a:cubicBezTo>
                  <a:cubicBezTo>
                    <a:pt x="1751" y="400"/>
                    <a:pt x="1727" y="293"/>
                    <a:pt x="1644" y="245"/>
                  </a:cubicBezTo>
                  <a:cubicBezTo>
                    <a:pt x="1625" y="236"/>
                    <a:pt x="1259" y="0"/>
                    <a:pt x="649" y="0"/>
                  </a:cubicBezTo>
                  <a:close/>
                </a:path>
              </a:pathLst>
            </a:custGeom>
            <a:solidFill>
              <a:srgbClr val="657E9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6" name="Google Shape;536;p4"/>
            <p:cNvSpPr/>
            <p:nvPr/>
          </p:nvSpPr>
          <p:spPr>
            <a:xfrm>
              <a:off x="3445771" y="2131664"/>
              <a:ext cx="144031" cy="192953"/>
            </a:xfrm>
            <a:custGeom>
              <a:rect b="b" l="l" r="r" t="t"/>
              <a:pathLst>
                <a:path extrusionOk="0" h="6062" w="4525">
                  <a:moveTo>
                    <a:pt x="3489" y="310"/>
                  </a:moveTo>
                  <a:lnTo>
                    <a:pt x="3489" y="1120"/>
                  </a:lnTo>
                  <a:cubicBezTo>
                    <a:pt x="3489" y="1251"/>
                    <a:pt x="3453" y="1382"/>
                    <a:pt x="3394" y="1525"/>
                  </a:cubicBezTo>
                  <a:lnTo>
                    <a:pt x="3334" y="1656"/>
                  </a:lnTo>
                  <a:cubicBezTo>
                    <a:pt x="3322" y="1680"/>
                    <a:pt x="3322" y="1703"/>
                    <a:pt x="3322" y="1727"/>
                  </a:cubicBezTo>
                  <a:lnTo>
                    <a:pt x="3322" y="2073"/>
                  </a:lnTo>
                  <a:cubicBezTo>
                    <a:pt x="3322" y="2370"/>
                    <a:pt x="3203" y="2632"/>
                    <a:pt x="3001" y="2835"/>
                  </a:cubicBezTo>
                  <a:cubicBezTo>
                    <a:pt x="2796" y="3016"/>
                    <a:pt x="2549" y="3133"/>
                    <a:pt x="2268" y="3133"/>
                  </a:cubicBezTo>
                  <a:cubicBezTo>
                    <a:pt x="2254" y="3133"/>
                    <a:pt x="2241" y="3133"/>
                    <a:pt x="2227" y="3132"/>
                  </a:cubicBezTo>
                  <a:cubicBezTo>
                    <a:pt x="1655" y="3108"/>
                    <a:pt x="1191" y="2608"/>
                    <a:pt x="1191" y="2025"/>
                  </a:cubicBezTo>
                  <a:lnTo>
                    <a:pt x="1191" y="1727"/>
                  </a:lnTo>
                  <a:cubicBezTo>
                    <a:pt x="1191" y="1703"/>
                    <a:pt x="1191" y="1680"/>
                    <a:pt x="1179" y="1656"/>
                  </a:cubicBezTo>
                  <a:lnTo>
                    <a:pt x="1120" y="1525"/>
                  </a:lnTo>
                  <a:cubicBezTo>
                    <a:pt x="1060" y="1406"/>
                    <a:pt x="1036" y="1263"/>
                    <a:pt x="1036" y="1120"/>
                  </a:cubicBezTo>
                  <a:cubicBezTo>
                    <a:pt x="1036" y="668"/>
                    <a:pt x="1394" y="310"/>
                    <a:pt x="1834" y="310"/>
                  </a:cubicBezTo>
                  <a:close/>
                  <a:moveTo>
                    <a:pt x="1727" y="3335"/>
                  </a:moveTo>
                  <a:cubicBezTo>
                    <a:pt x="1882" y="3406"/>
                    <a:pt x="2048" y="3442"/>
                    <a:pt x="2215" y="3454"/>
                  </a:cubicBezTo>
                  <a:lnTo>
                    <a:pt x="2263" y="3454"/>
                  </a:lnTo>
                  <a:cubicBezTo>
                    <a:pt x="2453" y="3454"/>
                    <a:pt x="2632" y="3430"/>
                    <a:pt x="2798" y="3347"/>
                  </a:cubicBezTo>
                  <a:lnTo>
                    <a:pt x="2798" y="3573"/>
                  </a:lnTo>
                  <a:cubicBezTo>
                    <a:pt x="2798" y="3620"/>
                    <a:pt x="2810" y="3680"/>
                    <a:pt x="2810" y="3728"/>
                  </a:cubicBezTo>
                  <a:lnTo>
                    <a:pt x="2263" y="4144"/>
                  </a:lnTo>
                  <a:lnTo>
                    <a:pt x="1715" y="3728"/>
                  </a:lnTo>
                  <a:cubicBezTo>
                    <a:pt x="1727" y="3680"/>
                    <a:pt x="1727" y="3632"/>
                    <a:pt x="1727" y="3573"/>
                  </a:cubicBezTo>
                  <a:lnTo>
                    <a:pt x="1727" y="3335"/>
                  </a:lnTo>
                  <a:close/>
                  <a:moveTo>
                    <a:pt x="1834" y="1"/>
                  </a:moveTo>
                  <a:cubicBezTo>
                    <a:pt x="1203" y="1"/>
                    <a:pt x="703" y="501"/>
                    <a:pt x="703" y="1132"/>
                  </a:cubicBezTo>
                  <a:cubicBezTo>
                    <a:pt x="703" y="1322"/>
                    <a:pt x="751" y="1501"/>
                    <a:pt x="834" y="1668"/>
                  </a:cubicBezTo>
                  <a:lnTo>
                    <a:pt x="882" y="1751"/>
                  </a:lnTo>
                  <a:lnTo>
                    <a:pt x="882" y="2013"/>
                  </a:lnTo>
                  <a:cubicBezTo>
                    <a:pt x="882" y="2454"/>
                    <a:pt x="1084" y="2858"/>
                    <a:pt x="1405" y="3120"/>
                  </a:cubicBezTo>
                  <a:lnTo>
                    <a:pt x="1405" y="3561"/>
                  </a:lnTo>
                  <a:cubicBezTo>
                    <a:pt x="1405" y="3632"/>
                    <a:pt x="1358" y="3704"/>
                    <a:pt x="1286" y="3739"/>
                  </a:cubicBezTo>
                  <a:lnTo>
                    <a:pt x="453" y="4049"/>
                  </a:lnTo>
                  <a:cubicBezTo>
                    <a:pt x="179" y="4156"/>
                    <a:pt x="1" y="4406"/>
                    <a:pt x="1" y="4692"/>
                  </a:cubicBezTo>
                  <a:lnTo>
                    <a:pt x="1" y="5894"/>
                  </a:lnTo>
                  <a:cubicBezTo>
                    <a:pt x="1" y="5990"/>
                    <a:pt x="72" y="6061"/>
                    <a:pt x="167" y="6061"/>
                  </a:cubicBezTo>
                  <a:cubicBezTo>
                    <a:pt x="251" y="6061"/>
                    <a:pt x="334" y="5990"/>
                    <a:pt x="334" y="5894"/>
                  </a:cubicBezTo>
                  <a:lnTo>
                    <a:pt x="334" y="4692"/>
                  </a:lnTo>
                  <a:cubicBezTo>
                    <a:pt x="334" y="4537"/>
                    <a:pt x="417" y="4406"/>
                    <a:pt x="572" y="4347"/>
                  </a:cubicBezTo>
                  <a:lnTo>
                    <a:pt x="1405" y="4037"/>
                  </a:lnTo>
                  <a:cubicBezTo>
                    <a:pt x="1441" y="4013"/>
                    <a:pt x="1489" y="3989"/>
                    <a:pt x="1525" y="3954"/>
                  </a:cubicBezTo>
                  <a:lnTo>
                    <a:pt x="2096" y="4394"/>
                  </a:lnTo>
                  <a:lnTo>
                    <a:pt x="2096" y="5883"/>
                  </a:lnTo>
                  <a:cubicBezTo>
                    <a:pt x="2096" y="5966"/>
                    <a:pt x="2179" y="6037"/>
                    <a:pt x="2263" y="6037"/>
                  </a:cubicBezTo>
                  <a:cubicBezTo>
                    <a:pt x="2358" y="6037"/>
                    <a:pt x="2429" y="5966"/>
                    <a:pt x="2429" y="5883"/>
                  </a:cubicBezTo>
                  <a:lnTo>
                    <a:pt x="2429" y="4394"/>
                  </a:lnTo>
                  <a:lnTo>
                    <a:pt x="3013" y="3954"/>
                  </a:lnTo>
                  <a:cubicBezTo>
                    <a:pt x="3049" y="3989"/>
                    <a:pt x="3084" y="4001"/>
                    <a:pt x="3132" y="4037"/>
                  </a:cubicBezTo>
                  <a:lnTo>
                    <a:pt x="3965" y="4347"/>
                  </a:lnTo>
                  <a:cubicBezTo>
                    <a:pt x="4096" y="4406"/>
                    <a:pt x="4203" y="4537"/>
                    <a:pt x="4203" y="4692"/>
                  </a:cubicBezTo>
                  <a:lnTo>
                    <a:pt x="4203" y="5894"/>
                  </a:lnTo>
                  <a:cubicBezTo>
                    <a:pt x="4203" y="5990"/>
                    <a:pt x="4275" y="6061"/>
                    <a:pt x="4358" y="6061"/>
                  </a:cubicBezTo>
                  <a:cubicBezTo>
                    <a:pt x="4453" y="6061"/>
                    <a:pt x="4525" y="5990"/>
                    <a:pt x="4525" y="5894"/>
                  </a:cubicBezTo>
                  <a:lnTo>
                    <a:pt x="4525" y="4692"/>
                  </a:lnTo>
                  <a:cubicBezTo>
                    <a:pt x="4513" y="4418"/>
                    <a:pt x="4334" y="4168"/>
                    <a:pt x="4072" y="4061"/>
                  </a:cubicBezTo>
                  <a:lnTo>
                    <a:pt x="3239" y="3751"/>
                  </a:lnTo>
                  <a:cubicBezTo>
                    <a:pt x="3156" y="3728"/>
                    <a:pt x="3120" y="3644"/>
                    <a:pt x="3120" y="3573"/>
                  </a:cubicBezTo>
                  <a:lnTo>
                    <a:pt x="3120" y="3156"/>
                  </a:lnTo>
                  <a:cubicBezTo>
                    <a:pt x="3144" y="3132"/>
                    <a:pt x="3191" y="3096"/>
                    <a:pt x="3215" y="3061"/>
                  </a:cubicBezTo>
                  <a:cubicBezTo>
                    <a:pt x="3489" y="2799"/>
                    <a:pt x="3632" y="2454"/>
                    <a:pt x="3632" y="2073"/>
                  </a:cubicBezTo>
                  <a:lnTo>
                    <a:pt x="3632" y="1751"/>
                  </a:lnTo>
                  <a:lnTo>
                    <a:pt x="3680" y="1668"/>
                  </a:lnTo>
                  <a:cubicBezTo>
                    <a:pt x="3775" y="1501"/>
                    <a:pt x="3811" y="1311"/>
                    <a:pt x="3811" y="1132"/>
                  </a:cubicBezTo>
                  <a:lnTo>
                    <a:pt x="3811" y="168"/>
                  </a:lnTo>
                  <a:cubicBezTo>
                    <a:pt x="3811" y="72"/>
                    <a:pt x="3739" y="1"/>
                    <a:pt x="3644" y="1"/>
                  </a:cubicBezTo>
                  <a:close/>
                </a:path>
              </a:pathLst>
            </a:custGeom>
            <a:solidFill>
              <a:srgbClr val="657E9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7" name="Google Shape;537;p4"/>
            <p:cNvSpPr/>
            <p:nvPr/>
          </p:nvSpPr>
          <p:spPr>
            <a:xfrm>
              <a:off x="3473813" y="2287058"/>
              <a:ext cx="10631" cy="38291"/>
            </a:xfrm>
            <a:custGeom>
              <a:rect b="b" l="l" r="r" t="t"/>
              <a:pathLst>
                <a:path extrusionOk="0" h="1203" w="334">
                  <a:moveTo>
                    <a:pt x="167" y="0"/>
                  </a:moveTo>
                  <a:cubicBezTo>
                    <a:pt x="72" y="0"/>
                    <a:pt x="1" y="72"/>
                    <a:pt x="1" y="167"/>
                  </a:cubicBezTo>
                  <a:lnTo>
                    <a:pt x="1" y="1048"/>
                  </a:lnTo>
                  <a:cubicBezTo>
                    <a:pt x="1" y="1131"/>
                    <a:pt x="72" y="1203"/>
                    <a:pt x="167" y="1203"/>
                  </a:cubicBezTo>
                  <a:cubicBezTo>
                    <a:pt x="251" y="1203"/>
                    <a:pt x="334" y="1131"/>
                    <a:pt x="334" y="1048"/>
                  </a:cubicBezTo>
                  <a:lnTo>
                    <a:pt x="334" y="155"/>
                  </a:lnTo>
                  <a:cubicBezTo>
                    <a:pt x="334" y="60"/>
                    <a:pt x="251" y="0"/>
                    <a:pt x="167" y="0"/>
                  </a:cubicBezTo>
                  <a:close/>
                </a:path>
              </a:pathLst>
            </a:custGeom>
            <a:solidFill>
              <a:srgbClr val="657E9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8" name="Google Shape;538;p4"/>
            <p:cNvSpPr/>
            <p:nvPr/>
          </p:nvSpPr>
          <p:spPr>
            <a:xfrm>
              <a:off x="3551128" y="2287058"/>
              <a:ext cx="10249" cy="38291"/>
            </a:xfrm>
            <a:custGeom>
              <a:rect b="b" l="l" r="r" t="t"/>
              <a:pathLst>
                <a:path extrusionOk="0" h="1203" w="322">
                  <a:moveTo>
                    <a:pt x="167" y="0"/>
                  </a:moveTo>
                  <a:cubicBezTo>
                    <a:pt x="72" y="0"/>
                    <a:pt x="0" y="72"/>
                    <a:pt x="0" y="167"/>
                  </a:cubicBezTo>
                  <a:lnTo>
                    <a:pt x="0" y="1048"/>
                  </a:lnTo>
                  <a:cubicBezTo>
                    <a:pt x="0" y="1131"/>
                    <a:pt x="72" y="1203"/>
                    <a:pt x="167" y="1203"/>
                  </a:cubicBezTo>
                  <a:cubicBezTo>
                    <a:pt x="250" y="1203"/>
                    <a:pt x="322" y="1131"/>
                    <a:pt x="322" y="1048"/>
                  </a:cubicBezTo>
                  <a:lnTo>
                    <a:pt x="322" y="155"/>
                  </a:lnTo>
                  <a:cubicBezTo>
                    <a:pt x="322" y="60"/>
                    <a:pt x="262" y="0"/>
                    <a:pt x="167" y="0"/>
                  </a:cubicBezTo>
                  <a:close/>
                </a:path>
              </a:pathLst>
            </a:custGeom>
            <a:solidFill>
              <a:srgbClr val="657E9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9" name="Google Shape;539;p4"/>
            <p:cNvSpPr/>
            <p:nvPr/>
          </p:nvSpPr>
          <p:spPr>
            <a:xfrm>
              <a:off x="3290377" y="1970604"/>
              <a:ext cx="221378" cy="185346"/>
            </a:xfrm>
            <a:custGeom>
              <a:rect b="b" l="l" r="r" t="t"/>
              <a:pathLst>
                <a:path extrusionOk="0" h="5823" w="6955">
                  <a:moveTo>
                    <a:pt x="2406" y="4168"/>
                  </a:moveTo>
                  <a:lnTo>
                    <a:pt x="2311" y="4537"/>
                  </a:lnTo>
                  <a:lnTo>
                    <a:pt x="2085" y="4537"/>
                  </a:lnTo>
                  <a:cubicBezTo>
                    <a:pt x="1894" y="4537"/>
                    <a:pt x="1727" y="4382"/>
                    <a:pt x="1727" y="4180"/>
                  </a:cubicBezTo>
                  <a:lnTo>
                    <a:pt x="1727" y="4168"/>
                  </a:lnTo>
                  <a:close/>
                  <a:moveTo>
                    <a:pt x="5573" y="358"/>
                  </a:moveTo>
                  <a:cubicBezTo>
                    <a:pt x="5764" y="358"/>
                    <a:pt x="5930" y="525"/>
                    <a:pt x="5930" y="715"/>
                  </a:cubicBezTo>
                  <a:lnTo>
                    <a:pt x="5930" y="3501"/>
                  </a:lnTo>
                  <a:cubicBezTo>
                    <a:pt x="5930" y="3692"/>
                    <a:pt x="5764" y="3858"/>
                    <a:pt x="5573" y="3858"/>
                  </a:cubicBezTo>
                  <a:lnTo>
                    <a:pt x="4168" y="3858"/>
                  </a:lnTo>
                  <a:cubicBezTo>
                    <a:pt x="4144" y="3858"/>
                    <a:pt x="4097" y="3870"/>
                    <a:pt x="4085" y="3882"/>
                  </a:cubicBezTo>
                  <a:lnTo>
                    <a:pt x="2537" y="5001"/>
                  </a:lnTo>
                  <a:lnTo>
                    <a:pt x="2537" y="5001"/>
                  </a:lnTo>
                  <a:lnTo>
                    <a:pt x="2775" y="4049"/>
                  </a:lnTo>
                  <a:cubicBezTo>
                    <a:pt x="2787" y="4001"/>
                    <a:pt x="2775" y="3942"/>
                    <a:pt x="2739" y="3918"/>
                  </a:cubicBezTo>
                  <a:cubicBezTo>
                    <a:pt x="2716" y="3870"/>
                    <a:pt x="2668" y="3858"/>
                    <a:pt x="2608" y="3858"/>
                  </a:cubicBezTo>
                  <a:lnTo>
                    <a:pt x="692" y="3858"/>
                  </a:lnTo>
                  <a:cubicBezTo>
                    <a:pt x="501" y="3858"/>
                    <a:pt x="334" y="3692"/>
                    <a:pt x="334" y="3501"/>
                  </a:cubicBezTo>
                  <a:lnTo>
                    <a:pt x="334" y="715"/>
                  </a:lnTo>
                  <a:cubicBezTo>
                    <a:pt x="334" y="525"/>
                    <a:pt x="501" y="358"/>
                    <a:pt x="692" y="358"/>
                  </a:cubicBezTo>
                  <a:close/>
                  <a:moveTo>
                    <a:pt x="6287" y="1025"/>
                  </a:moveTo>
                  <a:cubicBezTo>
                    <a:pt x="6478" y="1025"/>
                    <a:pt x="6645" y="1191"/>
                    <a:pt x="6645" y="1382"/>
                  </a:cubicBezTo>
                  <a:lnTo>
                    <a:pt x="6645" y="4180"/>
                  </a:lnTo>
                  <a:lnTo>
                    <a:pt x="6633" y="4180"/>
                  </a:lnTo>
                  <a:cubicBezTo>
                    <a:pt x="6633" y="4382"/>
                    <a:pt x="6466" y="4537"/>
                    <a:pt x="6276" y="4537"/>
                  </a:cubicBezTo>
                  <a:lnTo>
                    <a:pt x="4871" y="4537"/>
                  </a:lnTo>
                  <a:cubicBezTo>
                    <a:pt x="4823" y="4537"/>
                    <a:pt x="4787" y="4561"/>
                    <a:pt x="4752" y="4597"/>
                  </a:cubicBezTo>
                  <a:cubicBezTo>
                    <a:pt x="4728" y="4632"/>
                    <a:pt x="4704" y="4692"/>
                    <a:pt x="4728" y="4727"/>
                  </a:cubicBezTo>
                  <a:lnTo>
                    <a:pt x="4847" y="5406"/>
                  </a:lnTo>
                  <a:lnTo>
                    <a:pt x="4847" y="5406"/>
                  </a:lnTo>
                  <a:lnTo>
                    <a:pt x="3656" y="4597"/>
                  </a:lnTo>
                  <a:lnTo>
                    <a:pt x="4251" y="4168"/>
                  </a:lnTo>
                  <a:lnTo>
                    <a:pt x="5585" y="4168"/>
                  </a:lnTo>
                  <a:cubicBezTo>
                    <a:pt x="5954" y="4168"/>
                    <a:pt x="6276" y="3858"/>
                    <a:pt x="6276" y="3489"/>
                  </a:cubicBezTo>
                  <a:lnTo>
                    <a:pt x="6276" y="1025"/>
                  </a:lnTo>
                  <a:close/>
                  <a:moveTo>
                    <a:pt x="692" y="1"/>
                  </a:moveTo>
                  <a:cubicBezTo>
                    <a:pt x="322" y="1"/>
                    <a:pt x="1" y="310"/>
                    <a:pt x="1" y="691"/>
                  </a:cubicBezTo>
                  <a:lnTo>
                    <a:pt x="1" y="3465"/>
                  </a:lnTo>
                  <a:cubicBezTo>
                    <a:pt x="1" y="3846"/>
                    <a:pt x="322" y="4156"/>
                    <a:pt x="692" y="4156"/>
                  </a:cubicBezTo>
                  <a:lnTo>
                    <a:pt x="1406" y="4156"/>
                  </a:lnTo>
                  <a:lnTo>
                    <a:pt x="1406" y="4168"/>
                  </a:lnTo>
                  <a:cubicBezTo>
                    <a:pt x="1406" y="4537"/>
                    <a:pt x="1715" y="4858"/>
                    <a:pt x="2085" y="4858"/>
                  </a:cubicBezTo>
                  <a:lnTo>
                    <a:pt x="2227" y="4858"/>
                  </a:lnTo>
                  <a:lnTo>
                    <a:pt x="2168" y="5120"/>
                  </a:lnTo>
                  <a:cubicBezTo>
                    <a:pt x="2132" y="5228"/>
                    <a:pt x="2180" y="5335"/>
                    <a:pt x="2263" y="5394"/>
                  </a:cubicBezTo>
                  <a:cubicBezTo>
                    <a:pt x="2311" y="5418"/>
                    <a:pt x="2358" y="5430"/>
                    <a:pt x="2406" y="5430"/>
                  </a:cubicBezTo>
                  <a:cubicBezTo>
                    <a:pt x="2442" y="5430"/>
                    <a:pt x="2501" y="5418"/>
                    <a:pt x="2549" y="5394"/>
                  </a:cubicBezTo>
                  <a:lnTo>
                    <a:pt x="3263" y="4870"/>
                  </a:lnTo>
                  <a:lnTo>
                    <a:pt x="3430" y="4870"/>
                  </a:lnTo>
                  <a:lnTo>
                    <a:pt x="4787" y="5775"/>
                  </a:lnTo>
                  <a:cubicBezTo>
                    <a:pt x="4823" y="5811"/>
                    <a:pt x="4871" y="5823"/>
                    <a:pt x="4918" y="5823"/>
                  </a:cubicBezTo>
                  <a:cubicBezTo>
                    <a:pt x="4954" y="5823"/>
                    <a:pt x="5002" y="5811"/>
                    <a:pt x="5049" y="5775"/>
                  </a:cubicBezTo>
                  <a:cubicBezTo>
                    <a:pt x="5144" y="5716"/>
                    <a:pt x="5180" y="5632"/>
                    <a:pt x="5156" y="5525"/>
                  </a:cubicBezTo>
                  <a:lnTo>
                    <a:pt x="5049" y="4870"/>
                  </a:lnTo>
                  <a:lnTo>
                    <a:pt x="6252" y="4870"/>
                  </a:lnTo>
                  <a:cubicBezTo>
                    <a:pt x="6633" y="4870"/>
                    <a:pt x="6942" y="4561"/>
                    <a:pt x="6942" y="4180"/>
                  </a:cubicBezTo>
                  <a:lnTo>
                    <a:pt x="6942" y="1406"/>
                  </a:lnTo>
                  <a:cubicBezTo>
                    <a:pt x="6954" y="1013"/>
                    <a:pt x="6645" y="703"/>
                    <a:pt x="6276" y="703"/>
                  </a:cubicBezTo>
                  <a:cubicBezTo>
                    <a:pt x="6252" y="310"/>
                    <a:pt x="5954" y="1"/>
                    <a:pt x="5573" y="1"/>
                  </a:cubicBezTo>
                  <a:close/>
                </a:path>
              </a:pathLst>
            </a:custGeom>
            <a:solidFill>
              <a:srgbClr val="657E9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0" name="Google Shape;540;p4"/>
            <p:cNvSpPr/>
            <p:nvPr/>
          </p:nvSpPr>
          <p:spPr>
            <a:xfrm>
              <a:off x="3329432" y="2004344"/>
              <a:ext cx="26928" cy="10249"/>
            </a:xfrm>
            <a:custGeom>
              <a:rect b="b" l="l" r="r" t="t"/>
              <a:pathLst>
                <a:path extrusionOk="0" h="322" w="846">
                  <a:moveTo>
                    <a:pt x="167" y="0"/>
                  </a:moveTo>
                  <a:cubicBezTo>
                    <a:pt x="72" y="0"/>
                    <a:pt x="0" y="72"/>
                    <a:pt x="0" y="167"/>
                  </a:cubicBezTo>
                  <a:cubicBezTo>
                    <a:pt x="0" y="250"/>
                    <a:pt x="72" y="322"/>
                    <a:pt x="167" y="322"/>
                  </a:cubicBezTo>
                  <a:lnTo>
                    <a:pt x="679" y="322"/>
                  </a:lnTo>
                  <a:cubicBezTo>
                    <a:pt x="774" y="322"/>
                    <a:pt x="846" y="250"/>
                    <a:pt x="846" y="167"/>
                  </a:cubicBezTo>
                  <a:cubicBezTo>
                    <a:pt x="846" y="72"/>
                    <a:pt x="774" y="0"/>
                    <a:pt x="679" y="0"/>
                  </a:cubicBezTo>
                  <a:close/>
                </a:path>
              </a:pathLst>
            </a:custGeom>
            <a:solidFill>
              <a:srgbClr val="657E9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1" name="Google Shape;541;p4"/>
            <p:cNvSpPr/>
            <p:nvPr/>
          </p:nvSpPr>
          <p:spPr>
            <a:xfrm>
              <a:off x="3368074" y="2004344"/>
              <a:ext cx="82663" cy="10249"/>
            </a:xfrm>
            <a:custGeom>
              <a:rect b="b" l="l" r="r" t="t"/>
              <a:pathLst>
                <a:path extrusionOk="0" h="322" w="2597">
                  <a:moveTo>
                    <a:pt x="167" y="0"/>
                  </a:moveTo>
                  <a:cubicBezTo>
                    <a:pt x="84" y="0"/>
                    <a:pt x="1" y="72"/>
                    <a:pt x="1" y="167"/>
                  </a:cubicBezTo>
                  <a:cubicBezTo>
                    <a:pt x="1" y="250"/>
                    <a:pt x="84" y="322"/>
                    <a:pt x="167" y="322"/>
                  </a:cubicBezTo>
                  <a:lnTo>
                    <a:pt x="2430" y="322"/>
                  </a:lnTo>
                  <a:cubicBezTo>
                    <a:pt x="2525" y="322"/>
                    <a:pt x="2596" y="250"/>
                    <a:pt x="2596" y="167"/>
                  </a:cubicBezTo>
                  <a:cubicBezTo>
                    <a:pt x="2596" y="72"/>
                    <a:pt x="2525" y="0"/>
                    <a:pt x="2430" y="0"/>
                  </a:cubicBezTo>
                  <a:close/>
                </a:path>
              </a:pathLst>
            </a:custGeom>
            <a:solidFill>
              <a:srgbClr val="657E9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2" name="Google Shape;542;p4"/>
            <p:cNvSpPr/>
            <p:nvPr/>
          </p:nvSpPr>
          <p:spPr>
            <a:xfrm>
              <a:off x="3329432" y="2031622"/>
              <a:ext cx="121304" cy="10631"/>
            </a:xfrm>
            <a:custGeom>
              <a:rect b="b" l="l" r="r" t="t"/>
              <a:pathLst>
                <a:path extrusionOk="0" h="334" w="3811">
                  <a:moveTo>
                    <a:pt x="167" y="1"/>
                  </a:moveTo>
                  <a:cubicBezTo>
                    <a:pt x="72" y="1"/>
                    <a:pt x="0" y="84"/>
                    <a:pt x="0" y="167"/>
                  </a:cubicBezTo>
                  <a:cubicBezTo>
                    <a:pt x="0" y="263"/>
                    <a:pt x="72" y="334"/>
                    <a:pt x="167" y="334"/>
                  </a:cubicBezTo>
                  <a:lnTo>
                    <a:pt x="3644" y="334"/>
                  </a:lnTo>
                  <a:cubicBezTo>
                    <a:pt x="3739" y="334"/>
                    <a:pt x="3810" y="263"/>
                    <a:pt x="3810" y="167"/>
                  </a:cubicBezTo>
                  <a:cubicBezTo>
                    <a:pt x="3810" y="84"/>
                    <a:pt x="3739" y="1"/>
                    <a:pt x="3644" y="1"/>
                  </a:cubicBezTo>
                  <a:close/>
                </a:path>
              </a:pathLst>
            </a:custGeom>
            <a:solidFill>
              <a:srgbClr val="657E9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3" name="Google Shape;543;p4"/>
            <p:cNvSpPr/>
            <p:nvPr/>
          </p:nvSpPr>
          <p:spPr>
            <a:xfrm>
              <a:off x="3329432" y="2059664"/>
              <a:ext cx="82249" cy="10663"/>
            </a:xfrm>
            <a:custGeom>
              <a:rect b="b" l="l" r="r" t="t"/>
              <a:pathLst>
                <a:path extrusionOk="0" h="335" w="2584">
                  <a:moveTo>
                    <a:pt x="155" y="1"/>
                  </a:moveTo>
                  <a:cubicBezTo>
                    <a:pt x="72" y="1"/>
                    <a:pt x="0" y="72"/>
                    <a:pt x="0" y="167"/>
                  </a:cubicBezTo>
                  <a:cubicBezTo>
                    <a:pt x="0" y="251"/>
                    <a:pt x="72" y="334"/>
                    <a:pt x="155" y="334"/>
                  </a:cubicBezTo>
                  <a:lnTo>
                    <a:pt x="2429" y="334"/>
                  </a:lnTo>
                  <a:cubicBezTo>
                    <a:pt x="2513" y="334"/>
                    <a:pt x="2584" y="251"/>
                    <a:pt x="2584" y="167"/>
                  </a:cubicBezTo>
                  <a:cubicBezTo>
                    <a:pt x="2584" y="72"/>
                    <a:pt x="2513" y="1"/>
                    <a:pt x="2429" y="1"/>
                  </a:cubicBezTo>
                  <a:close/>
                </a:path>
              </a:pathLst>
            </a:custGeom>
            <a:solidFill>
              <a:srgbClr val="657E9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4" name="Google Shape;544;p4"/>
            <p:cNvSpPr/>
            <p:nvPr/>
          </p:nvSpPr>
          <p:spPr>
            <a:xfrm>
              <a:off x="3423777" y="2059664"/>
              <a:ext cx="26960" cy="10663"/>
            </a:xfrm>
            <a:custGeom>
              <a:rect b="b" l="l" r="r" t="t"/>
              <a:pathLst>
                <a:path extrusionOk="0" h="335" w="847">
                  <a:moveTo>
                    <a:pt x="156" y="1"/>
                  </a:moveTo>
                  <a:cubicBezTo>
                    <a:pt x="72" y="1"/>
                    <a:pt x="1" y="72"/>
                    <a:pt x="1" y="167"/>
                  </a:cubicBezTo>
                  <a:cubicBezTo>
                    <a:pt x="1" y="251"/>
                    <a:pt x="72" y="334"/>
                    <a:pt x="156" y="334"/>
                  </a:cubicBezTo>
                  <a:lnTo>
                    <a:pt x="680" y="334"/>
                  </a:lnTo>
                  <a:cubicBezTo>
                    <a:pt x="775" y="334"/>
                    <a:pt x="846" y="251"/>
                    <a:pt x="846" y="167"/>
                  </a:cubicBezTo>
                  <a:cubicBezTo>
                    <a:pt x="846" y="72"/>
                    <a:pt x="775" y="1"/>
                    <a:pt x="680" y="1"/>
                  </a:cubicBezTo>
                  <a:close/>
                </a:path>
              </a:pathLst>
            </a:custGeom>
            <a:solidFill>
              <a:srgbClr val="657E9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45" name="Google Shape;545;p4"/>
          <p:cNvGrpSpPr/>
          <p:nvPr/>
        </p:nvGrpSpPr>
        <p:grpSpPr>
          <a:xfrm>
            <a:off x="2011990" y="1408178"/>
            <a:ext cx="327085" cy="277079"/>
            <a:chOff x="2770052" y="2009628"/>
            <a:chExt cx="327085" cy="277079"/>
          </a:xfrm>
        </p:grpSpPr>
        <p:sp>
          <p:nvSpPr>
            <p:cNvPr id="546" name="Google Shape;546;p4"/>
            <p:cNvSpPr/>
            <p:nvPr/>
          </p:nvSpPr>
          <p:spPr>
            <a:xfrm>
              <a:off x="2770052" y="2023537"/>
              <a:ext cx="327085" cy="263170"/>
            </a:xfrm>
            <a:custGeom>
              <a:rect b="b" l="l" r="r" t="t"/>
              <a:pathLst>
                <a:path extrusionOk="0" h="8268" w="10276">
                  <a:moveTo>
                    <a:pt x="6251" y="2267"/>
                  </a:moveTo>
                  <a:lnTo>
                    <a:pt x="7061" y="2541"/>
                  </a:lnTo>
                  <a:cubicBezTo>
                    <a:pt x="7073" y="2544"/>
                    <a:pt x="7086" y="2545"/>
                    <a:pt x="7098" y="2545"/>
                  </a:cubicBezTo>
                  <a:cubicBezTo>
                    <a:pt x="7136" y="2545"/>
                    <a:pt x="7174" y="2532"/>
                    <a:pt x="7192" y="2505"/>
                  </a:cubicBezTo>
                  <a:lnTo>
                    <a:pt x="7454" y="2314"/>
                  </a:lnTo>
                  <a:lnTo>
                    <a:pt x="9240" y="4660"/>
                  </a:lnTo>
                  <a:lnTo>
                    <a:pt x="8978" y="4874"/>
                  </a:lnTo>
                  <a:cubicBezTo>
                    <a:pt x="8966" y="4862"/>
                    <a:pt x="8942" y="4839"/>
                    <a:pt x="8930" y="4839"/>
                  </a:cubicBezTo>
                  <a:lnTo>
                    <a:pt x="5811" y="3148"/>
                  </a:lnTo>
                  <a:lnTo>
                    <a:pt x="5930" y="2969"/>
                  </a:lnTo>
                  <a:cubicBezTo>
                    <a:pt x="5978" y="2898"/>
                    <a:pt x="5966" y="2803"/>
                    <a:pt x="5894" y="2755"/>
                  </a:cubicBezTo>
                  <a:cubicBezTo>
                    <a:pt x="5864" y="2742"/>
                    <a:pt x="5834" y="2735"/>
                    <a:pt x="5806" y="2735"/>
                  </a:cubicBezTo>
                  <a:cubicBezTo>
                    <a:pt x="5756" y="2735"/>
                    <a:pt x="5710" y="2757"/>
                    <a:pt x="5680" y="2803"/>
                  </a:cubicBezTo>
                  <a:lnTo>
                    <a:pt x="5358" y="3326"/>
                  </a:lnTo>
                  <a:cubicBezTo>
                    <a:pt x="5335" y="3350"/>
                    <a:pt x="5323" y="3374"/>
                    <a:pt x="5323" y="3398"/>
                  </a:cubicBezTo>
                  <a:lnTo>
                    <a:pt x="5323" y="4684"/>
                  </a:lnTo>
                  <a:cubicBezTo>
                    <a:pt x="5323" y="4946"/>
                    <a:pt x="5097" y="5172"/>
                    <a:pt x="4835" y="5172"/>
                  </a:cubicBezTo>
                  <a:cubicBezTo>
                    <a:pt x="4561" y="5172"/>
                    <a:pt x="4346" y="4946"/>
                    <a:pt x="4346" y="4684"/>
                  </a:cubicBezTo>
                  <a:lnTo>
                    <a:pt x="4346" y="3410"/>
                  </a:lnTo>
                  <a:lnTo>
                    <a:pt x="4620" y="2267"/>
                  </a:lnTo>
                  <a:close/>
                  <a:moveTo>
                    <a:pt x="2680" y="1767"/>
                  </a:moveTo>
                  <a:lnTo>
                    <a:pt x="2918" y="1898"/>
                  </a:lnTo>
                  <a:lnTo>
                    <a:pt x="941" y="5303"/>
                  </a:lnTo>
                  <a:lnTo>
                    <a:pt x="703" y="5172"/>
                  </a:lnTo>
                  <a:lnTo>
                    <a:pt x="2680" y="1767"/>
                  </a:lnTo>
                  <a:close/>
                  <a:moveTo>
                    <a:pt x="3180" y="4743"/>
                  </a:moveTo>
                  <a:cubicBezTo>
                    <a:pt x="3287" y="4743"/>
                    <a:pt x="3370" y="4779"/>
                    <a:pt x="3442" y="4874"/>
                  </a:cubicBezTo>
                  <a:cubicBezTo>
                    <a:pt x="3561" y="5017"/>
                    <a:pt x="3525" y="5231"/>
                    <a:pt x="3370" y="5339"/>
                  </a:cubicBezTo>
                  <a:lnTo>
                    <a:pt x="2322" y="6112"/>
                  </a:lnTo>
                  <a:cubicBezTo>
                    <a:pt x="2262" y="6150"/>
                    <a:pt x="2194" y="6169"/>
                    <a:pt x="2127" y="6169"/>
                  </a:cubicBezTo>
                  <a:cubicBezTo>
                    <a:pt x="2023" y="6169"/>
                    <a:pt x="1923" y="6123"/>
                    <a:pt x="1858" y="6029"/>
                  </a:cubicBezTo>
                  <a:cubicBezTo>
                    <a:pt x="1751" y="5886"/>
                    <a:pt x="1787" y="5672"/>
                    <a:pt x="1929" y="5565"/>
                  </a:cubicBezTo>
                  <a:lnTo>
                    <a:pt x="2989" y="4803"/>
                  </a:lnTo>
                  <a:cubicBezTo>
                    <a:pt x="3049" y="4755"/>
                    <a:pt x="3120" y="4743"/>
                    <a:pt x="3180" y="4743"/>
                  </a:cubicBezTo>
                  <a:close/>
                  <a:moveTo>
                    <a:pt x="3775" y="5493"/>
                  </a:moveTo>
                  <a:cubicBezTo>
                    <a:pt x="3870" y="5493"/>
                    <a:pt x="3954" y="5553"/>
                    <a:pt x="4013" y="5636"/>
                  </a:cubicBezTo>
                  <a:cubicBezTo>
                    <a:pt x="4132" y="5779"/>
                    <a:pt x="4085" y="5993"/>
                    <a:pt x="3942" y="6089"/>
                  </a:cubicBezTo>
                  <a:lnTo>
                    <a:pt x="3132" y="6708"/>
                  </a:lnTo>
                  <a:cubicBezTo>
                    <a:pt x="3076" y="6745"/>
                    <a:pt x="3013" y="6764"/>
                    <a:pt x="2949" y="6764"/>
                  </a:cubicBezTo>
                  <a:cubicBezTo>
                    <a:pt x="2851" y="6764"/>
                    <a:pt x="2752" y="6718"/>
                    <a:pt x="2680" y="6624"/>
                  </a:cubicBezTo>
                  <a:cubicBezTo>
                    <a:pt x="2572" y="6482"/>
                    <a:pt x="2596" y="6255"/>
                    <a:pt x="2751" y="6148"/>
                  </a:cubicBezTo>
                  <a:lnTo>
                    <a:pt x="3537" y="5589"/>
                  </a:lnTo>
                  <a:cubicBezTo>
                    <a:pt x="3573" y="5565"/>
                    <a:pt x="3596" y="5541"/>
                    <a:pt x="3620" y="5529"/>
                  </a:cubicBezTo>
                  <a:cubicBezTo>
                    <a:pt x="3668" y="5517"/>
                    <a:pt x="3715" y="5493"/>
                    <a:pt x="3775" y="5493"/>
                  </a:cubicBezTo>
                  <a:close/>
                  <a:moveTo>
                    <a:pt x="4359" y="6281"/>
                  </a:moveTo>
                  <a:cubicBezTo>
                    <a:pt x="4454" y="6281"/>
                    <a:pt x="4550" y="6321"/>
                    <a:pt x="4620" y="6398"/>
                  </a:cubicBezTo>
                  <a:cubicBezTo>
                    <a:pt x="4739" y="6553"/>
                    <a:pt x="4704" y="6755"/>
                    <a:pt x="4549" y="6863"/>
                  </a:cubicBezTo>
                  <a:lnTo>
                    <a:pt x="3954" y="7303"/>
                  </a:lnTo>
                  <a:cubicBezTo>
                    <a:pt x="3898" y="7331"/>
                    <a:pt x="3829" y="7358"/>
                    <a:pt x="3767" y="7358"/>
                  </a:cubicBezTo>
                  <a:cubicBezTo>
                    <a:pt x="3749" y="7358"/>
                    <a:pt x="3732" y="7356"/>
                    <a:pt x="3715" y="7351"/>
                  </a:cubicBezTo>
                  <a:cubicBezTo>
                    <a:pt x="3620" y="7339"/>
                    <a:pt x="3549" y="7303"/>
                    <a:pt x="3513" y="7220"/>
                  </a:cubicBezTo>
                  <a:cubicBezTo>
                    <a:pt x="3406" y="7077"/>
                    <a:pt x="3430" y="6863"/>
                    <a:pt x="3584" y="6755"/>
                  </a:cubicBezTo>
                  <a:lnTo>
                    <a:pt x="4144" y="6363"/>
                  </a:lnTo>
                  <a:lnTo>
                    <a:pt x="4168" y="6339"/>
                  </a:lnTo>
                  <a:cubicBezTo>
                    <a:pt x="4226" y="6300"/>
                    <a:pt x="4292" y="6281"/>
                    <a:pt x="4359" y="6281"/>
                  </a:cubicBezTo>
                  <a:close/>
                  <a:moveTo>
                    <a:pt x="2870" y="2553"/>
                  </a:moveTo>
                  <a:lnTo>
                    <a:pt x="3156" y="2707"/>
                  </a:lnTo>
                  <a:cubicBezTo>
                    <a:pt x="3173" y="2725"/>
                    <a:pt x="3197" y="2736"/>
                    <a:pt x="3218" y="2736"/>
                  </a:cubicBezTo>
                  <a:cubicBezTo>
                    <a:pt x="3226" y="2736"/>
                    <a:pt x="3233" y="2734"/>
                    <a:pt x="3239" y="2731"/>
                  </a:cubicBezTo>
                  <a:lnTo>
                    <a:pt x="3942" y="2636"/>
                  </a:lnTo>
                  <a:lnTo>
                    <a:pt x="4192" y="2743"/>
                  </a:lnTo>
                  <a:lnTo>
                    <a:pt x="4049" y="3338"/>
                  </a:lnTo>
                  <a:lnTo>
                    <a:pt x="4049" y="3362"/>
                  </a:lnTo>
                  <a:lnTo>
                    <a:pt x="4049" y="4648"/>
                  </a:lnTo>
                  <a:cubicBezTo>
                    <a:pt x="4049" y="5077"/>
                    <a:pt x="4406" y="5434"/>
                    <a:pt x="4835" y="5434"/>
                  </a:cubicBezTo>
                  <a:cubicBezTo>
                    <a:pt x="5263" y="5434"/>
                    <a:pt x="5620" y="5077"/>
                    <a:pt x="5620" y="4648"/>
                  </a:cubicBezTo>
                  <a:lnTo>
                    <a:pt x="5620" y="3410"/>
                  </a:lnTo>
                  <a:lnTo>
                    <a:pt x="5656" y="3362"/>
                  </a:lnTo>
                  <a:lnTo>
                    <a:pt x="8776" y="5065"/>
                  </a:lnTo>
                  <a:cubicBezTo>
                    <a:pt x="8942" y="5184"/>
                    <a:pt x="9002" y="5374"/>
                    <a:pt x="8907" y="5541"/>
                  </a:cubicBezTo>
                  <a:cubicBezTo>
                    <a:pt x="8850" y="5654"/>
                    <a:pt x="8745" y="5717"/>
                    <a:pt x="8631" y="5717"/>
                  </a:cubicBezTo>
                  <a:cubicBezTo>
                    <a:pt x="8576" y="5717"/>
                    <a:pt x="8520" y="5703"/>
                    <a:pt x="8466" y="5672"/>
                  </a:cubicBezTo>
                  <a:lnTo>
                    <a:pt x="6740" y="4743"/>
                  </a:lnTo>
                  <a:cubicBezTo>
                    <a:pt x="6711" y="4727"/>
                    <a:pt x="6682" y="4719"/>
                    <a:pt x="6655" y="4719"/>
                  </a:cubicBezTo>
                  <a:cubicBezTo>
                    <a:pt x="6603" y="4719"/>
                    <a:pt x="6557" y="4748"/>
                    <a:pt x="6525" y="4803"/>
                  </a:cubicBezTo>
                  <a:cubicBezTo>
                    <a:pt x="6490" y="4874"/>
                    <a:pt x="6513" y="4958"/>
                    <a:pt x="6585" y="5005"/>
                  </a:cubicBezTo>
                  <a:lnTo>
                    <a:pt x="8037" y="5791"/>
                  </a:lnTo>
                  <a:cubicBezTo>
                    <a:pt x="8192" y="5886"/>
                    <a:pt x="8252" y="6077"/>
                    <a:pt x="8168" y="6243"/>
                  </a:cubicBezTo>
                  <a:cubicBezTo>
                    <a:pt x="8104" y="6356"/>
                    <a:pt x="7996" y="6415"/>
                    <a:pt x="7881" y="6415"/>
                  </a:cubicBezTo>
                  <a:cubicBezTo>
                    <a:pt x="7826" y="6415"/>
                    <a:pt x="7770" y="6401"/>
                    <a:pt x="7716" y="6374"/>
                  </a:cubicBezTo>
                  <a:lnTo>
                    <a:pt x="6251" y="5565"/>
                  </a:lnTo>
                  <a:cubicBezTo>
                    <a:pt x="6226" y="5554"/>
                    <a:pt x="6200" y="5548"/>
                    <a:pt x="6175" y="5548"/>
                  </a:cubicBezTo>
                  <a:cubicBezTo>
                    <a:pt x="6120" y="5548"/>
                    <a:pt x="6070" y="5575"/>
                    <a:pt x="6037" y="5624"/>
                  </a:cubicBezTo>
                  <a:cubicBezTo>
                    <a:pt x="5990" y="5708"/>
                    <a:pt x="6025" y="5791"/>
                    <a:pt x="6097" y="5839"/>
                  </a:cubicBezTo>
                  <a:lnTo>
                    <a:pt x="7287" y="6493"/>
                  </a:lnTo>
                  <a:cubicBezTo>
                    <a:pt x="7454" y="6577"/>
                    <a:pt x="7514" y="6779"/>
                    <a:pt x="7418" y="6934"/>
                  </a:cubicBezTo>
                  <a:cubicBezTo>
                    <a:pt x="7360" y="7050"/>
                    <a:pt x="7250" y="7114"/>
                    <a:pt x="7132" y="7114"/>
                  </a:cubicBezTo>
                  <a:cubicBezTo>
                    <a:pt x="7081" y="7114"/>
                    <a:pt x="7028" y="7102"/>
                    <a:pt x="6978" y="7077"/>
                  </a:cubicBezTo>
                  <a:lnTo>
                    <a:pt x="5728" y="6386"/>
                  </a:lnTo>
                  <a:cubicBezTo>
                    <a:pt x="5705" y="6371"/>
                    <a:pt x="5680" y="6365"/>
                    <a:pt x="5655" y="6365"/>
                  </a:cubicBezTo>
                  <a:cubicBezTo>
                    <a:pt x="5601" y="6365"/>
                    <a:pt x="5546" y="6397"/>
                    <a:pt x="5513" y="6446"/>
                  </a:cubicBezTo>
                  <a:cubicBezTo>
                    <a:pt x="5478" y="6517"/>
                    <a:pt x="5501" y="6613"/>
                    <a:pt x="5573" y="6660"/>
                  </a:cubicBezTo>
                  <a:lnTo>
                    <a:pt x="6549" y="7172"/>
                  </a:lnTo>
                  <a:cubicBezTo>
                    <a:pt x="6704" y="7267"/>
                    <a:pt x="6763" y="7458"/>
                    <a:pt x="6680" y="7625"/>
                  </a:cubicBezTo>
                  <a:cubicBezTo>
                    <a:pt x="6616" y="7737"/>
                    <a:pt x="6508" y="7801"/>
                    <a:pt x="6393" y="7801"/>
                  </a:cubicBezTo>
                  <a:cubicBezTo>
                    <a:pt x="6338" y="7801"/>
                    <a:pt x="6282" y="7786"/>
                    <a:pt x="6228" y="7756"/>
                  </a:cubicBezTo>
                  <a:lnTo>
                    <a:pt x="5549" y="7386"/>
                  </a:lnTo>
                  <a:cubicBezTo>
                    <a:pt x="5549" y="7255"/>
                    <a:pt x="5501" y="7101"/>
                    <a:pt x="5406" y="6994"/>
                  </a:cubicBezTo>
                  <a:cubicBezTo>
                    <a:pt x="5299" y="6851"/>
                    <a:pt x="5132" y="6755"/>
                    <a:pt x="4954" y="6744"/>
                  </a:cubicBezTo>
                  <a:lnTo>
                    <a:pt x="4954" y="6696"/>
                  </a:lnTo>
                  <a:cubicBezTo>
                    <a:pt x="4977" y="6541"/>
                    <a:pt x="4930" y="6363"/>
                    <a:pt x="4835" y="6220"/>
                  </a:cubicBezTo>
                  <a:cubicBezTo>
                    <a:pt x="4716" y="6077"/>
                    <a:pt x="4549" y="5982"/>
                    <a:pt x="4370" y="5970"/>
                  </a:cubicBezTo>
                  <a:lnTo>
                    <a:pt x="4370" y="5922"/>
                  </a:lnTo>
                  <a:cubicBezTo>
                    <a:pt x="4406" y="5767"/>
                    <a:pt x="4358" y="5589"/>
                    <a:pt x="4251" y="5446"/>
                  </a:cubicBezTo>
                  <a:cubicBezTo>
                    <a:pt x="4132" y="5303"/>
                    <a:pt x="3965" y="5208"/>
                    <a:pt x="3787" y="5196"/>
                  </a:cubicBezTo>
                  <a:lnTo>
                    <a:pt x="3787" y="5148"/>
                  </a:lnTo>
                  <a:cubicBezTo>
                    <a:pt x="3823" y="4993"/>
                    <a:pt x="3775" y="4815"/>
                    <a:pt x="3668" y="4672"/>
                  </a:cubicBezTo>
                  <a:cubicBezTo>
                    <a:pt x="3547" y="4516"/>
                    <a:pt x="3359" y="4432"/>
                    <a:pt x="3172" y="4432"/>
                  </a:cubicBezTo>
                  <a:cubicBezTo>
                    <a:pt x="3044" y="4432"/>
                    <a:pt x="2917" y="4471"/>
                    <a:pt x="2811" y="4553"/>
                  </a:cubicBezTo>
                  <a:lnTo>
                    <a:pt x="1763" y="5315"/>
                  </a:lnTo>
                  <a:lnTo>
                    <a:pt x="1394" y="5112"/>
                  </a:lnTo>
                  <a:lnTo>
                    <a:pt x="2870" y="2553"/>
                  </a:lnTo>
                  <a:close/>
                  <a:moveTo>
                    <a:pt x="4936" y="7026"/>
                  </a:moveTo>
                  <a:cubicBezTo>
                    <a:pt x="5036" y="7026"/>
                    <a:pt x="5132" y="7070"/>
                    <a:pt x="5204" y="7148"/>
                  </a:cubicBezTo>
                  <a:cubicBezTo>
                    <a:pt x="5251" y="7244"/>
                    <a:pt x="5275" y="7315"/>
                    <a:pt x="5263" y="7398"/>
                  </a:cubicBezTo>
                  <a:cubicBezTo>
                    <a:pt x="5251" y="7494"/>
                    <a:pt x="5204" y="7565"/>
                    <a:pt x="5132" y="7625"/>
                  </a:cubicBezTo>
                  <a:lnTo>
                    <a:pt x="4787" y="7875"/>
                  </a:lnTo>
                  <a:cubicBezTo>
                    <a:pt x="4729" y="7918"/>
                    <a:pt x="4658" y="7940"/>
                    <a:pt x="4588" y="7940"/>
                  </a:cubicBezTo>
                  <a:cubicBezTo>
                    <a:pt x="4487" y="7940"/>
                    <a:pt x="4386" y="7895"/>
                    <a:pt x="4323" y="7803"/>
                  </a:cubicBezTo>
                  <a:cubicBezTo>
                    <a:pt x="4215" y="7660"/>
                    <a:pt x="4251" y="7446"/>
                    <a:pt x="4406" y="7339"/>
                  </a:cubicBezTo>
                  <a:lnTo>
                    <a:pt x="4727" y="7101"/>
                  </a:lnTo>
                  <a:lnTo>
                    <a:pt x="4739" y="7089"/>
                  </a:lnTo>
                  <a:cubicBezTo>
                    <a:pt x="4802" y="7046"/>
                    <a:pt x="4870" y="7026"/>
                    <a:pt x="4936" y="7026"/>
                  </a:cubicBezTo>
                  <a:close/>
                  <a:moveTo>
                    <a:pt x="180" y="0"/>
                  </a:moveTo>
                  <a:cubicBezTo>
                    <a:pt x="125" y="0"/>
                    <a:pt x="69" y="27"/>
                    <a:pt x="36" y="76"/>
                  </a:cubicBezTo>
                  <a:cubicBezTo>
                    <a:pt x="1" y="159"/>
                    <a:pt x="24" y="243"/>
                    <a:pt x="96" y="290"/>
                  </a:cubicBezTo>
                  <a:lnTo>
                    <a:pt x="2382" y="1600"/>
                  </a:lnTo>
                  <a:lnTo>
                    <a:pt x="405" y="5005"/>
                  </a:lnTo>
                  <a:lnTo>
                    <a:pt x="251" y="4922"/>
                  </a:lnTo>
                  <a:cubicBezTo>
                    <a:pt x="221" y="4905"/>
                    <a:pt x="192" y="4897"/>
                    <a:pt x="164" y="4897"/>
                  </a:cubicBezTo>
                  <a:cubicBezTo>
                    <a:pt x="113" y="4897"/>
                    <a:pt x="67" y="4923"/>
                    <a:pt x="36" y="4969"/>
                  </a:cubicBezTo>
                  <a:cubicBezTo>
                    <a:pt x="1" y="5053"/>
                    <a:pt x="24" y="5136"/>
                    <a:pt x="96" y="5184"/>
                  </a:cubicBezTo>
                  <a:lnTo>
                    <a:pt x="882" y="5648"/>
                  </a:lnTo>
                  <a:cubicBezTo>
                    <a:pt x="908" y="5663"/>
                    <a:pt x="934" y="5670"/>
                    <a:pt x="959" y="5670"/>
                  </a:cubicBezTo>
                  <a:cubicBezTo>
                    <a:pt x="1014" y="5670"/>
                    <a:pt x="1063" y="5638"/>
                    <a:pt x="1096" y="5589"/>
                  </a:cubicBezTo>
                  <a:lnTo>
                    <a:pt x="1215" y="5398"/>
                  </a:lnTo>
                  <a:lnTo>
                    <a:pt x="1537" y="5565"/>
                  </a:lnTo>
                  <a:cubicBezTo>
                    <a:pt x="1441" y="5779"/>
                    <a:pt x="1453" y="6029"/>
                    <a:pt x="1584" y="6220"/>
                  </a:cubicBezTo>
                  <a:cubicBezTo>
                    <a:pt x="1703" y="6386"/>
                    <a:pt x="1894" y="6482"/>
                    <a:pt x="2096" y="6482"/>
                  </a:cubicBezTo>
                  <a:cubicBezTo>
                    <a:pt x="2156" y="6482"/>
                    <a:pt x="2227" y="6458"/>
                    <a:pt x="2287" y="6446"/>
                  </a:cubicBezTo>
                  <a:cubicBezTo>
                    <a:pt x="2287" y="6577"/>
                    <a:pt x="2334" y="6720"/>
                    <a:pt x="2406" y="6815"/>
                  </a:cubicBezTo>
                  <a:cubicBezTo>
                    <a:pt x="2525" y="6982"/>
                    <a:pt x="2715" y="7077"/>
                    <a:pt x="2906" y="7077"/>
                  </a:cubicBezTo>
                  <a:cubicBezTo>
                    <a:pt x="2965" y="7077"/>
                    <a:pt x="3049" y="7053"/>
                    <a:pt x="3108" y="7041"/>
                  </a:cubicBezTo>
                  <a:cubicBezTo>
                    <a:pt x="3108" y="7160"/>
                    <a:pt x="3144" y="7291"/>
                    <a:pt x="3227" y="7398"/>
                  </a:cubicBezTo>
                  <a:cubicBezTo>
                    <a:pt x="3323" y="7529"/>
                    <a:pt x="3465" y="7625"/>
                    <a:pt x="3644" y="7648"/>
                  </a:cubicBezTo>
                  <a:cubicBezTo>
                    <a:pt x="3668" y="7648"/>
                    <a:pt x="3715" y="7672"/>
                    <a:pt x="3739" y="7672"/>
                  </a:cubicBezTo>
                  <a:cubicBezTo>
                    <a:pt x="3799" y="7672"/>
                    <a:pt x="3882" y="7648"/>
                    <a:pt x="3942" y="7636"/>
                  </a:cubicBezTo>
                  <a:cubicBezTo>
                    <a:pt x="3942" y="7767"/>
                    <a:pt x="3977" y="7886"/>
                    <a:pt x="4061" y="7994"/>
                  </a:cubicBezTo>
                  <a:cubicBezTo>
                    <a:pt x="4156" y="8125"/>
                    <a:pt x="4299" y="8220"/>
                    <a:pt x="4477" y="8244"/>
                  </a:cubicBezTo>
                  <a:cubicBezTo>
                    <a:pt x="4501" y="8244"/>
                    <a:pt x="4549" y="8267"/>
                    <a:pt x="4573" y="8267"/>
                  </a:cubicBezTo>
                  <a:cubicBezTo>
                    <a:pt x="4716" y="8267"/>
                    <a:pt x="4835" y="8220"/>
                    <a:pt x="4954" y="8148"/>
                  </a:cubicBezTo>
                  <a:lnTo>
                    <a:pt x="5287" y="7886"/>
                  </a:lnTo>
                  <a:cubicBezTo>
                    <a:pt x="5370" y="7827"/>
                    <a:pt x="5430" y="7767"/>
                    <a:pt x="5466" y="7684"/>
                  </a:cubicBezTo>
                  <a:lnTo>
                    <a:pt x="6085" y="8029"/>
                  </a:lnTo>
                  <a:cubicBezTo>
                    <a:pt x="6168" y="8077"/>
                    <a:pt x="6275" y="8101"/>
                    <a:pt x="6382" y="8101"/>
                  </a:cubicBezTo>
                  <a:cubicBezTo>
                    <a:pt x="6442" y="8101"/>
                    <a:pt x="6501" y="8089"/>
                    <a:pt x="6561" y="8077"/>
                  </a:cubicBezTo>
                  <a:cubicBezTo>
                    <a:pt x="6716" y="8029"/>
                    <a:pt x="6859" y="7922"/>
                    <a:pt x="6930" y="7779"/>
                  </a:cubicBezTo>
                  <a:cubicBezTo>
                    <a:pt x="6990" y="7648"/>
                    <a:pt x="7013" y="7529"/>
                    <a:pt x="7002" y="7398"/>
                  </a:cubicBezTo>
                  <a:cubicBezTo>
                    <a:pt x="7049" y="7398"/>
                    <a:pt x="7073" y="7422"/>
                    <a:pt x="7121" y="7422"/>
                  </a:cubicBezTo>
                  <a:cubicBezTo>
                    <a:pt x="7347" y="7422"/>
                    <a:pt x="7573" y="7303"/>
                    <a:pt x="7668" y="7089"/>
                  </a:cubicBezTo>
                  <a:cubicBezTo>
                    <a:pt x="7728" y="6970"/>
                    <a:pt x="7764" y="6839"/>
                    <a:pt x="7752" y="6720"/>
                  </a:cubicBezTo>
                  <a:cubicBezTo>
                    <a:pt x="7787" y="6720"/>
                    <a:pt x="7823" y="6732"/>
                    <a:pt x="7871" y="6732"/>
                  </a:cubicBezTo>
                  <a:cubicBezTo>
                    <a:pt x="8085" y="6732"/>
                    <a:pt x="8311" y="6613"/>
                    <a:pt x="8418" y="6410"/>
                  </a:cubicBezTo>
                  <a:cubicBezTo>
                    <a:pt x="8478" y="6291"/>
                    <a:pt x="8502" y="6172"/>
                    <a:pt x="8490" y="6029"/>
                  </a:cubicBezTo>
                  <a:cubicBezTo>
                    <a:pt x="8537" y="6029"/>
                    <a:pt x="8561" y="6053"/>
                    <a:pt x="8609" y="6053"/>
                  </a:cubicBezTo>
                  <a:cubicBezTo>
                    <a:pt x="8668" y="6053"/>
                    <a:pt x="8728" y="6029"/>
                    <a:pt x="8787" y="6017"/>
                  </a:cubicBezTo>
                  <a:cubicBezTo>
                    <a:pt x="8954" y="5970"/>
                    <a:pt x="9085" y="5874"/>
                    <a:pt x="9157" y="5720"/>
                  </a:cubicBezTo>
                  <a:cubicBezTo>
                    <a:pt x="9240" y="5577"/>
                    <a:pt x="9264" y="5410"/>
                    <a:pt x="9204" y="5243"/>
                  </a:cubicBezTo>
                  <a:cubicBezTo>
                    <a:pt x="9192" y="5196"/>
                    <a:pt x="9180" y="5172"/>
                    <a:pt x="9157" y="5136"/>
                  </a:cubicBezTo>
                  <a:lnTo>
                    <a:pt x="9430" y="4946"/>
                  </a:lnTo>
                  <a:lnTo>
                    <a:pt x="9561" y="5124"/>
                  </a:lnTo>
                  <a:cubicBezTo>
                    <a:pt x="9591" y="5161"/>
                    <a:pt x="9644" y="5180"/>
                    <a:pt x="9694" y="5180"/>
                  </a:cubicBezTo>
                  <a:cubicBezTo>
                    <a:pt x="9724" y="5180"/>
                    <a:pt x="9753" y="5173"/>
                    <a:pt x="9776" y="5160"/>
                  </a:cubicBezTo>
                  <a:lnTo>
                    <a:pt x="10192" y="4827"/>
                  </a:lnTo>
                  <a:cubicBezTo>
                    <a:pt x="10264" y="4743"/>
                    <a:pt x="10276" y="4648"/>
                    <a:pt x="10240" y="4577"/>
                  </a:cubicBezTo>
                  <a:cubicBezTo>
                    <a:pt x="10210" y="4539"/>
                    <a:pt x="10157" y="4521"/>
                    <a:pt x="10107" y="4521"/>
                  </a:cubicBezTo>
                  <a:cubicBezTo>
                    <a:pt x="10077" y="4521"/>
                    <a:pt x="10048" y="4527"/>
                    <a:pt x="10026" y="4541"/>
                  </a:cubicBezTo>
                  <a:lnTo>
                    <a:pt x="9728" y="4779"/>
                  </a:lnTo>
                  <a:lnTo>
                    <a:pt x="7347" y="1671"/>
                  </a:lnTo>
                  <a:lnTo>
                    <a:pt x="8704" y="790"/>
                  </a:lnTo>
                  <a:cubicBezTo>
                    <a:pt x="8776" y="755"/>
                    <a:pt x="8787" y="659"/>
                    <a:pt x="8752" y="588"/>
                  </a:cubicBezTo>
                  <a:cubicBezTo>
                    <a:pt x="8721" y="542"/>
                    <a:pt x="8670" y="516"/>
                    <a:pt x="8619" y="516"/>
                  </a:cubicBezTo>
                  <a:cubicBezTo>
                    <a:pt x="8591" y="516"/>
                    <a:pt x="8563" y="523"/>
                    <a:pt x="8537" y="540"/>
                  </a:cubicBezTo>
                  <a:lnTo>
                    <a:pt x="7049" y="1493"/>
                  </a:lnTo>
                  <a:cubicBezTo>
                    <a:pt x="6978" y="1540"/>
                    <a:pt x="6966" y="1648"/>
                    <a:pt x="7002" y="1719"/>
                  </a:cubicBezTo>
                  <a:lnTo>
                    <a:pt x="7275" y="2076"/>
                  </a:lnTo>
                  <a:lnTo>
                    <a:pt x="7085" y="2219"/>
                  </a:lnTo>
                  <a:lnTo>
                    <a:pt x="6311" y="1969"/>
                  </a:lnTo>
                  <a:cubicBezTo>
                    <a:pt x="6287" y="1969"/>
                    <a:pt x="6275" y="1957"/>
                    <a:pt x="6263" y="1957"/>
                  </a:cubicBezTo>
                  <a:lnTo>
                    <a:pt x="4501" y="1957"/>
                  </a:lnTo>
                  <a:cubicBezTo>
                    <a:pt x="4430" y="1957"/>
                    <a:pt x="4370" y="2005"/>
                    <a:pt x="4358" y="2076"/>
                  </a:cubicBezTo>
                  <a:lnTo>
                    <a:pt x="4251" y="2481"/>
                  </a:lnTo>
                  <a:lnTo>
                    <a:pt x="4001" y="2374"/>
                  </a:lnTo>
                  <a:cubicBezTo>
                    <a:pt x="3965" y="2362"/>
                    <a:pt x="3954" y="2362"/>
                    <a:pt x="3930" y="2362"/>
                  </a:cubicBezTo>
                  <a:lnTo>
                    <a:pt x="3227" y="2433"/>
                  </a:lnTo>
                  <a:lnTo>
                    <a:pt x="2989" y="2302"/>
                  </a:lnTo>
                  <a:lnTo>
                    <a:pt x="3215" y="1910"/>
                  </a:lnTo>
                  <a:cubicBezTo>
                    <a:pt x="3251" y="1838"/>
                    <a:pt x="3227" y="1743"/>
                    <a:pt x="3156" y="1707"/>
                  </a:cubicBezTo>
                  <a:lnTo>
                    <a:pt x="251" y="16"/>
                  </a:lnTo>
                  <a:cubicBezTo>
                    <a:pt x="229" y="5"/>
                    <a:pt x="204" y="0"/>
                    <a:pt x="180" y="0"/>
                  </a:cubicBezTo>
                  <a:close/>
                </a:path>
              </a:pathLst>
            </a:custGeom>
            <a:solidFill>
              <a:srgbClr val="657E9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7" name="Google Shape;547;p4"/>
            <p:cNvSpPr/>
            <p:nvPr/>
          </p:nvSpPr>
          <p:spPr>
            <a:xfrm>
              <a:off x="3059960" y="2009628"/>
              <a:ext cx="37177" cy="26960"/>
            </a:xfrm>
            <a:custGeom>
              <a:rect b="b" l="l" r="r" t="t"/>
              <a:pathLst>
                <a:path extrusionOk="0" h="847" w="1168">
                  <a:moveTo>
                    <a:pt x="999" y="0"/>
                  </a:moveTo>
                  <a:cubicBezTo>
                    <a:pt x="971" y="0"/>
                    <a:pt x="943" y="8"/>
                    <a:pt x="918" y="25"/>
                  </a:cubicBezTo>
                  <a:lnTo>
                    <a:pt x="84" y="561"/>
                  </a:lnTo>
                  <a:cubicBezTo>
                    <a:pt x="13" y="608"/>
                    <a:pt x="1" y="692"/>
                    <a:pt x="37" y="775"/>
                  </a:cubicBezTo>
                  <a:cubicBezTo>
                    <a:pt x="72" y="811"/>
                    <a:pt x="120" y="846"/>
                    <a:pt x="156" y="846"/>
                  </a:cubicBezTo>
                  <a:cubicBezTo>
                    <a:pt x="191" y="846"/>
                    <a:pt x="215" y="823"/>
                    <a:pt x="239" y="811"/>
                  </a:cubicBezTo>
                  <a:lnTo>
                    <a:pt x="1073" y="275"/>
                  </a:lnTo>
                  <a:cubicBezTo>
                    <a:pt x="1156" y="239"/>
                    <a:pt x="1168" y="144"/>
                    <a:pt x="1132" y="72"/>
                  </a:cubicBezTo>
                  <a:cubicBezTo>
                    <a:pt x="1101" y="26"/>
                    <a:pt x="1051" y="0"/>
                    <a:pt x="999" y="0"/>
                  </a:cubicBezTo>
                  <a:close/>
                </a:path>
              </a:pathLst>
            </a:custGeom>
            <a:solidFill>
              <a:srgbClr val="657E9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48" name="Google Shape;548;p4"/>
          <p:cNvGrpSpPr/>
          <p:nvPr/>
        </p:nvGrpSpPr>
        <p:grpSpPr>
          <a:xfrm>
            <a:off x="6388662" y="1341666"/>
            <a:ext cx="344879" cy="343573"/>
            <a:chOff x="4195399" y="1970604"/>
            <a:chExt cx="344879" cy="343573"/>
          </a:xfrm>
        </p:grpSpPr>
        <p:sp>
          <p:nvSpPr>
            <p:cNvPr id="549" name="Google Shape;549;p4"/>
            <p:cNvSpPr/>
            <p:nvPr/>
          </p:nvSpPr>
          <p:spPr>
            <a:xfrm>
              <a:off x="4195399" y="1970604"/>
              <a:ext cx="344878" cy="343573"/>
            </a:xfrm>
            <a:custGeom>
              <a:rect b="b" l="l" r="r" t="t"/>
              <a:pathLst>
                <a:path extrusionOk="0" h="10794" w="10835">
                  <a:moveTo>
                    <a:pt x="4155" y="6287"/>
                  </a:moveTo>
                  <a:cubicBezTo>
                    <a:pt x="4274" y="6418"/>
                    <a:pt x="4417" y="6561"/>
                    <a:pt x="4572" y="6704"/>
                  </a:cubicBezTo>
                  <a:lnTo>
                    <a:pt x="3977" y="7299"/>
                  </a:lnTo>
                  <a:lnTo>
                    <a:pt x="3929" y="7252"/>
                  </a:lnTo>
                  <a:lnTo>
                    <a:pt x="3596" y="6918"/>
                  </a:lnTo>
                  <a:lnTo>
                    <a:pt x="3560" y="6883"/>
                  </a:lnTo>
                  <a:lnTo>
                    <a:pt x="4155" y="6287"/>
                  </a:lnTo>
                  <a:close/>
                  <a:moveTo>
                    <a:pt x="3203" y="7064"/>
                  </a:moveTo>
                  <a:cubicBezTo>
                    <a:pt x="3271" y="7064"/>
                    <a:pt x="3340" y="7091"/>
                    <a:pt x="3393" y="7144"/>
                  </a:cubicBezTo>
                  <a:lnTo>
                    <a:pt x="3715" y="7478"/>
                  </a:lnTo>
                  <a:cubicBezTo>
                    <a:pt x="3810" y="7573"/>
                    <a:pt x="3822" y="7740"/>
                    <a:pt x="3715" y="7847"/>
                  </a:cubicBezTo>
                  <a:lnTo>
                    <a:pt x="3524" y="8037"/>
                  </a:lnTo>
                  <a:lnTo>
                    <a:pt x="2822" y="7335"/>
                  </a:lnTo>
                  <a:lnTo>
                    <a:pt x="3012" y="7144"/>
                  </a:lnTo>
                  <a:cubicBezTo>
                    <a:pt x="3066" y="7091"/>
                    <a:pt x="3134" y="7064"/>
                    <a:pt x="3203" y="7064"/>
                  </a:cubicBezTo>
                  <a:close/>
                  <a:moveTo>
                    <a:pt x="2608" y="7549"/>
                  </a:moveTo>
                  <a:lnTo>
                    <a:pt x="3298" y="8252"/>
                  </a:lnTo>
                  <a:lnTo>
                    <a:pt x="1143" y="10407"/>
                  </a:lnTo>
                  <a:cubicBezTo>
                    <a:pt x="1089" y="10460"/>
                    <a:pt x="1024" y="10487"/>
                    <a:pt x="959" y="10487"/>
                  </a:cubicBezTo>
                  <a:cubicBezTo>
                    <a:pt x="893" y="10487"/>
                    <a:pt x="828" y="10460"/>
                    <a:pt x="774" y="10407"/>
                  </a:cubicBezTo>
                  <a:lnTo>
                    <a:pt x="441" y="10073"/>
                  </a:lnTo>
                  <a:cubicBezTo>
                    <a:pt x="345" y="9978"/>
                    <a:pt x="345" y="9811"/>
                    <a:pt x="441" y="9704"/>
                  </a:cubicBezTo>
                  <a:lnTo>
                    <a:pt x="2608" y="7549"/>
                  </a:lnTo>
                  <a:close/>
                  <a:moveTo>
                    <a:pt x="7037" y="1"/>
                  </a:moveTo>
                  <a:cubicBezTo>
                    <a:pt x="3941" y="1"/>
                    <a:pt x="2155" y="3513"/>
                    <a:pt x="3953" y="6013"/>
                  </a:cubicBezTo>
                  <a:lnTo>
                    <a:pt x="3239" y="6728"/>
                  </a:lnTo>
                  <a:cubicBezTo>
                    <a:pt x="3224" y="6727"/>
                    <a:pt x="3209" y="6726"/>
                    <a:pt x="3194" y="6726"/>
                  </a:cubicBezTo>
                  <a:cubicBezTo>
                    <a:pt x="3036" y="6726"/>
                    <a:pt x="2907" y="6785"/>
                    <a:pt x="2798" y="6894"/>
                  </a:cubicBezTo>
                  <a:lnTo>
                    <a:pt x="226" y="9466"/>
                  </a:lnTo>
                  <a:cubicBezTo>
                    <a:pt x="0" y="9692"/>
                    <a:pt x="0" y="10061"/>
                    <a:pt x="226" y="10288"/>
                  </a:cubicBezTo>
                  <a:lnTo>
                    <a:pt x="548" y="10633"/>
                  </a:lnTo>
                  <a:cubicBezTo>
                    <a:pt x="661" y="10740"/>
                    <a:pt x="810" y="10794"/>
                    <a:pt x="959" y="10794"/>
                  </a:cubicBezTo>
                  <a:cubicBezTo>
                    <a:pt x="1107" y="10794"/>
                    <a:pt x="1256" y="10740"/>
                    <a:pt x="1369" y="10633"/>
                  </a:cubicBezTo>
                  <a:lnTo>
                    <a:pt x="3631" y="8371"/>
                  </a:lnTo>
                  <a:lnTo>
                    <a:pt x="3941" y="8049"/>
                  </a:lnTo>
                  <a:cubicBezTo>
                    <a:pt x="4060" y="7930"/>
                    <a:pt x="4120" y="7775"/>
                    <a:pt x="4108" y="7609"/>
                  </a:cubicBezTo>
                  <a:lnTo>
                    <a:pt x="4822" y="6894"/>
                  </a:lnTo>
                  <a:cubicBezTo>
                    <a:pt x="5358" y="7275"/>
                    <a:pt x="6001" y="7514"/>
                    <a:pt x="6656" y="7597"/>
                  </a:cubicBezTo>
                  <a:lnTo>
                    <a:pt x="6668" y="7597"/>
                  </a:lnTo>
                  <a:cubicBezTo>
                    <a:pt x="6739" y="7597"/>
                    <a:pt x="6810" y="7537"/>
                    <a:pt x="6834" y="7442"/>
                  </a:cubicBezTo>
                  <a:cubicBezTo>
                    <a:pt x="6846" y="7359"/>
                    <a:pt x="6775" y="7275"/>
                    <a:pt x="6691" y="7264"/>
                  </a:cubicBezTo>
                  <a:cubicBezTo>
                    <a:pt x="6013" y="7192"/>
                    <a:pt x="5370" y="6918"/>
                    <a:pt x="4846" y="6502"/>
                  </a:cubicBezTo>
                  <a:cubicBezTo>
                    <a:pt x="2286" y="4442"/>
                    <a:pt x="3798" y="334"/>
                    <a:pt x="7037" y="334"/>
                  </a:cubicBezTo>
                  <a:cubicBezTo>
                    <a:pt x="8870" y="334"/>
                    <a:pt x="10323" y="1715"/>
                    <a:pt x="10501" y="3454"/>
                  </a:cubicBezTo>
                  <a:cubicBezTo>
                    <a:pt x="10522" y="3535"/>
                    <a:pt x="10576" y="3590"/>
                    <a:pt x="10644" y="3590"/>
                  </a:cubicBezTo>
                  <a:cubicBezTo>
                    <a:pt x="10655" y="3590"/>
                    <a:pt x="10668" y="3588"/>
                    <a:pt x="10680" y="3584"/>
                  </a:cubicBezTo>
                  <a:cubicBezTo>
                    <a:pt x="10775" y="3573"/>
                    <a:pt x="10835" y="3501"/>
                    <a:pt x="10823" y="3406"/>
                  </a:cubicBezTo>
                  <a:cubicBezTo>
                    <a:pt x="10620" y="1525"/>
                    <a:pt x="9037" y="1"/>
                    <a:pt x="7037" y="1"/>
                  </a:cubicBezTo>
                  <a:close/>
                </a:path>
              </a:pathLst>
            </a:custGeom>
            <a:solidFill>
              <a:srgbClr val="657E9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0" name="Google Shape;550;p4"/>
            <p:cNvSpPr/>
            <p:nvPr/>
          </p:nvSpPr>
          <p:spPr>
            <a:xfrm>
              <a:off x="4311356" y="1993458"/>
              <a:ext cx="206959" cy="197378"/>
            </a:xfrm>
            <a:custGeom>
              <a:rect b="b" l="l" r="r" t="t"/>
              <a:pathLst>
                <a:path extrusionOk="0" h="6201" w="6502">
                  <a:moveTo>
                    <a:pt x="3394" y="295"/>
                  </a:moveTo>
                  <a:cubicBezTo>
                    <a:pt x="4930" y="295"/>
                    <a:pt x="6180" y="1533"/>
                    <a:pt x="6180" y="3081"/>
                  </a:cubicBezTo>
                  <a:cubicBezTo>
                    <a:pt x="6180" y="4641"/>
                    <a:pt x="4930" y="5879"/>
                    <a:pt x="3394" y="5879"/>
                  </a:cubicBezTo>
                  <a:cubicBezTo>
                    <a:pt x="2679" y="5879"/>
                    <a:pt x="1965" y="5605"/>
                    <a:pt x="1429" y="5057"/>
                  </a:cubicBezTo>
                  <a:cubicBezTo>
                    <a:pt x="346" y="3974"/>
                    <a:pt x="346" y="2200"/>
                    <a:pt x="1429" y="1116"/>
                  </a:cubicBezTo>
                  <a:cubicBezTo>
                    <a:pt x="1977" y="569"/>
                    <a:pt x="2679" y="295"/>
                    <a:pt x="3394" y="295"/>
                  </a:cubicBezTo>
                  <a:close/>
                  <a:moveTo>
                    <a:pt x="3404" y="0"/>
                  </a:moveTo>
                  <a:cubicBezTo>
                    <a:pt x="2608" y="0"/>
                    <a:pt x="1810" y="301"/>
                    <a:pt x="1203" y="902"/>
                  </a:cubicBezTo>
                  <a:cubicBezTo>
                    <a:pt x="0" y="2116"/>
                    <a:pt x="0" y="4093"/>
                    <a:pt x="1203" y="5295"/>
                  </a:cubicBezTo>
                  <a:cubicBezTo>
                    <a:pt x="1822" y="5903"/>
                    <a:pt x="2608" y="6200"/>
                    <a:pt x="3394" y="6200"/>
                  </a:cubicBezTo>
                  <a:cubicBezTo>
                    <a:pt x="5108" y="6188"/>
                    <a:pt x="6501" y="4819"/>
                    <a:pt x="6501" y="3093"/>
                  </a:cubicBezTo>
                  <a:cubicBezTo>
                    <a:pt x="6501" y="2259"/>
                    <a:pt x="6180" y="1485"/>
                    <a:pt x="5596" y="902"/>
                  </a:cubicBezTo>
                  <a:cubicBezTo>
                    <a:pt x="4995" y="301"/>
                    <a:pt x="4200" y="0"/>
                    <a:pt x="3404" y="0"/>
                  </a:cubicBezTo>
                  <a:close/>
                </a:path>
              </a:pathLst>
            </a:custGeom>
            <a:solidFill>
              <a:srgbClr val="657E9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1" name="Google Shape;551;p4"/>
            <p:cNvSpPr/>
            <p:nvPr/>
          </p:nvSpPr>
          <p:spPr>
            <a:xfrm>
              <a:off x="4372374" y="2030476"/>
              <a:ext cx="94026" cy="114493"/>
            </a:xfrm>
            <a:custGeom>
              <a:rect b="b" l="l" r="r" t="t"/>
              <a:pathLst>
                <a:path extrusionOk="0" h="3597" w="2954">
                  <a:moveTo>
                    <a:pt x="1477" y="310"/>
                  </a:moveTo>
                  <a:cubicBezTo>
                    <a:pt x="1834" y="310"/>
                    <a:pt x="2120" y="584"/>
                    <a:pt x="2120" y="953"/>
                  </a:cubicBezTo>
                  <a:cubicBezTo>
                    <a:pt x="2120" y="1311"/>
                    <a:pt x="1834" y="1584"/>
                    <a:pt x="1477" y="1584"/>
                  </a:cubicBezTo>
                  <a:cubicBezTo>
                    <a:pt x="1119" y="1584"/>
                    <a:pt x="834" y="1311"/>
                    <a:pt x="834" y="953"/>
                  </a:cubicBezTo>
                  <a:cubicBezTo>
                    <a:pt x="834" y="596"/>
                    <a:pt x="1119" y="310"/>
                    <a:pt x="1477" y="310"/>
                  </a:cubicBezTo>
                  <a:close/>
                  <a:moveTo>
                    <a:pt x="1905" y="1918"/>
                  </a:moveTo>
                  <a:cubicBezTo>
                    <a:pt x="2298" y="1918"/>
                    <a:pt x="2608" y="2227"/>
                    <a:pt x="2608" y="2620"/>
                  </a:cubicBezTo>
                  <a:lnTo>
                    <a:pt x="2608" y="3287"/>
                  </a:lnTo>
                  <a:lnTo>
                    <a:pt x="2298" y="3287"/>
                  </a:lnTo>
                  <a:lnTo>
                    <a:pt x="2298" y="2585"/>
                  </a:lnTo>
                  <a:cubicBezTo>
                    <a:pt x="2298" y="2501"/>
                    <a:pt x="2227" y="2418"/>
                    <a:pt x="2132" y="2418"/>
                  </a:cubicBezTo>
                  <a:cubicBezTo>
                    <a:pt x="2048" y="2418"/>
                    <a:pt x="1965" y="2501"/>
                    <a:pt x="1965" y="2585"/>
                  </a:cubicBezTo>
                  <a:lnTo>
                    <a:pt x="1965" y="3287"/>
                  </a:lnTo>
                  <a:lnTo>
                    <a:pt x="977" y="3287"/>
                  </a:lnTo>
                  <a:lnTo>
                    <a:pt x="977" y="2585"/>
                  </a:lnTo>
                  <a:cubicBezTo>
                    <a:pt x="977" y="2501"/>
                    <a:pt x="893" y="2418"/>
                    <a:pt x="810" y="2418"/>
                  </a:cubicBezTo>
                  <a:cubicBezTo>
                    <a:pt x="715" y="2418"/>
                    <a:pt x="643" y="2501"/>
                    <a:pt x="643" y="2585"/>
                  </a:cubicBezTo>
                  <a:lnTo>
                    <a:pt x="643" y="3287"/>
                  </a:lnTo>
                  <a:lnTo>
                    <a:pt x="298" y="3287"/>
                  </a:lnTo>
                  <a:lnTo>
                    <a:pt x="298" y="2620"/>
                  </a:lnTo>
                  <a:cubicBezTo>
                    <a:pt x="298" y="2227"/>
                    <a:pt x="619" y="1918"/>
                    <a:pt x="1000" y="1918"/>
                  </a:cubicBezTo>
                  <a:close/>
                  <a:moveTo>
                    <a:pt x="1477" y="1"/>
                  </a:moveTo>
                  <a:cubicBezTo>
                    <a:pt x="941" y="1"/>
                    <a:pt x="512" y="430"/>
                    <a:pt x="512" y="965"/>
                  </a:cubicBezTo>
                  <a:cubicBezTo>
                    <a:pt x="512" y="1227"/>
                    <a:pt x="619" y="1465"/>
                    <a:pt x="798" y="1632"/>
                  </a:cubicBezTo>
                  <a:cubicBezTo>
                    <a:pt x="346" y="1739"/>
                    <a:pt x="0" y="2144"/>
                    <a:pt x="0" y="2632"/>
                  </a:cubicBezTo>
                  <a:lnTo>
                    <a:pt x="0" y="3299"/>
                  </a:lnTo>
                  <a:cubicBezTo>
                    <a:pt x="0" y="3466"/>
                    <a:pt x="143" y="3597"/>
                    <a:pt x="298" y="3597"/>
                  </a:cubicBezTo>
                  <a:lnTo>
                    <a:pt x="2643" y="3597"/>
                  </a:lnTo>
                  <a:cubicBezTo>
                    <a:pt x="2798" y="3597"/>
                    <a:pt x="2941" y="3466"/>
                    <a:pt x="2941" y="3299"/>
                  </a:cubicBezTo>
                  <a:lnTo>
                    <a:pt x="2941" y="2632"/>
                  </a:lnTo>
                  <a:cubicBezTo>
                    <a:pt x="2953" y="2144"/>
                    <a:pt x="2620" y="1739"/>
                    <a:pt x="2167" y="1632"/>
                  </a:cubicBezTo>
                  <a:cubicBezTo>
                    <a:pt x="2322" y="1453"/>
                    <a:pt x="2441" y="1215"/>
                    <a:pt x="2441" y="965"/>
                  </a:cubicBezTo>
                  <a:cubicBezTo>
                    <a:pt x="2441" y="430"/>
                    <a:pt x="2012" y="1"/>
                    <a:pt x="1477" y="1"/>
                  </a:cubicBezTo>
                  <a:close/>
                </a:path>
              </a:pathLst>
            </a:custGeom>
            <a:solidFill>
              <a:srgbClr val="657E9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2" name="Google Shape;552;p4"/>
            <p:cNvSpPr/>
            <p:nvPr/>
          </p:nvSpPr>
          <p:spPr>
            <a:xfrm>
              <a:off x="4426167" y="2098561"/>
              <a:ext cx="114111" cy="113474"/>
            </a:xfrm>
            <a:custGeom>
              <a:rect b="b" l="l" r="r" t="t"/>
              <a:pathLst>
                <a:path extrusionOk="0" h="3565" w="3585">
                  <a:moveTo>
                    <a:pt x="3401" y="1"/>
                  </a:moveTo>
                  <a:cubicBezTo>
                    <a:pt x="3330" y="1"/>
                    <a:pt x="3272" y="73"/>
                    <a:pt x="3251" y="136"/>
                  </a:cubicBezTo>
                  <a:cubicBezTo>
                    <a:pt x="3097" y="1767"/>
                    <a:pt x="1799" y="3077"/>
                    <a:pt x="144" y="3244"/>
                  </a:cubicBezTo>
                  <a:cubicBezTo>
                    <a:pt x="61" y="3255"/>
                    <a:pt x="1" y="3339"/>
                    <a:pt x="13" y="3422"/>
                  </a:cubicBezTo>
                  <a:cubicBezTo>
                    <a:pt x="25" y="3494"/>
                    <a:pt x="84" y="3565"/>
                    <a:pt x="180" y="3565"/>
                  </a:cubicBezTo>
                  <a:lnTo>
                    <a:pt x="191" y="3565"/>
                  </a:lnTo>
                  <a:cubicBezTo>
                    <a:pt x="1966" y="3398"/>
                    <a:pt x="3394" y="1970"/>
                    <a:pt x="3573" y="184"/>
                  </a:cubicBezTo>
                  <a:cubicBezTo>
                    <a:pt x="3585" y="88"/>
                    <a:pt x="3513" y="17"/>
                    <a:pt x="3430" y="5"/>
                  </a:cubicBezTo>
                  <a:cubicBezTo>
                    <a:pt x="3420" y="2"/>
                    <a:pt x="3410" y="1"/>
                    <a:pt x="3401" y="1"/>
                  </a:cubicBezTo>
                  <a:close/>
                </a:path>
              </a:pathLst>
            </a:custGeom>
            <a:solidFill>
              <a:srgbClr val="657E9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5"/>
          <p:cNvSpPr txBox="1"/>
          <p:nvPr>
            <p:ph type="title"/>
          </p:nvPr>
        </p:nvSpPr>
        <p:spPr>
          <a:xfrm>
            <a:off x="713250" y="641050"/>
            <a:ext cx="77175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chemeClr val="dk1"/>
              </a:buClr>
              <a:buSzPts val="1100"/>
              <a:buFont typeface="Arial"/>
              <a:buNone/>
            </a:pPr>
            <a:r>
              <a:rPr lang="en"/>
              <a:t>Findings That Shaped Our Features</a:t>
            </a:r>
            <a:endParaRPr/>
          </a:p>
          <a:p>
            <a:pPr indent="0" lvl="0" marL="0" rtl="0" algn="ctr">
              <a:lnSpc>
                <a:spcPct val="100000"/>
              </a:lnSpc>
              <a:spcBef>
                <a:spcPts val="0"/>
              </a:spcBef>
              <a:spcAft>
                <a:spcPts val="0"/>
              </a:spcAft>
              <a:buClr>
                <a:schemeClr val="dk1"/>
              </a:buClr>
              <a:buSzPts val="1100"/>
              <a:buFont typeface="Arial"/>
              <a:buNone/>
            </a:pPr>
            <a:r>
              <a:rPr lang="en" sz="1800"/>
              <a:t>Dataset used: first 70% in time-ascending order</a:t>
            </a:r>
            <a:r>
              <a:rPr lang="en"/>
              <a:t> </a:t>
            </a:r>
            <a:endParaRPr/>
          </a:p>
        </p:txBody>
      </p:sp>
      <p:sp>
        <p:nvSpPr>
          <p:cNvPr id="558" name="Google Shape;558;p5"/>
          <p:cNvSpPr/>
          <p:nvPr/>
        </p:nvSpPr>
        <p:spPr>
          <a:xfrm>
            <a:off x="550350" y="2054263"/>
            <a:ext cx="8253900" cy="2097900"/>
          </a:xfrm>
          <a:prstGeom prst="roundRect">
            <a:avLst>
              <a:gd fmla="val 16667" name="adj"/>
            </a:avLst>
          </a:prstGeom>
          <a:solidFill>
            <a:srgbClr val="C2C2C2"/>
          </a:solidFill>
          <a:ln cap="flat" cmpd="sng" w="9525">
            <a:solidFill>
              <a:srgbClr val="C2C2C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Karla"/>
              <a:ea typeface="Karla"/>
              <a:cs typeface="Karla"/>
              <a:sym typeface="Karla"/>
            </a:endParaRPr>
          </a:p>
        </p:txBody>
      </p:sp>
      <p:sp>
        <p:nvSpPr>
          <p:cNvPr id="559" name="Google Shape;559;p5"/>
          <p:cNvSpPr txBox="1"/>
          <p:nvPr/>
        </p:nvSpPr>
        <p:spPr>
          <a:xfrm>
            <a:off x="788550" y="2111238"/>
            <a:ext cx="4710000" cy="745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rgbClr val="325D79"/>
                </a:solidFill>
                <a:latin typeface="Karla"/>
                <a:ea typeface="Karla"/>
                <a:cs typeface="Karla"/>
                <a:sym typeface="Karla"/>
              </a:rPr>
              <a:t>Missing match evidence matters  </a:t>
            </a:r>
            <a:endParaRPr b="0" i="0" sz="1600" u="none" cap="none" strike="noStrike">
              <a:solidFill>
                <a:schemeClr val="dk1"/>
              </a:solidFill>
              <a:latin typeface="Karla"/>
              <a:ea typeface="Karla"/>
              <a:cs typeface="Karla"/>
              <a:sym typeface="Karla"/>
            </a:endParaRPr>
          </a:p>
        </p:txBody>
      </p:sp>
      <p:sp>
        <p:nvSpPr>
          <p:cNvPr id="560" name="Google Shape;560;p5"/>
          <p:cNvSpPr txBox="1"/>
          <p:nvPr/>
        </p:nvSpPr>
        <p:spPr>
          <a:xfrm>
            <a:off x="788550" y="2571750"/>
            <a:ext cx="2382000" cy="1780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0"/>
              </a:spcAft>
              <a:buClr>
                <a:schemeClr val="dk1"/>
              </a:buClr>
              <a:buSzPts val="1100"/>
              <a:buFont typeface="Arial"/>
              <a:buNone/>
            </a:pPr>
            <a:r>
              <a:rPr b="1" i="0" lang="en" sz="1100" u="none" cap="none" strike="noStrike">
                <a:solidFill>
                  <a:schemeClr val="dk1"/>
                </a:solidFill>
                <a:latin typeface="Arial"/>
                <a:ea typeface="Arial"/>
                <a:cs typeface="Arial"/>
                <a:sym typeface="Arial"/>
              </a:rPr>
              <a:t>Data finding:</a:t>
            </a:r>
            <a:br>
              <a:rPr b="1" i="0" lang="en" sz="1100" u="none" cap="none" strike="noStrike">
                <a:solidFill>
                  <a:schemeClr val="dk1"/>
                </a:solidFill>
                <a:latin typeface="Arial"/>
                <a:ea typeface="Arial"/>
                <a:cs typeface="Arial"/>
                <a:sym typeface="Arial"/>
              </a:rPr>
            </a:br>
            <a:r>
              <a:rPr b="0" i="0" lang="en" sz="1100" u="none" cap="none" strike="noStrike">
                <a:solidFill>
                  <a:schemeClr val="dk1"/>
                </a:solidFill>
                <a:latin typeface="Arial"/>
                <a:ea typeface="Arial"/>
                <a:cs typeface="Arial"/>
                <a:sym typeface="Arial"/>
              </a:rPr>
              <a:t>Missing match information (or even match information) was sometimes more strongly associated with fraud than a simple mismatch. </a:t>
            </a:r>
            <a:endParaRPr b="0" i="0" sz="1400" u="none" cap="none" strike="noStrike">
              <a:solidFill>
                <a:schemeClr val="dk1"/>
              </a:solidFill>
              <a:latin typeface="Karla"/>
              <a:ea typeface="Karla"/>
              <a:cs typeface="Karla"/>
              <a:sym typeface="Karla"/>
            </a:endParaRPr>
          </a:p>
          <a:p>
            <a:pPr indent="0" lvl="0" marL="0" marR="0" rtl="0" algn="l">
              <a:lnSpc>
                <a:spcPct val="100000"/>
              </a:lnSpc>
              <a:spcBef>
                <a:spcPts val="1200"/>
              </a:spcBef>
              <a:spcAft>
                <a:spcPts val="0"/>
              </a:spcAft>
              <a:buClr>
                <a:srgbClr val="000000"/>
              </a:buClr>
              <a:buSzPts val="1400"/>
              <a:buFont typeface="Arial"/>
              <a:buNone/>
            </a:pPr>
            <a:r>
              <a:t/>
            </a:r>
            <a:endParaRPr b="0" i="0" sz="1400" u="none" cap="none" strike="noStrike">
              <a:solidFill>
                <a:schemeClr val="dk1"/>
              </a:solidFill>
              <a:latin typeface="Karla"/>
              <a:ea typeface="Karla"/>
              <a:cs typeface="Karla"/>
              <a:sym typeface="Karla"/>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Karla"/>
              <a:ea typeface="Karla"/>
              <a:cs typeface="Karla"/>
              <a:sym typeface="Karla"/>
            </a:endParaRPr>
          </a:p>
        </p:txBody>
      </p:sp>
      <p:sp>
        <p:nvSpPr>
          <p:cNvPr id="561" name="Google Shape;561;p5"/>
          <p:cNvSpPr txBox="1"/>
          <p:nvPr/>
        </p:nvSpPr>
        <p:spPr>
          <a:xfrm>
            <a:off x="3381000" y="2571750"/>
            <a:ext cx="2382000" cy="1780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0"/>
              </a:spcAft>
              <a:buClr>
                <a:schemeClr val="dk1"/>
              </a:buClr>
              <a:buSzPts val="1100"/>
              <a:buFont typeface="Arial"/>
              <a:buNone/>
            </a:pPr>
            <a:r>
              <a:rPr b="1" i="0" lang="en" sz="1100" u="none" cap="none" strike="noStrike">
                <a:solidFill>
                  <a:schemeClr val="dk1"/>
                </a:solidFill>
                <a:latin typeface="Arial"/>
                <a:ea typeface="Arial"/>
                <a:cs typeface="Arial"/>
                <a:sym typeface="Arial"/>
              </a:rPr>
              <a:t>Possible explanation:</a:t>
            </a:r>
            <a:br>
              <a:rPr b="1" i="0" lang="en" sz="1100" u="none" cap="none" strike="noStrike">
                <a:solidFill>
                  <a:schemeClr val="dk1"/>
                </a:solidFill>
                <a:latin typeface="Arial"/>
                <a:ea typeface="Arial"/>
                <a:cs typeface="Arial"/>
                <a:sym typeface="Arial"/>
              </a:rPr>
            </a:br>
            <a:r>
              <a:rPr b="0" i="0" lang="en" sz="1100" u="none" cap="none" strike="noStrike">
                <a:solidFill>
                  <a:schemeClr val="dk1"/>
                </a:solidFill>
                <a:latin typeface="Arial"/>
                <a:ea typeface="Arial"/>
                <a:cs typeface="Arial"/>
                <a:sym typeface="Arial"/>
              </a:rPr>
              <a:t>Some transaction flows may provide fewer verification signals, while fraudsters can also submit information that appears internally consistent.</a:t>
            </a:r>
            <a:endParaRPr b="0" i="0" sz="1400" u="none" cap="none" strike="noStrike">
              <a:solidFill>
                <a:schemeClr val="dk1"/>
              </a:solidFill>
              <a:latin typeface="Karla"/>
              <a:ea typeface="Karla"/>
              <a:cs typeface="Karla"/>
              <a:sym typeface="Karla"/>
            </a:endParaRPr>
          </a:p>
          <a:p>
            <a:pPr indent="0" lvl="0" marL="0" marR="0" rtl="0" algn="l">
              <a:lnSpc>
                <a:spcPct val="100000"/>
              </a:lnSpc>
              <a:spcBef>
                <a:spcPts val="1200"/>
              </a:spcBef>
              <a:spcAft>
                <a:spcPts val="0"/>
              </a:spcAft>
              <a:buClr>
                <a:srgbClr val="000000"/>
              </a:buClr>
              <a:buSzPts val="1400"/>
              <a:buFont typeface="Arial"/>
              <a:buNone/>
            </a:pPr>
            <a:r>
              <a:t/>
            </a:r>
            <a:endParaRPr b="0" i="0" sz="1400" u="none" cap="none" strike="noStrike">
              <a:solidFill>
                <a:schemeClr val="dk1"/>
              </a:solidFill>
              <a:latin typeface="Karla"/>
              <a:ea typeface="Karla"/>
              <a:cs typeface="Karla"/>
              <a:sym typeface="Karla"/>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Karla"/>
              <a:ea typeface="Karla"/>
              <a:cs typeface="Karla"/>
              <a:sym typeface="Karla"/>
            </a:endParaRPr>
          </a:p>
        </p:txBody>
      </p:sp>
      <p:sp>
        <p:nvSpPr>
          <p:cNvPr id="562" name="Google Shape;562;p5"/>
          <p:cNvSpPr txBox="1"/>
          <p:nvPr/>
        </p:nvSpPr>
        <p:spPr>
          <a:xfrm>
            <a:off x="5973450" y="2571750"/>
            <a:ext cx="2382000" cy="1780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0"/>
              </a:spcAft>
              <a:buClr>
                <a:schemeClr val="dk1"/>
              </a:buClr>
              <a:buSzPts val="1100"/>
              <a:buFont typeface="Arial"/>
              <a:buNone/>
            </a:pPr>
            <a:r>
              <a:rPr b="1" i="0" lang="en" sz="1100" u="none" cap="none" strike="noStrike">
                <a:solidFill>
                  <a:schemeClr val="dk1"/>
                </a:solidFill>
                <a:latin typeface="Arial"/>
                <a:ea typeface="Arial"/>
                <a:cs typeface="Arial"/>
                <a:sym typeface="Arial"/>
              </a:rPr>
              <a:t>What it changed:</a:t>
            </a:r>
            <a:br>
              <a:rPr b="1" i="0" lang="en" sz="1100" u="none" cap="none" strike="noStrike">
                <a:solidFill>
                  <a:schemeClr val="dk1"/>
                </a:solidFill>
                <a:latin typeface="Arial"/>
                <a:ea typeface="Arial"/>
                <a:cs typeface="Arial"/>
                <a:sym typeface="Arial"/>
              </a:rPr>
            </a:br>
            <a:r>
              <a:rPr b="0" i="0" lang="en" sz="1100" u="none" cap="none" strike="noStrike">
                <a:solidFill>
                  <a:schemeClr val="dk1"/>
                </a:solidFill>
                <a:latin typeface="Arial"/>
                <a:ea typeface="Arial"/>
                <a:cs typeface="Arial"/>
                <a:sym typeface="Arial"/>
              </a:rPr>
              <a:t>We treated missing, matched and failed checks separately instead of assuming “mismatch = fraud.”  </a:t>
            </a:r>
            <a:endParaRPr b="0" i="0" sz="1400" u="none" cap="none" strike="noStrike">
              <a:solidFill>
                <a:schemeClr val="dk1"/>
              </a:solidFill>
              <a:latin typeface="Karla"/>
              <a:ea typeface="Karla"/>
              <a:cs typeface="Karla"/>
              <a:sym typeface="Karla"/>
            </a:endParaRPr>
          </a:p>
          <a:p>
            <a:pPr indent="0" lvl="0" marL="0" marR="0" rtl="0" algn="l">
              <a:lnSpc>
                <a:spcPct val="100000"/>
              </a:lnSpc>
              <a:spcBef>
                <a:spcPts val="1200"/>
              </a:spcBef>
              <a:spcAft>
                <a:spcPts val="0"/>
              </a:spcAft>
              <a:buClr>
                <a:srgbClr val="000000"/>
              </a:buClr>
              <a:buSzPts val="1400"/>
              <a:buFont typeface="Arial"/>
              <a:buNone/>
            </a:pPr>
            <a:r>
              <a:t/>
            </a:r>
            <a:endParaRPr b="0" i="0" sz="1400" u="none" cap="none" strike="noStrike">
              <a:solidFill>
                <a:schemeClr val="dk1"/>
              </a:solidFill>
              <a:latin typeface="Karla"/>
              <a:ea typeface="Karla"/>
              <a:cs typeface="Karla"/>
              <a:sym typeface="Karla"/>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Karla"/>
              <a:ea typeface="Karla"/>
              <a:cs typeface="Karla"/>
              <a:sym typeface="Karl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p6"/>
          <p:cNvSpPr/>
          <p:nvPr/>
        </p:nvSpPr>
        <p:spPr>
          <a:xfrm>
            <a:off x="789325" y="3175100"/>
            <a:ext cx="4260600" cy="1297800"/>
          </a:xfrm>
          <a:prstGeom prst="roundRect">
            <a:avLst>
              <a:gd fmla="val 16667" name="adj"/>
            </a:avLst>
          </a:prstGeom>
          <a:solidFill>
            <a:srgbClr val="CFD9E0"/>
          </a:solidFill>
          <a:ln cap="flat" cmpd="sng" w="9525">
            <a:solidFill>
              <a:srgbClr val="D6DBE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Karla"/>
              <a:ea typeface="Karla"/>
              <a:cs typeface="Karla"/>
              <a:sym typeface="Karla"/>
            </a:endParaRPr>
          </a:p>
        </p:txBody>
      </p:sp>
      <p:sp>
        <p:nvSpPr>
          <p:cNvPr id="568" name="Google Shape;568;p6"/>
          <p:cNvSpPr/>
          <p:nvPr/>
        </p:nvSpPr>
        <p:spPr>
          <a:xfrm>
            <a:off x="789325" y="779450"/>
            <a:ext cx="4260600" cy="2253900"/>
          </a:xfrm>
          <a:prstGeom prst="roundRect">
            <a:avLst>
              <a:gd fmla="val 16667" name="adj"/>
            </a:avLst>
          </a:prstGeom>
          <a:solidFill>
            <a:srgbClr val="CFD9E0"/>
          </a:solidFill>
          <a:ln cap="flat" cmpd="sng" w="9525">
            <a:solidFill>
              <a:srgbClr val="D6DBE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Karla"/>
              <a:ea typeface="Karla"/>
              <a:cs typeface="Karla"/>
              <a:sym typeface="Karla"/>
            </a:endParaRPr>
          </a:p>
        </p:txBody>
      </p:sp>
      <p:sp>
        <p:nvSpPr>
          <p:cNvPr id="569" name="Google Shape;569;p6"/>
          <p:cNvSpPr txBox="1"/>
          <p:nvPr/>
        </p:nvSpPr>
        <p:spPr>
          <a:xfrm>
            <a:off x="1022575" y="1193800"/>
            <a:ext cx="3794100" cy="12075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0"/>
              </a:spcAft>
              <a:buClr>
                <a:schemeClr val="dk1"/>
              </a:buClr>
              <a:buSzPts val="1100"/>
              <a:buFont typeface="Arial"/>
              <a:buNone/>
            </a:pPr>
            <a:r>
              <a:rPr b="1" i="0" lang="en" sz="1100" u="none" cap="none" strike="noStrike">
                <a:solidFill>
                  <a:schemeClr val="dk1"/>
                </a:solidFill>
                <a:latin typeface="Arial"/>
                <a:ea typeface="Arial"/>
                <a:cs typeface="Arial"/>
                <a:sym typeface="Arial"/>
              </a:rPr>
              <a:t>Data finding:</a:t>
            </a:r>
            <a:br>
              <a:rPr b="1" i="0" lang="en" sz="1100" u="none" cap="none" strike="noStrike">
                <a:solidFill>
                  <a:schemeClr val="dk1"/>
                </a:solidFill>
                <a:latin typeface="Arial"/>
                <a:ea typeface="Arial"/>
                <a:cs typeface="Arial"/>
                <a:sym typeface="Arial"/>
              </a:rPr>
            </a:br>
            <a:r>
              <a:rPr b="0" i="0" lang="en" sz="1100" u="none" cap="none" strike="noStrike">
                <a:solidFill>
                  <a:schemeClr val="dk1"/>
                </a:solidFill>
                <a:latin typeface="Arial"/>
                <a:ea typeface="Arial"/>
                <a:cs typeface="Arial"/>
                <a:sym typeface="Arial"/>
              </a:rPr>
              <a:t>Transactions with recipient-email information, including matching domains, showed higher fraud rates. </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chemeClr val="dk1"/>
              </a:buClr>
              <a:buSzPts val="1100"/>
              <a:buFont typeface="Arial"/>
              <a:buNone/>
            </a:pPr>
            <a:r>
              <a:rPr b="1" i="0" lang="en" sz="1100" u="none" cap="none" strike="noStrike">
                <a:solidFill>
                  <a:schemeClr val="dk1"/>
                </a:solidFill>
                <a:latin typeface="Arial"/>
                <a:ea typeface="Arial"/>
                <a:cs typeface="Arial"/>
                <a:sym typeface="Arial"/>
              </a:rPr>
              <a:t>Possible explanation:</a:t>
            </a:r>
            <a:br>
              <a:rPr b="1" i="0" lang="en" sz="1100" u="none" cap="none" strike="noStrike">
                <a:solidFill>
                  <a:schemeClr val="dk1"/>
                </a:solidFill>
                <a:latin typeface="Arial"/>
                <a:ea typeface="Arial"/>
                <a:cs typeface="Arial"/>
                <a:sym typeface="Arial"/>
              </a:rPr>
            </a:br>
            <a:r>
              <a:rPr b="0" i="0" lang="en" sz="1100" u="none" cap="none" strike="noStrike">
                <a:solidFill>
                  <a:schemeClr val="dk1"/>
                </a:solidFill>
                <a:latin typeface="Arial"/>
                <a:ea typeface="Arial"/>
                <a:cs typeface="Arial"/>
                <a:sym typeface="Arial"/>
              </a:rPr>
              <a:t>Recipient-email fields may appear in transaction contexts involving another account, while matching domains can still be controlled by the same fraudster. </a:t>
            </a:r>
            <a:endParaRPr b="1" i="0" sz="1300" u="none" cap="none" strike="noStrike">
              <a:solidFill>
                <a:schemeClr val="dk1"/>
              </a:solidFill>
              <a:latin typeface="Karla"/>
              <a:ea typeface="Karla"/>
              <a:cs typeface="Karla"/>
              <a:sym typeface="Karla"/>
            </a:endParaRPr>
          </a:p>
          <a:p>
            <a:pPr indent="0" lvl="0" marL="0" marR="0" rtl="0" algn="l">
              <a:lnSpc>
                <a:spcPct val="100000"/>
              </a:lnSpc>
              <a:spcBef>
                <a:spcPts val="1200"/>
              </a:spcBef>
              <a:spcAft>
                <a:spcPts val="0"/>
              </a:spcAft>
              <a:buClr>
                <a:schemeClr val="dk1"/>
              </a:buClr>
              <a:buSzPts val="1100"/>
              <a:buFont typeface="Arial"/>
              <a:buNone/>
            </a:pPr>
            <a:r>
              <a:t/>
            </a:r>
            <a:endParaRPr b="0" i="0" sz="1400" u="none" cap="none" strike="noStrike">
              <a:solidFill>
                <a:schemeClr val="dk1"/>
              </a:solidFill>
              <a:latin typeface="Karla"/>
              <a:ea typeface="Karla"/>
              <a:cs typeface="Karla"/>
              <a:sym typeface="Karla"/>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Karla"/>
              <a:ea typeface="Karla"/>
              <a:cs typeface="Karla"/>
              <a:sym typeface="Karla"/>
            </a:endParaRPr>
          </a:p>
        </p:txBody>
      </p:sp>
      <p:sp>
        <p:nvSpPr>
          <p:cNvPr id="570" name="Google Shape;570;p6"/>
          <p:cNvSpPr txBox="1"/>
          <p:nvPr/>
        </p:nvSpPr>
        <p:spPr>
          <a:xfrm>
            <a:off x="898675" y="767800"/>
            <a:ext cx="40419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1400"/>
              </a:spcBef>
              <a:spcAft>
                <a:spcPts val="400"/>
              </a:spcAft>
              <a:buClr>
                <a:srgbClr val="000000"/>
              </a:buClr>
              <a:buSzPts val="1600"/>
              <a:buFont typeface="Arial"/>
              <a:buNone/>
            </a:pPr>
            <a:r>
              <a:rPr b="1" i="0" lang="en" sz="1600" u="none" cap="none" strike="noStrike">
                <a:solidFill>
                  <a:srgbClr val="325D79"/>
                </a:solidFill>
                <a:latin typeface="Karla"/>
                <a:ea typeface="Karla"/>
                <a:cs typeface="Karla"/>
                <a:sym typeface="Karla"/>
              </a:rPr>
              <a:t>Email consistency was not always safer </a:t>
            </a:r>
            <a:endParaRPr b="0" i="0" sz="1400" u="none" cap="none" strike="noStrike">
              <a:solidFill>
                <a:srgbClr val="000000"/>
              </a:solidFill>
              <a:latin typeface="Arial"/>
              <a:ea typeface="Arial"/>
              <a:cs typeface="Arial"/>
              <a:sym typeface="Arial"/>
            </a:endParaRPr>
          </a:p>
        </p:txBody>
      </p:sp>
      <p:pic>
        <p:nvPicPr>
          <p:cNvPr id="571" name="Google Shape;571;p6"/>
          <p:cNvPicPr preferRelativeResize="0"/>
          <p:nvPr/>
        </p:nvPicPr>
        <p:blipFill rotWithShape="1">
          <a:blip r:embed="rId3">
            <a:alphaModFix/>
          </a:blip>
          <a:srcRect b="0" l="0" r="0" t="0"/>
          <a:stretch/>
        </p:blipFill>
        <p:spPr>
          <a:xfrm>
            <a:off x="5337802" y="317850"/>
            <a:ext cx="3071597" cy="2253900"/>
          </a:xfrm>
          <a:prstGeom prst="rect">
            <a:avLst/>
          </a:prstGeom>
          <a:noFill/>
          <a:ln>
            <a:noFill/>
          </a:ln>
        </p:spPr>
      </p:pic>
      <p:sp>
        <p:nvSpPr>
          <p:cNvPr id="572" name="Google Shape;572;p6"/>
          <p:cNvSpPr txBox="1"/>
          <p:nvPr/>
        </p:nvSpPr>
        <p:spPr>
          <a:xfrm>
            <a:off x="1022575" y="3175100"/>
            <a:ext cx="3645000" cy="9381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1200"/>
              </a:spcAft>
              <a:buClr>
                <a:srgbClr val="000000"/>
              </a:buClr>
              <a:buSzPts val="1100"/>
              <a:buFont typeface="Arial"/>
              <a:buNone/>
            </a:pPr>
            <a:r>
              <a:rPr b="1" i="0" lang="en" sz="1100" u="none" cap="none" strike="noStrike">
                <a:solidFill>
                  <a:schemeClr val="dk1"/>
                </a:solidFill>
                <a:latin typeface="Arial"/>
                <a:ea typeface="Arial"/>
                <a:cs typeface="Arial"/>
                <a:sym typeface="Arial"/>
              </a:rPr>
              <a:t>What it changed:</a:t>
            </a:r>
            <a:br>
              <a:rPr b="1" i="0" lang="en" sz="1100" u="none" cap="none" strike="noStrike">
                <a:solidFill>
                  <a:schemeClr val="dk1"/>
                </a:solidFill>
                <a:latin typeface="Arial"/>
                <a:ea typeface="Arial"/>
                <a:cs typeface="Arial"/>
                <a:sym typeface="Arial"/>
              </a:rPr>
            </a:br>
            <a:r>
              <a:rPr b="0" i="0" lang="en" sz="1100" u="none" cap="none" strike="noStrike">
                <a:solidFill>
                  <a:schemeClr val="dk1"/>
                </a:solidFill>
                <a:latin typeface="Arial"/>
                <a:ea typeface="Arial"/>
                <a:cs typeface="Arial"/>
                <a:sym typeface="Arial"/>
              </a:rPr>
              <a:t>We kept matched, different and missing email relationships as separate signals instead of treating a match as automatically safe. </a:t>
            </a:r>
            <a:endParaRPr b="0" i="0" sz="1100" u="none" cap="none" strike="noStrike">
              <a:solidFill>
                <a:schemeClr val="dk1"/>
              </a:solidFill>
              <a:latin typeface="Arial"/>
              <a:ea typeface="Arial"/>
              <a:cs typeface="Arial"/>
              <a:sym typeface="Arial"/>
            </a:endParaRPr>
          </a:p>
        </p:txBody>
      </p:sp>
      <p:pic>
        <p:nvPicPr>
          <p:cNvPr id="573" name="Google Shape;573;p6"/>
          <p:cNvPicPr preferRelativeResize="0"/>
          <p:nvPr/>
        </p:nvPicPr>
        <p:blipFill rotWithShape="1">
          <a:blip r:embed="rId4">
            <a:alphaModFix/>
          </a:blip>
          <a:srcRect b="0" l="0" r="0" t="0"/>
          <a:stretch/>
        </p:blipFill>
        <p:spPr>
          <a:xfrm>
            <a:off x="5436325" y="2571750"/>
            <a:ext cx="2973075" cy="221705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7"/>
          <p:cNvSpPr/>
          <p:nvPr/>
        </p:nvSpPr>
        <p:spPr>
          <a:xfrm>
            <a:off x="759000" y="872100"/>
            <a:ext cx="3399300" cy="3807000"/>
          </a:xfrm>
          <a:prstGeom prst="roundRect">
            <a:avLst>
              <a:gd fmla="val 16667" name="adj"/>
            </a:avLst>
          </a:prstGeom>
          <a:solidFill>
            <a:srgbClr val="EEF0F2"/>
          </a:solidFill>
          <a:ln cap="flat" cmpd="sng" w="9525">
            <a:solidFill>
              <a:srgbClr val="EEF0F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Karla"/>
              <a:ea typeface="Karla"/>
              <a:cs typeface="Karla"/>
              <a:sym typeface="Karla"/>
            </a:endParaRPr>
          </a:p>
        </p:txBody>
      </p:sp>
      <p:sp>
        <p:nvSpPr>
          <p:cNvPr id="579" name="Google Shape;579;p7"/>
          <p:cNvSpPr txBox="1"/>
          <p:nvPr/>
        </p:nvSpPr>
        <p:spPr>
          <a:xfrm>
            <a:off x="4572003" y="744150"/>
            <a:ext cx="3190200" cy="654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rgbClr val="325D79"/>
                </a:solidFill>
                <a:latin typeface="Karla"/>
                <a:ea typeface="Karla"/>
                <a:cs typeface="Karla"/>
                <a:sym typeface="Karla"/>
              </a:rPr>
              <a:t>More identity data did not mean lower risk  </a:t>
            </a:r>
            <a:endParaRPr b="0" i="0" sz="1600" u="none" cap="none" strike="noStrike">
              <a:solidFill>
                <a:schemeClr val="dk1"/>
              </a:solidFill>
              <a:latin typeface="Karla"/>
              <a:ea typeface="Karla"/>
              <a:cs typeface="Karla"/>
              <a:sym typeface="Karla"/>
            </a:endParaRPr>
          </a:p>
        </p:txBody>
      </p:sp>
      <p:sp>
        <p:nvSpPr>
          <p:cNvPr id="580" name="Google Shape;580;p7"/>
          <p:cNvSpPr txBox="1"/>
          <p:nvPr/>
        </p:nvSpPr>
        <p:spPr>
          <a:xfrm>
            <a:off x="964351" y="1211853"/>
            <a:ext cx="2988600" cy="2259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0"/>
              </a:spcAft>
              <a:buClr>
                <a:schemeClr val="dk1"/>
              </a:buClr>
              <a:buSzPts val="1100"/>
              <a:buFont typeface="Arial"/>
              <a:buNone/>
            </a:pPr>
            <a:r>
              <a:rPr b="1" i="0" lang="en" sz="1100" u="none" cap="none" strike="noStrike">
                <a:solidFill>
                  <a:schemeClr val="dk1"/>
                </a:solidFill>
                <a:latin typeface="Arial"/>
                <a:ea typeface="Arial"/>
                <a:cs typeface="Arial"/>
                <a:sym typeface="Arial"/>
              </a:rPr>
              <a:t>Data finding:</a:t>
            </a:r>
            <a:br>
              <a:rPr b="1" i="0" lang="en" sz="1100" u="none" cap="none" strike="noStrike">
                <a:solidFill>
                  <a:schemeClr val="dk1"/>
                </a:solidFill>
                <a:latin typeface="Arial"/>
                <a:ea typeface="Arial"/>
                <a:cs typeface="Arial"/>
                <a:sym typeface="Arial"/>
              </a:rPr>
            </a:br>
            <a:r>
              <a:rPr b="0" i="0" lang="en" sz="1100" u="none" cap="none" strike="noStrike">
                <a:solidFill>
                  <a:schemeClr val="dk1"/>
                </a:solidFill>
                <a:latin typeface="Arial"/>
                <a:ea typeface="Arial"/>
                <a:cs typeface="Arial"/>
                <a:sym typeface="Arial"/>
              </a:rPr>
              <a:t>Transactions with identity or device information available showed higher fraud rates than transactions without it.</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chemeClr val="dk1"/>
              </a:buClr>
              <a:buSzPts val="1100"/>
              <a:buFont typeface="Arial"/>
              <a:buNone/>
            </a:pPr>
            <a:r>
              <a:rPr b="1" i="0" lang="en" sz="1100" u="none" cap="none" strike="noStrike">
                <a:solidFill>
                  <a:schemeClr val="dk1"/>
                </a:solidFill>
                <a:latin typeface="Arial"/>
                <a:ea typeface="Arial"/>
                <a:cs typeface="Arial"/>
                <a:sym typeface="Arial"/>
              </a:rPr>
              <a:t>Possible explanation:</a:t>
            </a:r>
            <a:br>
              <a:rPr b="1" i="0" lang="en" sz="1100" u="none" cap="none" strike="noStrike">
                <a:solidFill>
                  <a:schemeClr val="dk1"/>
                </a:solidFill>
                <a:latin typeface="Arial"/>
                <a:ea typeface="Arial"/>
                <a:cs typeface="Arial"/>
                <a:sym typeface="Arial"/>
              </a:rPr>
            </a:br>
            <a:r>
              <a:rPr b="0" i="0" lang="en" sz="1100" u="none" cap="none" strike="noStrike">
                <a:solidFill>
                  <a:schemeClr val="dk1"/>
                </a:solidFill>
                <a:latin typeface="Arial"/>
                <a:ea typeface="Arial"/>
                <a:cs typeface="Arial"/>
                <a:sym typeface="Arial"/>
              </a:rPr>
              <a:t>These fields may be more common in digitally intensive or higher-risk transaction flows, where device reuse, account takeover or automated activity can occur. </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chemeClr val="dk1"/>
              </a:buClr>
              <a:buSzPts val="1100"/>
              <a:buFont typeface="Arial"/>
              <a:buNone/>
            </a:pPr>
            <a:r>
              <a:rPr b="1" i="0" lang="en" sz="1100" u="none" cap="none" strike="noStrike">
                <a:solidFill>
                  <a:schemeClr val="dk1"/>
                </a:solidFill>
                <a:latin typeface="Arial"/>
                <a:ea typeface="Arial"/>
                <a:cs typeface="Arial"/>
                <a:sym typeface="Arial"/>
              </a:rPr>
              <a:t>What it changed:</a:t>
            </a:r>
            <a:br>
              <a:rPr b="1" i="0" lang="en" sz="1100" u="none" cap="none" strike="noStrike">
                <a:solidFill>
                  <a:schemeClr val="dk1"/>
                </a:solidFill>
                <a:latin typeface="Arial"/>
                <a:ea typeface="Arial"/>
                <a:cs typeface="Arial"/>
                <a:sym typeface="Arial"/>
              </a:rPr>
            </a:br>
            <a:r>
              <a:rPr b="0" i="0" lang="en" sz="1100" u="none" cap="none" strike="noStrike">
                <a:solidFill>
                  <a:schemeClr val="dk1"/>
                </a:solidFill>
                <a:latin typeface="Arial"/>
                <a:ea typeface="Arial"/>
                <a:cs typeface="Arial"/>
                <a:sym typeface="Arial"/>
              </a:rPr>
              <a:t>We used identity-data presence as contextual evidence, not as proof that a transaction was legitimate or fraudulent. </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300"/>
              <a:buFont typeface="Arial"/>
              <a:buNone/>
            </a:pPr>
            <a:r>
              <a:t/>
            </a:r>
            <a:endParaRPr b="1" i="0" sz="1300" u="none" cap="none" strike="noStrike">
              <a:solidFill>
                <a:schemeClr val="dk1"/>
              </a:solidFill>
              <a:latin typeface="Karla"/>
              <a:ea typeface="Karla"/>
              <a:cs typeface="Karla"/>
              <a:sym typeface="Karla"/>
            </a:endParaRPr>
          </a:p>
          <a:p>
            <a:pPr indent="0" lvl="0" marL="0" marR="0" rtl="0" algn="l">
              <a:lnSpc>
                <a:spcPct val="100000"/>
              </a:lnSpc>
              <a:spcBef>
                <a:spcPts val="1200"/>
              </a:spcBef>
              <a:spcAft>
                <a:spcPts val="0"/>
              </a:spcAft>
              <a:buClr>
                <a:schemeClr val="dk1"/>
              </a:buClr>
              <a:buSzPts val="1100"/>
              <a:buFont typeface="Arial"/>
              <a:buNone/>
            </a:pPr>
            <a:r>
              <a:t/>
            </a:r>
            <a:endParaRPr b="0" i="0" sz="1400" u="none" cap="none" strike="noStrike">
              <a:solidFill>
                <a:schemeClr val="dk1"/>
              </a:solidFill>
              <a:latin typeface="Karla"/>
              <a:ea typeface="Karla"/>
              <a:cs typeface="Karla"/>
              <a:sym typeface="Karla"/>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Karla"/>
              <a:ea typeface="Karla"/>
              <a:cs typeface="Karla"/>
              <a:sym typeface="Karla"/>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Karla"/>
              <a:ea typeface="Karla"/>
              <a:cs typeface="Karla"/>
              <a:sym typeface="Karla"/>
            </a:endParaRPr>
          </a:p>
        </p:txBody>
      </p:sp>
      <p:pic>
        <p:nvPicPr>
          <p:cNvPr id="581" name="Google Shape;581;p7"/>
          <p:cNvPicPr preferRelativeResize="0"/>
          <p:nvPr/>
        </p:nvPicPr>
        <p:blipFill rotWithShape="1">
          <a:blip r:embed="rId3">
            <a:alphaModFix/>
          </a:blip>
          <a:srcRect b="0" l="0" r="0" t="0"/>
          <a:stretch/>
        </p:blipFill>
        <p:spPr>
          <a:xfrm>
            <a:off x="4266600" y="1522125"/>
            <a:ext cx="4241100" cy="30494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8"/>
          <p:cNvSpPr txBox="1"/>
          <p:nvPr>
            <p:ph type="title"/>
          </p:nvPr>
        </p:nvSpPr>
        <p:spPr>
          <a:xfrm>
            <a:off x="713250" y="241825"/>
            <a:ext cx="77175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n"/>
              <a:t>Our Four Pipelines </a:t>
            </a:r>
            <a:endParaRPr/>
          </a:p>
        </p:txBody>
      </p:sp>
      <p:graphicFrame>
        <p:nvGraphicFramePr>
          <p:cNvPr id="587" name="Google Shape;587;p8"/>
          <p:cNvGraphicFramePr/>
          <p:nvPr/>
        </p:nvGraphicFramePr>
        <p:xfrm>
          <a:off x="713250" y="1108125"/>
          <a:ext cx="3000000" cy="3000000"/>
        </p:xfrm>
        <a:graphic>
          <a:graphicData uri="http://schemas.openxmlformats.org/drawingml/2006/table">
            <a:tbl>
              <a:tblPr>
                <a:noFill/>
                <a:tableStyleId>{E8B482C4-377D-4415-85AB-681A877218AA}</a:tableStyleId>
              </a:tblPr>
              <a:tblGrid>
                <a:gridCol w="3815675"/>
                <a:gridCol w="3986125"/>
              </a:tblGrid>
              <a:tr h="865425">
                <a:tc>
                  <a:txBody>
                    <a:bodyPr/>
                    <a:lstStyle/>
                    <a:p>
                      <a:pPr indent="0" lvl="0" marL="0" marR="0" rtl="0" algn="ctr">
                        <a:lnSpc>
                          <a:spcPct val="115000"/>
                        </a:lnSpc>
                        <a:spcBef>
                          <a:spcPts val="0"/>
                        </a:spcBef>
                        <a:spcAft>
                          <a:spcPts val="0"/>
                        </a:spcAft>
                        <a:buClr>
                          <a:srgbClr val="000000"/>
                        </a:buClr>
                        <a:buSzPts val="1500"/>
                        <a:buFont typeface="Arial"/>
                        <a:buNone/>
                      </a:pPr>
                      <a:r>
                        <a:rPr lang="en" sz="1500" u="none" cap="none" strike="noStrike">
                          <a:solidFill>
                            <a:schemeClr val="dk2"/>
                          </a:solidFill>
                          <a:latin typeface="DM Serif Display"/>
                          <a:ea typeface="DM Serif Display"/>
                          <a:cs typeface="DM Serif Display"/>
                          <a:sym typeface="DM Serif Display"/>
                        </a:rPr>
                        <a:t>Logistic Regression</a:t>
                      </a:r>
                      <a:endParaRPr sz="1500" u="none" cap="none" strike="noStrike">
                        <a:solidFill>
                          <a:schemeClr val="dk2"/>
                        </a:solidFill>
                        <a:latin typeface="DM Serif Display"/>
                        <a:ea typeface="DM Serif Display"/>
                        <a:cs typeface="DM Serif Display"/>
                        <a:sym typeface="DM Serif Display"/>
                      </a:endParaRPr>
                    </a:p>
                    <a:p>
                      <a:pPr indent="0" lvl="0" marL="0" marR="0" rtl="0" algn="ctr">
                        <a:lnSpc>
                          <a:spcPct val="115000"/>
                        </a:lnSpc>
                        <a:spcBef>
                          <a:spcPts val="0"/>
                        </a:spcBef>
                        <a:spcAft>
                          <a:spcPts val="0"/>
                        </a:spcAft>
                        <a:buClr>
                          <a:schemeClr val="dk1"/>
                        </a:buClr>
                        <a:buSzPts val="1100"/>
                        <a:buFont typeface="Arial"/>
                        <a:buNone/>
                      </a:pPr>
                      <a:r>
                        <a:rPr lang="en" sz="1200" u="none" cap="none" strike="noStrike">
                          <a:solidFill>
                            <a:srgbClr val="404040"/>
                          </a:solidFill>
                        </a:rPr>
                        <a:t>Chen Jian</a:t>
                      </a:r>
                      <a:endParaRPr sz="1500" u="none" cap="none" strike="noStrike">
                        <a:solidFill>
                          <a:schemeClr val="dk2"/>
                        </a:solidFill>
                        <a:latin typeface="DM Serif Display"/>
                        <a:ea typeface="DM Serif Display"/>
                        <a:cs typeface="DM Serif Display"/>
                        <a:sym typeface="DM Serif Display"/>
                      </a:endParaRPr>
                    </a:p>
                  </a:txBody>
                  <a:tcPr marT="91425" marB="91425" marR="91425" marL="91425" anchor="ctr">
                    <a:lnL cap="flat" cmpd="sng" w="9525">
                      <a:solidFill>
                        <a:schemeClr val="dk2"/>
                      </a:solidFill>
                      <a:prstDash val="dashDot"/>
                      <a:round/>
                      <a:headEnd len="sm" w="sm" type="none"/>
                      <a:tailEnd len="sm" w="sm" type="none"/>
                    </a:lnL>
                    <a:lnR cap="flat" cmpd="sng" w="9525">
                      <a:solidFill>
                        <a:schemeClr val="dk2"/>
                      </a:solidFill>
                      <a:prstDash val="dashDot"/>
                      <a:round/>
                      <a:headEnd len="sm" w="sm" type="none"/>
                      <a:tailEnd len="sm" w="sm" type="none"/>
                    </a:lnR>
                    <a:lnT cap="flat" cmpd="sng" w="9525">
                      <a:solidFill>
                        <a:schemeClr val="dk2"/>
                      </a:solidFill>
                      <a:prstDash val="dashDot"/>
                      <a:round/>
                      <a:headEnd len="sm" w="sm" type="none"/>
                      <a:tailEnd len="sm" w="sm" type="none"/>
                    </a:lnT>
                    <a:lnB cap="flat" cmpd="sng" w="9525">
                      <a:solidFill>
                        <a:schemeClr val="dk2"/>
                      </a:solidFill>
                      <a:prstDash val="dashDot"/>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100"/>
                        <a:buFont typeface="Arial"/>
                        <a:buNone/>
                      </a:pPr>
                      <a:r>
                        <a:rPr b="1" lang="en" sz="1300" u="none" cap="none" strike="noStrike">
                          <a:solidFill>
                            <a:srgbClr val="404040"/>
                          </a:solidFill>
                        </a:rPr>
                        <a:t>M-pattern summary/related features</a:t>
                      </a:r>
                      <a:endParaRPr b="1" sz="1500" u="none" cap="none" strike="noStrike"/>
                    </a:p>
                  </a:txBody>
                  <a:tcPr marT="91425" marB="91425" marR="91425" marL="91425" anchor="ctr">
                    <a:lnL cap="flat" cmpd="sng" w="9525">
                      <a:solidFill>
                        <a:schemeClr val="dk2"/>
                      </a:solidFill>
                      <a:prstDash val="dashDot"/>
                      <a:round/>
                      <a:headEnd len="sm" w="sm" type="none"/>
                      <a:tailEnd len="sm" w="sm" type="none"/>
                    </a:lnL>
                    <a:lnR cap="flat" cmpd="sng" w="9525">
                      <a:solidFill>
                        <a:schemeClr val="dk2"/>
                      </a:solidFill>
                      <a:prstDash val="dashDot"/>
                      <a:round/>
                      <a:headEnd len="sm" w="sm" type="none"/>
                      <a:tailEnd len="sm" w="sm" type="none"/>
                    </a:lnR>
                    <a:lnT cap="flat" cmpd="sng" w="9525">
                      <a:solidFill>
                        <a:schemeClr val="dk2"/>
                      </a:solidFill>
                      <a:prstDash val="dash"/>
                      <a:round/>
                      <a:headEnd len="sm" w="sm" type="none"/>
                      <a:tailEnd len="sm" w="sm" type="none"/>
                    </a:lnT>
                    <a:lnB cap="flat" cmpd="sng" w="9525">
                      <a:solidFill>
                        <a:schemeClr val="dk2"/>
                      </a:solidFill>
                      <a:prstDash val="dashDot"/>
                      <a:round/>
                      <a:headEnd len="sm" w="sm" type="none"/>
                      <a:tailEnd len="sm" w="sm" type="none"/>
                    </a:lnB>
                  </a:tcPr>
                </a:tc>
              </a:tr>
              <a:tr h="801350">
                <a:tc>
                  <a:txBody>
                    <a:bodyPr/>
                    <a:lstStyle/>
                    <a:p>
                      <a:pPr indent="0" lvl="0" marL="0" marR="0" rtl="0" algn="ctr">
                        <a:lnSpc>
                          <a:spcPct val="115000"/>
                        </a:lnSpc>
                        <a:spcBef>
                          <a:spcPts val="0"/>
                        </a:spcBef>
                        <a:spcAft>
                          <a:spcPts val="0"/>
                        </a:spcAft>
                        <a:buClr>
                          <a:schemeClr val="dk1"/>
                        </a:buClr>
                        <a:buSzPts val="1100"/>
                        <a:buFont typeface="Arial"/>
                        <a:buNone/>
                      </a:pPr>
                      <a:r>
                        <a:rPr lang="en" sz="1500" u="none" cap="none" strike="noStrike">
                          <a:solidFill>
                            <a:schemeClr val="dk2"/>
                          </a:solidFill>
                          <a:latin typeface="DM Serif Display"/>
                          <a:ea typeface="DM Serif Display"/>
                          <a:cs typeface="DM Serif Display"/>
                          <a:sym typeface="DM Serif Display"/>
                        </a:rPr>
                        <a:t>XGBoost Tree</a:t>
                      </a:r>
                      <a:endParaRPr sz="1500" u="none" cap="none" strike="noStrike">
                        <a:solidFill>
                          <a:schemeClr val="dk2"/>
                        </a:solidFill>
                        <a:latin typeface="DM Serif Display"/>
                        <a:ea typeface="DM Serif Display"/>
                        <a:cs typeface="DM Serif Display"/>
                        <a:sym typeface="DM Serif Display"/>
                      </a:endParaRPr>
                    </a:p>
                    <a:p>
                      <a:pPr indent="0" lvl="0" marL="0" marR="0" rtl="0" algn="ctr">
                        <a:lnSpc>
                          <a:spcPct val="115000"/>
                        </a:lnSpc>
                        <a:spcBef>
                          <a:spcPts val="0"/>
                        </a:spcBef>
                        <a:spcAft>
                          <a:spcPts val="0"/>
                        </a:spcAft>
                        <a:buClr>
                          <a:schemeClr val="dk1"/>
                        </a:buClr>
                        <a:buSzPts val="1100"/>
                        <a:buFont typeface="Arial"/>
                        <a:buNone/>
                      </a:pPr>
                      <a:r>
                        <a:rPr lang="en" sz="1200" u="none" cap="none" strike="noStrike">
                          <a:solidFill>
                            <a:srgbClr val="404040"/>
                          </a:solidFill>
                        </a:rPr>
                        <a:t>Yuan Ruotian</a:t>
                      </a:r>
                      <a:endParaRPr sz="1500" u="none" cap="none" strike="noStrike">
                        <a:solidFill>
                          <a:schemeClr val="dk2"/>
                        </a:solidFill>
                        <a:latin typeface="DM Serif Display"/>
                        <a:ea typeface="DM Serif Display"/>
                        <a:cs typeface="DM Serif Display"/>
                        <a:sym typeface="DM Serif Display"/>
                      </a:endParaRPr>
                    </a:p>
                  </a:txBody>
                  <a:tcPr marT="91425" marB="91425" marR="91425" marL="91425" anchor="ctr">
                    <a:lnL cap="flat" cmpd="sng" w="9525">
                      <a:solidFill>
                        <a:srgbClr val="325D79"/>
                      </a:solidFill>
                      <a:prstDash val="dashDot"/>
                      <a:round/>
                      <a:headEnd len="sm" w="sm" type="none"/>
                      <a:tailEnd len="sm" w="sm" type="none"/>
                    </a:lnL>
                    <a:lnR cap="flat" cmpd="sng" w="9525">
                      <a:solidFill>
                        <a:srgbClr val="325D79"/>
                      </a:solidFill>
                      <a:prstDash val="dashDot"/>
                      <a:round/>
                      <a:headEnd len="sm" w="sm" type="none"/>
                      <a:tailEnd len="sm" w="sm" type="none"/>
                    </a:lnR>
                    <a:lnT cap="flat" cmpd="sng" w="9525">
                      <a:solidFill>
                        <a:schemeClr val="dk2"/>
                      </a:solidFill>
                      <a:prstDash val="dashDot"/>
                      <a:round/>
                      <a:headEnd len="sm" w="sm" type="none"/>
                      <a:tailEnd len="sm" w="sm" type="none"/>
                    </a:lnT>
                    <a:lnB cap="flat" cmpd="sng" w="9525">
                      <a:solidFill>
                        <a:srgbClr val="325D79"/>
                      </a:solidFill>
                      <a:prstDash val="dashDot"/>
                      <a:round/>
                      <a:headEnd len="sm" w="sm" type="none"/>
                      <a:tailEnd len="sm" w="sm" type="none"/>
                    </a:lnB>
                  </a:tcPr>
                </a:tc>
                <a:tc>
                  <a:txBody>
                    <a:bodyPr/>
                    <a:lstStyle/>
                    <a:p>
                      <a:pPr indent="0" lvl="0" marL="0" marR="0" rtl="0" algn="ctr">
                        <a:lnSpc>
                          <a:spcPct val="115000"/>
                        </a:lnSpc>
                        <a:spcBef>
                          <a:spcPts val="0"/>
                        </a:spcBef>
                        <a:spcAft>
                          <a:spcPts val="0"/>
                        </a:spcAft>
                        <a:buClr>
                          <a:schemeClr val="dk1"/>
                        </a:buClr>
                        <a:buSzPts val="1100"/>
                        <a:buFont typeface="Arial"/>
                        <a:buNone/>
                      </a:pPr>
                      <a:r>
                        <a:rPr b="1" lang="en" sz="1300" u="none" cap="none" strike="noStrike">
                          <a:solidFill>
                            <a:srgbClr val="404040"/>
                          </a:solidFill>
                        </a:rPr>
                        <a:t>Card–address/email relationship</a:t>
                      </a:r>
                      <a:endParaRPr b="1" sz="1500" u="none" cap="none" strike="noStrike"/>
                    </a:p>
                  </a:txBody>
                  <a:tcPr marT="91425" marB="91425" marR="91425" marL="91425" anchor="ctr">
                    <a:lnL cap="flat" cmpd="sng" w="9525">
                      <a:solidFill>
                        <a:srgbClr val="325D79"/>
                      </a:solidFill>
                      <a:prstDash val="dashDot"/>
                      <a:round/>
                      <a:headEnd len="sm" w="sm" type="none"/>
                      <a:tailEnd len="sm" w="sm" type="none"/>
                    </a:lnL>
                    <a:lnR cap="flat" cmpd="sng" w="9525">
                      <a:solidFill>
                        <a:schemeClr val="dk2"/>
                      </a:solidFill>
                      <a:prstDash val="dashDot"/>
                      <a:round/>
                      <a:headEnd len="sm" w="sm" type="none"/>
                      <a:tailEnd len="sm" w="sm" type="none"/>
                    </a:lnR>
                    <a:lnT cap="flat" cmpd="sng" w="9525">
                      <a:solidFill>
                        <a:schemeClr val="dk2"/>
                      </a:solidFill>
                      <a:prstDash val="dashDot"/>
                      <a:round/>
                      <a:headEnd len="sm" w="sm" type="none"/>
                      <a:tailEnd len="sm" w="sm" type="none"/>
                    </a:lnT>
                    <a:lnB cap="flat" cmpd="sng" w="9525">
                      <a:solidFill>
                        <a:schemeClr val="dk2"/>
                      </a:solidFill>
                      <a:prstDash val="dashDot"/>
                      <a:round/>
                      <a:headEnd len="sm" w="sm" type="none"/>
                      <a:tailEnd len="sm" w="sm" type="none"/>
                    </a:lnB>
                  </a:tcPr>
                </a:tc>
              </a:tr>
              <a:tr h="801350">
                <a:tc>
                  <a:txBody>
                    <a:bodyPr/>
                    <a:lstStyle/>
                    <a:p>
                      <a:pPr indent="0" lvl="0" marL="0" marR="0" rtl="0" algn="ctr">
                        <a:lnSpc>
                          <a:spcPct val="115000"/>
                        </a:lnSpc>
                        <a:spcBef>
                          <a:spcPts val="0"/>
                        </a:spcBef>
                        <a:spcAft>
                          <a:spcPts val="0"/>
                        </a:spcAft>
                        <a:buClr>
                          <a:srgbClr val="000000"/>
                        </a:buClr>
                        <a:buSzPts val="1500"/>
                        <a:buFont typeface="Arial"/>
                        <a:buNone/>
                      </a:pPr>
                      <a:r>
                        <a:rPr lang="en" sz="1500" u="none" cap="none" strike="noStrike">
                          <a:solidFill>
                            <a:schemeClr val="dk2"/>
                          </a:solidFill>
                          <a:latin typeface="DM Serif Display"/>
                          <a:ea typeface="DM Serif Display"/>
                          <a:cs typeface="DM Serif Display"/>
                          <a:sym typeface="DM Serif Display"/>
                        </a:rPr>
                        <a:t>Rule-based points score</a:t>
                      </a:r>
                      <a:endParaRPr sz="1500" u="none" cap="none" strike="noStrike">
                        <a:solidFill>
                          <a:schemeClr val="dk2"/>
                        </a:solidFill>
                        <a:latin typeface="DM Serif Display"/>
                        <a:ea typeface="DM Serif Display"/>
                        <a:cs typeface="DM Serif Display"/>
                        <a:sym typeface="DM Serif Display"/>
                      </a:endParaRPr>
                    </a:p>
                    <a:p>
                      <a:pPr indent="0" lvl="0" marL="0" marR="0" rtl="0" algn="ctr">
                        <a:lnSpc>
                          <a:spcPct val="115000"/>
                        </a:lnSpc>
                        <a:spcBef>
                          <a:spcPts val="0"/>
                        </a:spcBef>
                        <a:spcAft>
                          <a:spcPts val="0"/>
                        </a:spcAft>
                        <a:buClr>
                          <a:schemeClr val="dk1"/>
                        </a:buClr>
                        <a:buSzPts val="1100"/>
                        <a:buFont typeface="Arial"/>
                        <a:buNone/>
                      </a:pPr>
                      <a:r>
                        <a:rPr lang="en" sz="1200" u="none" cap="none" strike="noStrike">
                          <a:solidFill>
                            <a:srgbClr val="404040"/>
                          </a:solidFill>
                        </a:rPr>
                        <a:t>Zhang Xiaohan</a:t>
                      </a:r>
                      <a:endParaRPr sz="1500" u="none" cap="none" strike="noStrike">
                        <a:solidFill>
                          <a:schemeClr val="dk2"/>
                        </a:solidFill>
                        <a:latin typeface="DM Serif Display"/>
                        <a:ea typeface="DM Serif Display"/>
                        <a:cs typeface="DM Serif Display"/>
                        <a:sym typeface="DM Serif Display"/>
                      </a:endParaRPr>
                    </a:p>
                  </a:txBody>
                  <a:tcPr marT="91425" marB="91425" marR="91425" marL="91425" anchor="ctr">
                    <a:lnL cap="flat" cmpd="sng" w="9525">
                      <a:solidFill>
                        <a:srgbClr val="325D79"/>
                      </a:solidFill>
                      <a:prstDash val="dashDot"/>
                      <a:round/>
                      <a:headEnd len="sm" w="sm" type="none"/>
                      <a:tailEnd len="sm" w="sm" type="none"/>
                    </a:lnL>
                    <a:lnR cap="flat" cmpd="sng" w="9525">
                      <a:solidFill>
                        <a:srgbClr val="325D79"/>
                      </a:solidFill>
                      <a:prstDash val="dashDot"/>
                      <a:round/>
                      <a:headEnd len="sm" w="sm" type="none"/>
                      <a:tailEnd len="sm" w="sm" type="none"/>
                    </a:lnR>
                    <a:lnT cap="flat" cmpd="sng" w="9525">
                      <a:solidFill>
                        <a:srgbClr val="325D79"/>
                      </a:solidFill>
                      <a:prstDash val="dashDot"/>
                      <a:round/>
                      <a:headEnd len="sm" w="sm" type="none"/>
                      <a:tailEnd len="sm" w="sm" type="none"/>
                    </a:lnT>
                    <a:lnB cap="flat" cmpd="sng" w="9525">
                      <a:solidFill>
                        <a:srgbClr val="325D79"/>
                      </a:solidFill>
                      <a:prstDash val="dashDot"/>
                      <a:round/>
                      <a:headEnd len="sm" w="sm" type="none"/>
                      <a:tailEnd len="sm" w="sm" type="none"/>
                    </a:lnB>
                  </a:tcPr>
                </a:tc>
                <a:tc>
                  <a:txBody>
                    <a:bodyPr/>
                    <a:lstStyle/>
                    <a:p>
                      <a:pPr indent="0" lvl="0" marL="0" marR="0" rtl="0" algn="ctr">
                        <a:lnSpc>
                          <a:spcPct val="115000"/>
                        </a:lnSpc>
                        <a:spcBef>
                          <a:spcPts val="0"/>
                        </a:spcBef>
                        <a:spcAft>
                          <a:spcPts val="0"/>
                        </a:spcAft>
                        <a:buClr>
                          <a:schemeClr val="dk1"/>
                        </a:buClr>
                        <a:buSzPts val="1100"/>
                        <a:buFont typeface="Arial"/>
                        <a:buNone/>
                      </a:pPr>
                      <a:r>
                        <a:rPr b="1" lang="en" sz="1300" u="none" cap="none" strike="noStrike">
                          <a:solidFill>
                            <a:srgbClr val="404040"/>
                          </a:solidFill>
                        </a:rPr>
                        <a:t>Transparent risk score</a:t>
                      </a:r>
                      <a:endParaRPr b="1" sz="1500" u="none" cap="none" strike="noStrike"/>
                    </a:p>
                  </a:txBody>
                  <a:tcPr marT="91425" marB="91425" marR="91425" marL="91425" anchor="ctr">
                    <a:lnL cap="flat" cmpd="sng" w="9525">
                      <a:solidFill>
                        <a:srgbClr val="325D79"/>
                      </a:solidFill>
                      <a:prstDash val="dashDot"/>
                      <a:round/>
                      <a:headEnd len="sm" w="sm" type="none"/>
                      <a:tailEnd len="sm" w="sm" type="none"/>
                    </a:lnL>
                    <a:lnR cap="flat" cmpd="sng" w="9525">
                      <a:solidFill>
                        <a:schemeClr val="dk2"/>
                      </a:solidFill>
                      <a:prstDash val="dashDot"/>
                      <a:round/>
                      <a:headEnd len="sm" w="sm" type="none"/>
                      <a:tailEnd len="sm" w="sm" type="none"/>
                    </a:lnR>
                    <a:lnT cap="flat" cmpd="sng" w="9525">
                      <a:solidFill>
                        <a:schemeClr val="dk2"/>
                      </a:solidFill>
                      <a:prstDash val="dashDot"/>
                      <a:round/>
                      <a:headEnd len="sm" w="sm" type="none"/>
                      <a:tailEnd len="sm" w="sm" type="none"/>
                    </a:lnT>
                    <a:lnB cap="flat" cmpd="sng" w="9525">
                      <a:solidFill>
                        <a:schemeClr val="dk2"/>
                      </a:solidFill>
                      <a:prstDash val="dashDot"/>
                      <a:round/>
                      <a:headEnd len="sm" w="sm" type="none"/>
                      <a:tailEnd len="sm" w="sm" type="none"/>
                    </a:lnB>
                  </a:tcPr>
                </a:tc>
              </a:tr>
              <a:tr h="801350">
                <a:tc>
                  <a:txBody>
                    <a:bodyPr/>
                    <a:lstStyle/>
                    <a:p>
                      <a:pPr indent="0" lvl="0" marL="0" marR="0" rtl="0" algn="ctr">
                        <a:lnSpc>
                          <a:spcPct val="115000"/>
                        </a:lnSpc>
                        <a:spcBef>
                          <a:spcPts val="0"/>
                        </a:spcBef>
                        <a:spcAft>
                          <a:spcPts val="0"/>
                        </a:spcAft>
                        <a:buClr>
                          <a:srgbClr val="000000"/>
                        </a:buClr>
                        <a:buSzPts val="1500"/>
                        <a:buFont typeface="Arial"/>
                        <a:buNone/>
                      </a:pPr>
                      <a:r>
                        <a:rPr lang="en" sz="1500" u="none" cap="none" strike="noStrike">
                          <a:solidFill>
                            <a:schemeClr val="dk2"/>
                          </a:solidFill>
                          <a:latin typeface="DM Serif Display"/>
                          <a:ea typeface="DM Serif Display"/>
                          <a:cs typeface="DM Serif Display"/>
                          <a:sym typeface="DM Serif Display"/>
                        </a:rPr>
                        <a:t>Isolation Forest</a:t>
                      </a:r>
                      <a:endParaRPr sz="1500" u="none" cap="none" strike="noStrike">
                        <a:solidFill>
                          <a:schemeClr val="dk2"/>
                        </a:solidFill>
                        <a:latin typeface="DM Serif Display"/>
                        <a:ea typeface="DM Serif Display"/>
                        <a:cs typeface="DM Serif Display"/>
                        <a:sym typeface="DM Serif Display"/>
                      </a:endParaRPr>
                    </a:p>
                    <a:p>
                      <a:pPr indent="0" lvl="0" marL="0" marR="0" rtl="0" algn="ctr">
                        <a:lnSpc>
                          <a:spcPct val="115000"/>
                        </a:lnSpc>
                        <a:spcBef>
                          <a:spcPts val="0"/>
                        </a:spcBef>
                        <a:spcAft>
                          <a:spcPts val="0"/>
                        </a:spcAft>
                        <a:buClr>
                          <a:schemeClr val="dk1"/>
                        </a:buClr>
                        <a:buSzPts val="1100"/>
                        <a:buFont typeface="Arial"/>
                        <a:buNone/>
                      </a:pPr>
                      <a:r>
                        <a:rPr lang="en" sz="1200" u="none" cap="none" strike="noStrike">
                          <a:solidFill>
                            <a:srgbClr val="404040"/>
                          </a:solidFill>
                        </a:rPr>
                        <a:t>Zhang Yang</a:t>
                      </a:r>
                      <a:endParaRPr sz="1500" u="none" cap="none" strike="noStrike">
                        <a:solidFill>
                          <a:schemeClr val="dk2"/>
                        </a:solidFill>
                        <a:latin typeface="DM Serif Display"/>
                        <a:ea typeface="DM Serif Display"/>
                        <a:cs typeface="DM Serif Display"/>
                        <a:sym typeface="DM Serif Display"/>
                      </a:endParaRPr>
                    </a:p>
                  </a:txBody>
                  <a:tcPr marT="91425" marB="91425" marR="91425" marL="91425" anchor="ctr">
                    <a:lnL cap="flat" cmpd="sng" w="9525">
                      <a:solidFill>
                        <a:srgbClr val="325D79"/>
                      </a:solidFill>
                      <a:prstDash val="dashDot"/>
                      <a:round/>
                      <a:headEnd len="sm" w="sm" type="none"/>
                      <a:tailEnd len="sm" w="sm" type="none"/>
                    </a:lnL>
                    <a:lnR cap="flat" cmpd="sng" w="9525">
                      <a:solidFill>
                        <a:srgbClr val="325D79"/>
                      </a:solidFill>
                      <a:prstDash val="dashDot"/>
                      <a:round/>
                      <a:headEnd len="sm" w="sm" type="none"/>
                      <a:tailEnd len="sm" w="sm" type="none"/>
                    </a:lnR>
                    <a:lnT cap="flat" cmpd="sng" w="9525">
                      <a:solidFill>
                        <a:srgbClr val="325D79"/>
                      </a:solidFill>
                      <a:prstDash val="dashDot"/>
                      <a:round/>
                      <a:headEnd len="sm" w="sm" type="none"/>
                      <a:tailEnd len="sm" w="sm" type="none"/>
                    </a:lnT>
                    <a:lnB cap="flat" cmpd="sng" w="9525">
                      <a:solidFill>
                        <a:srgbClr val="325D79"/>
                      </a:solidFill>
                      <a:prstDash val="dashDot"/>
                      <a:round/>
                      <a:headEnd len="sm" w="sm" type="none"/>
                      <a:tailEnd len="sm" w="sm" type="none"/>
                    </a:lnB>
                  </a:tcPr>
                </a:tc>
                <a:tc>
                  <a:txBody>
                    <a:bodyPr/>
                    <a:lstStyle/>
                    <a:p>
                      <a:pPr indent="0" lvl="0" marL="0" marR="0" rtl="0" algn="ctr">
                        <a:lnSpc>
                          <a:spcPct val="115000"/>
                        </a:lnSpc>
                        <a:spcBef>
                          <a:spcPts val="0"/>
                        </a:spcBef>
                        <a:spcAft>
                          <a:spcPts val="0"/>
                        </a:spcAft>
                        <a:buClr>
                          <a:schemeClr val="dk1"/>
                        </a:buClr>
                        <a:buSzPts val="1100"/>
                        <a:buFont typeface="Arial"/>
                        <a:buNone/>
                      </a:pPr>
                      <a:r>
                        <a:rPr b="1" lang="en" sz="1300" u="none" cap="none" strike="noStrike">
                          <a:solidFill>
                            <a:srgbClr val="404040"/>
                          </a:solidFill>
                        </a:rPr>
                        <a:t>Unusual transaction detection</a:t>
                      </a:r>
                      <a:endParaRPr b="1" sz="1500" u="none" cap="none" strike="noStrike"/>
                    </a:p>
                  </a:txBody>
                  <a:tcPr marT="91425" marB="91425" marR="91425" marL="91425" anchor="ctr">
                    <a:lnL cap="flat" cmpd="sng" w="9525">
                      <a:solidFill>
                        <a:srgbClr val="325D79"/>
                      </a:solidFill>
                      <a:prstDash val="dashDot"/>
                      <a:round/>
                      <a:headEnd len="sm" w="sm" type="none"/>
                      <a:tailEnd len="sm" w="sm" type="none"/>
                    </a:lnL>
                    <a:lnR cap="flat" cmpd="sng" w="9525">
                      <a:solidFill>
                        <a:schemeClr val="dk2"/>
                      </a:solidFill>
                      <a:prstDash val="dashDot"/>
                      <a:round/>
                      <a:headEnd len="sm" w="sm" type="none"/>
                      <a:tailEnd len="sm" w="sm" type="none"/>
                    </a:lnR>
                    <a:lnT cap="flat" cmpd="sng" w="9525">
                      <a:solidFill>
                        <a:schemeClr val="dk2"/>
                      </a:solidFill>
                      <a:prstDash val="dashDot"/>
                      <a:round/>
                      <a:headEnd len="sm" w="sm" type="none"/>
                      <a:tailEnd len="sm" w="sm" type="none"/>
                    </a:lnT>
                    <a:lnB cap="flat" cmpd="sng" w="9525">
                      <a:solidFill>
                        <a:schemeClr val="dk2"/>
                      </a:solidFill>
                      <a:prstDash val="dashDot"/>
                      <a:round/>
                      <a:headEnd len="sm" w="sm" type="none"/>
                      <a:tailEnd len="sm" w="sm" type="none"/>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id="592" name="Google Shape;592;p9"/>
          <p:cNvSpPr/>
          <p:nvPr/>
        </p:nvSpPr>
        <p:spPr>
          <a:xfrm>
            <a:off x="695425" y="1320898"/>
            <a:ext cx="7746300" cy="369300"/>
          </a:xfrm>
          <a:prstGeom prst="roundRect">
            <a:avLst>
              <a:gd fmla="val 16667" name="adj"/>
            </a:avLst>
          </a:prstGeom>
          <a:solidFill>
            <a:srgbClr val="E3E9ED"/>
          </a:solid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Karla"/>
              <a:ea typeface="Karla"/>
              <a:cs typeface="Karla"/>
              <a:sym typeface="Karla"/>
            </a:endParaRPr>
          </a:p>
        </p:txBody>
      </p:sp>
      <p:sp>
        <p:nvSpPr>
          <p:cNvPr id="593" name="Google Shape;593;p9"/>
          <p:cNvSpPr/>
          <p:nvPr/>
        </p:nvSpPr>
        <p:spPr>
          <a:xfrm>
            <a:off x="824625" y="264575"/>
            <a:ext cx="4341300" cy="468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Karla"/>
              <a:ea typeface="Karla"/>
              <a:cs typeface="Karla"/>
              <a:sym typeface="Karla"/>
            </a:endParaRPr>
          </a:p>
        </p:txBody>
      </p:sp>
      <p:sp>
        <p:nvSpPr>
          <p:cNvPr id="594" name="Google Shape;594;p9"/>
          <p:cNvSpPr txBox="1"/>
          <p:nvPr>
            <p:ph type="title"/>
          </p:nvPr>
        </p:nvSpPr>
        <p:spPr>
          <a:xfrm>
            <a:off x="822825" y="271925"/>
            <a:ext cx="4289700" cy="4806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b="1" lang="en" sz="2200">
                <a:solidFill>
                  <a:schemeClr val="dk2"/>
                </a:solidFill>
              </a:rPr>
              <a:t>Pipeline 1 - Logistic Regression</a:t>
            </a:r>
            <a:endParaRPr b="1" sz="2200"/>
          </a:p>
        </p:txBody>
      </p:sp>
      <p:sp>
        <p:nvSpPr>
          <p:cNvPr id="595" name="Google Shape;595;p9"/>
          <p:cNvSpPr txBox="1"/>
          <p:nvPr/>
        </p:nvSpPr>
        <p:spPr>
          <a:xfrm>
            <a:off x="731625" y="764174"/>
            <a:ext cx="81741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200"/>
              <a:buFont typeface="Arial"/>
              <a:buNone/>
            </a:pPr>
            <a:r>
              <a:rPr b="0" i="0" lang="en" sz="1200" u="none" cap="none" strike="noStrike">
                <a:solidFill>
                  <a:srgbClr val="404040"/>
                </a:solidFill>
                <a:latin typeface="Arial"/>
                <a:ea typeface="Arial"/>
                <a:cs typeface="Arial"/>
                <a:sym typeface="Arial"/>
              </a:rPr>
              <a:t>Test whether summary patterns from the M-fields can support fraud detection in a simple, explainable model. </a:t>
            </a:r>
            <a:endParaRPr b="0" i="0" sz="1400" u="none" cap="none" strike="noStrike">
              <a:solidFill>
                <a:schemeClr val="dk1"/>
              </a:solidFill>
              <a:latin typeface="Arial"/>
              <a:ea typeface="Arial"/>
              <a:cs typeface="Arial"/>
              <a:sym typeface="Arial"/>
            </a:endParaRPr>
          </a:p>
        </p:txBody>
      </p:sp>
      <p:sp>
        <p:nvSpPr>
          <p:cNvPr id="596" name="Google Shape;596;p9"/>
          <p:cNvSpPr/>
          <p:nvPr/>
        </p:nvSpPr>
        <p:spPr>
          <a:xfrm>
            <a:off x="731625" y="1737775"/>
            <a:ext cx="2458500" cy="30270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525" lIns="91525" spcFirstLastPara="1" rIns="91525" wrap="square" tIns="915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7" name="Google Shape;597;p9"/>
          <p:cNvSpPr txBox="1"/>
          <p:nvPr/>
        </p:nvSpPr>
        <p:spPr>
          <a:xfrm>
            <a:off x="879525" y="2158450"/>
            <a:ext cx="2162700" cy="1988100"/>
          </a:xfrm>
          <a:prstGeom prst="rect">
            <a:avLst/>
          </a:prstGeom>
          <a:noFill/>
          <a:ln>
            <a:noFill/>
          </a:ln>
        </p:spPr>
        <p:txBody>
          <a:bodyPr anchorCtr="0" anchor="t" bIns="91525" lIns="91525" spcFirstLastPara="1" rIns="91525" wrap="square" tIns="91525">
            <a:noAutofit/>
          </a:bodyPr>
          <a:lstStyle/>
          <a:p>
            <a:pPr indent="0" lvl="0" marL="0" marR="0" rtl="0" algn="l">
              <a:lnSpc>
                <a:spcPct val="115000"/>
              </a:lnSpc>
              <a:spcBef>
                <a:spcPts val="1502"/>
              </a:spcBef>
              <a:spcAft>
                <a:spcPts val="1502"/>
              </a:spcAft>
              <a:buClr>
                <a:srgbClr val="000000"/>
              </a:buClr>
              <a:buSzPts val="1400"/>
              <a:buFont typeface="Arial"/>
              <a:buNone/>
            </a:pPr>
            <a:r>
              <a:rPr b="0" i="0" lang="en" sz="1400" u="none" cap="none" strike="noStrike">
                <a:solidFill>
                  <a:schemeClr val="dk1"/>
                </a:solidFill>
                <a:latin typeface="Karla"/>
                <a:ea typeface="Karla"/>
                <a:cs typeface="Karla"/>
                <a:sym typeface="Karla"/>
              </a:rPr>
              <a:t>Test whether summary patterns from the M-fields can support fraud detection in a simple, explainable model. </a:t>
            </a:r>
            <a:endParaRPr b="0" i="0" sz="1400" u="none" cap="none" strike="noStrike">
              <a:solidFill>
                <a:schemeClr val="dk1"/>
              </a:solidFill>
              <a:latin typeface="Karla"/>
              <a:ea typeface="Karla"/>
              <a:cs typeface="Karla"/>
              <a:sym typeface="Karla"/>
            </a:endParaRPr>
          </a:p>
        </p:txBody>
      </p:sp>
      <p:cxnSp>
        <p:nvCxnSpPr>
          <p:cNvPr id="598" name="Google Shape;598;p9"/>
          <p:cNvCxnSpPr/>
          <p:nvPr/>
        </p:nvCxnSpPr>
        <p:spPr>
          <a:xfrm>
            <a:off x="3590542" y="3469503"/>
            <a:ext cx="0" cy="0"/>
          </a:xfrm>
          <a:prstGeom prst="straightConnector1">
            <a:avLst/>
          </a:prstGeom>
          <a:noFill/>
          <a:ln cap="flat" cmpd="sng" w="9525">
            <a:solidFill>
              <a:schemeClr val="dk2"/>
            </a:solidFill>
            <a:prstDash val="solid"/>
            <a:round/>
            <a:headEnd len="sm" w="sm" type="none"/>
            <a:tailEnd len="sm" w="sm" type="none"/>
          </a:ln>
        </p:spPr>
      </p:cxnSp>
      <p:sp>
        <p:nvSpPr>
          <p:cNvPr id="599" name="Google Shape;599;p9"/>
          <p:cNvSpPr/>
          <p:nvPr/>
        </p:nvSpPr>
        <p:spPr>
          <a:xfrm>
            <a:off x="3367451" y="1737763"/>
            <a:ext cx="2458500" cy="30270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525" lIns="91525" spcFirstLastPara="1" rIns="91525" wrap="square" tIns="915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600" name="Google Shape;600;p9"/>
          <p:cNvCxnSpPr/>
          <p:nvPr/>
        </p:nvCxnSpPr>
        <p:spPr>
          <a:xfrm>
            <a:off x="6200580" y="3469503"/>
            <a:ext cx="0" cy="0"/>
          </a:xfrm>
          <a:prstGeom prst="straightConnector1">
            <a:avLst/>
          </a:prstGeom>
          <a:noFill/>
          <a:ln cap="flat" cmpd="sng" w="9525">
            <a:solidFill>
              <a:schemeClr val="dk2"/>
            </a:solidFill>
            <a:prstDash val="solid"/>
            <a:round/>
            <a:headEnd len="sm" w="sm" type="none"/>
            <a:tailEnd len="sm" w="sm" type="none"/>
          </a:ln>
        </p:spPr>
      </p:cxnSp>
      <p:cxnSp>
        <p:nvCxnSpPr>
          <p:cNvPr id="601" name="Google Shape;601;p9"/>
          <p:cNvCxnSpPr/>
          <p:nvPr/>
        </p:nvCxnSpPr>
        <p:spPr>
          <a:xfrm>
            <a:off x="6151171" y="3469503"/>
            <a:ext cx="0" cy="0"/>
          </a:xfrm>
          <a:prstGeom prst="straightConnector1">
            <a:avLst/>
          </a:prstGeom>
          <a:noFill/>
          <a:ln cap="flat" cmpd="sng" w="9525">
            <a:solidFill>
              <a:schemeClr val="dk2"/>
            </a:solidFill>
            <a:prstDash val="solid"/>
            <a:round/>
            <a:headEnd len="sm" w="sm" type="none"/>
            <a:tailEnd len="sm" w="sm" type="none"/>
          </a:ln>
        </p:spPr>
      </p:cxnSp>
      <p:sp>
        <p:nvSpPr>
          <p:cNvPr id="602" name="Google Shape;602;p9"/>
          <p:cNvSpPr/>
          <p:nvPr/>
        </p:nvSpPr>
        <p:spPr>
          <a:xfrm>
            <a:off x="6151175" y="1799250"/>
            <a:ext cx="2458500" cy="29655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525" lIns="91525" spcFirstLastPara="1" rIns="91525" wrap="square" tIns="915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3" name="Google Shape;603;p9"/>
          <p:cNvSpPr txBox="1"/>
          <p:nvPr/>
        </p:nvSpPr>
        <p:spPr>
          <a:xfrm>
            <a:off x="6476400" y="2158450"/>
            <a:ext cx="1954800" cy="1988100"/>
          </a:xfrm>
          <a:prstGeom prst="rect">
            <a:avLst/>
          </a:prstGeom>
          <a:noFill/>
          <a:ln>
            <a:noFill/>
          </a:ln>
        </p:spPr>
        <p:txBody>
          <a:bodyPr anchorCtr="0" anchor="t" bIns="91525" lIns="91525" spcFirstLastPara="1" rIns="91525" wrap="square" tIns="91525">
            <a:noAutofit/>
          </a:bodyPr>
          <a:lstStyle/>
          <a:p>
            <a:pPr indent="0" lvl="0" marL="0" marR="0" rtl="0" algn="l">
              <a:lnSpc>
                <a:spcPct val="115000"/>
              </a:lnSpc>
              <a:spcBef>
                <a:spcPts val="1502"/>
              </a:spcBef>
              <a:spcAft>
                <a:spcPts val="1502"/>
              </a:spcAft>
              <a:buClr>
                <a:srgbClr val="000000"/>
              </a:buClr>
              <a:buSzPts val="1401"/>
              <a:buFont typeface="Arial"/>
              <a:buNone/>
            </a:pPr>
            <a:r>
              <a:rPr b="0" i="0" lang="en" sz="1401" u="none" cap="none" strike="noStrike">
                <a:solidFill>
                  <a:schemeClr val="dk1"/>
                </a:solidFill>
                <a:latin typeface="Karla"/>
                <a:ea typeface="Karla"/>
                <a:cs typeface="Karla"/>
                <a:sym typeface="Karla"/>
              </a:rPr>
              <a:t>Useful as supporting evidence, but not strong enough to drive decisions alone.</a:t>
            </a:r>
            <a:endParaRPr b="0" i="0" sz="1401" u="none" cap="none" strike="noStrike">
              <a:solidFill>
                <a:schemeClr val="dk1"/>
              </a:solidFill>
              <a:latin typeface="Karla"/>
              <a:ea typeface="Karla"/>
              <a:cs typeface="Karla"/>
              <a:sym typeface="Karla"/>
            </a:endParaRPr>
          </a:p>
        </p:txBody>
      </p:sp>
      <p:sp>
        <p:nvSpPr>
          <p:cNvPr id="604" name="Google Shape;604;p9"/>
          <p:cNvSpPr txBox="1"/>
          <p:nvPr/>
        </p:nvSpPr>
        <p:spPr>
          <a:xfrm>
            <a:off x="822825" y="1145125"/>
            <a:ext cx="1954800" cy="400500"/>
          </a:xfrm>
          <a:prstGeom prst="rect">
            <a:avLst/>
          </a:prstGeom>
          <a:noFill/>
          <a:ln>
            <a:noFill/>
          </a:ln>
        </p:spPr>
        <p:txBody>
          <a:bodyPr anchorCtr="0" anchor="t" bIns="91525" lIns="91525" spcFirstLastPara="1" rIns="91525" wrap="square" tIns="91525">
            <a:noAutofit/>
          </a:bodyPr>
          <a:lstStyle/>
          <a:p>
            <a:pPr indent="0" lvl="0" marL="0" marR="0" rtl="0" algn="ctr">
              <a:lnSpc>
                <a:spcPct val="115000"/>
              </a:lnSpc>
              <a:spcBef>
                <a:spcPts val="1402"/>
              </a:spcBef>
              <a:spcAft>
                <a:spcPts val="0"/>
              </a:spcAft>
              <a:buClr>
                <a:srgbClr val="000000"/>
              </a:buClr>
              <a:buSzPts val="1402"/>
              <a:buFont typeface="Arial"/>
              <a:buNone/>
            </a:pPr>
            <a:r>
              <a:rPr b="1" i="0" lang="en" sz="1402" u="none" cap="none" strike="noStrike">
                <a:solidFill>
                  <a:srgbClr val="325D79"/>
                </a:solidFill>
                <a:latin typeface="Arial"/>
                <a:ea typeface="Arial"/>
                <a:cs typeface="Arial"/>
                <a:sym typeface="Arial"/>
              </a:rPr>
              <a:t>Purpose </a:t>
            </a:r>
            <a:endParaRPr b="1" i="0" sz="1402" u="none" cap="none" strike="noStrike">
              <a:solidFill>
                <a:srgbClr val="325D79"/>
              </a:solidFill>
              <a:latin typeface="Arial"/>
              <a:ea typeface="Arial"/>
              <a:cs typeface="Arial"/>
              <a:sym typeface="Arial"/>
            </a:endParaRPr>
          </a:p>
          <a:p>
            <a:pPr indent="0" lvl="0" marL="0" marR="0" rtl="0" algn="ctr">
              <a:lnSpc>
                <a:spcPct val="100000"/>
              </a:lnSpc>
              <a:spcBef>
                <a:spcPts val="400"/>
              </a:spcBef>
              <a:spcAft>
                <a:spcPts val="0"/>
              </a:spcAft>
              <a:buClr>
                <a:srgbClr val="000000"/>
              </a:buClr>
              <a:buSzPts val="1201"/>
              <a:buFont typeface="Arial"/>
              <a:buNone/>
            </a:pPr>
            <a:r>
              <a:t/>
            </a:r>
            <a:endParaRPr b="1" i="0" sz="1201" u="none" cap="none" strike="noStrike">
              <a:solidFill>
                <a:schemeClr val="dk1"/>
              </a:solidFill>
              <a:latin typeface="Arial"/>
              <a:ea typeface="Arial"/>
              <a:cs typeface="Arial"/>
              <a:sym typeface="Arial"/>
            </a:endParaRPr>
          </a:p>
        </p:txBody>
      </p:sp>
      <p:sp>
        <p:nvSpPr>
          <p:cNvPr id="605" name="Google Shape;605;p9"/>
          <p:cNvSpPr txBox="1"/>
          <p:nvPr/>
        </p:nvSpPr>
        <p:spPr>
          <a:xfrm>
            <a:off x="3930192" y="1145113"/>
            <a:ext cx="1748400" cy="400500"/>
          </a:xfrm>
          <a:prstGeom prst="rect">
            <a:avLst/>
          </a:prstGeom>
          <a:noFill/>
          <a:ln>
            <a:noFill/>
          </a:ln>
        </p:spPr>
        <p:txBody>
          <a:bodyPr anchorCtr="0" anchor="t" bIns="91525" lIns="91525" spcFirstLastPara="1" rIns="91525" wrap="square" tIns="91525">
            <a:spAutoFit/>
          </a:bodyPr>
          <a:lstStyle/>
          <a:p>
            <a:pPr indent="0" lvl="0" marL="0" marR="0" rtl="0" algn="l">
              <a:lnSpc>
                <a:spcPct val="115000"/>
              </a:lnSpc>
              <a:spcBef>
                <a:spcPts val="1402"/>
              </a:spcBef>
              <a:spcAft>
                <a:spcPts val="400"/>
              </a:spcAft>
              <a:buClr>
                <a:srgbClr val="000000"/>
              </a:buClr>
              <a:buSzPts val="1402"/>
              <a:buFont typeface="Arial"/>
              <a:buNone/>
            </a:pPr>
            <a:r>
              <a:t/>
            </a:r>
            <a:endParaRPr b="1" i="0" sz="1402" u="none" cap="none" strike="noStrike">
              <a:solidFill>
                <a:schemeClr val="dk1"/>
              </a:solidFill>
              <a:latin typeface="Arial"/>
              <a:ea typeface="Arial"/>
              <a:cs typeface="Arial"/>
              <a:sym typeface="Arial"/>
            </a:endParaRPr>
          </a:p>
        </p:txBody>
      </p:sp>
      <p:sp>
        <p:nvSpPr>
          <p:cNvPr id="606" name="Google Shape;606;p9"/>
          <p:cNvSpPr txBox="1"/>
          <p:nvPr/>
        </p:nvSpPr>
        <p:spPr>
          <a:xfrm>
            <a:off x="3826952" y="1148838"/>
            <a:ext cx="1490100" cy="400500"/>
          </a:xfrm>
          <a:prstGeom prst="rect">
            <a:avLst/>
          </a:prstGeom>
          <a:noFill/>
          <a:ln>
            <a:noFill/>
          </a:ln>
        </p:spPr>
        <p:txBody>
          <a:bodyPr anchorCtr="0" anchor="t" bIns="91525" lIns="91525" spcFirstLastPara="1" rIns="91525" wrap="square" tIns="91525">
            <a:spAutoFit/>
          </a:bodyPr>
          <a:lstStyle/>
          <a:p>
            <a:pPr indent="0" lvl="0" marL="0" marR="0" rtl="0" algn="ctr">
              <a:lnSpc>
                <a:spcPct val="115000"/>
              </a:lnSpc>
              <a:spcBef>
                <a:spcPts val="1402"/>
              </a:spcBef>
              <a:spcAft>
                <a:spcPts val="400"/>
              </a:spcAft>
              <a:buClr>
                <a:srgbClr val="000000"/>
              </a:buClr>
              <a:buSzPts val="1402"/>
              <a:buFont typeface="Arial"/>
              <a:buNone/>
            </a:pPr>
            <a:r>
              <a:rPr b="1" i="0" lang="en" sz="1402" u="none" cap="none" strike="noStrike">
                <a:solidFill>
                  <a:srgbClr val="325D79"/>
                </a:solidFill>
                <a:latin typeface="Arial"/>
                <a:ea typeface="Arial"/>
                <a:cs typeface="Arial"/>
                <a:sym typeface="Arial"/>
              </a:rPr>
              <a:t>Contribution</a:t>
            </a:r>
            <a:endParaRPr b="1" i="0" sz="1402" u="none" cap="none" strike="noStrike">
              <a:solidFill>
                <a:schemeClr val="dk1"/>
              </a:solidFill>
              <a:latin typeface="Arial"/>
              <a:ea typeface="Arial"/>
              <a:cs typeface="Arial"/>
              <a:sym typeface="Arial"/>
            </a:endParaRPr>
          </a:p>
        </p:txBody>
      </p:sp>
      <p:cxnSp>
        <p:nvCxnSpPr>
          <p:cNvPr id="607" name="Google Shape;607;p9"/>
          <p:cNvCxnSpPr>
            <a:stCxn id="596" idx="3"/>
          </p:cNvCxnSpPr>
          <p:nvPr/>
        </p:nvCxnSpPr>
        <p:spPr>
          <a:xfrm>
            <a:off x="3190125" y="3251275"/>
            <a:ext cx="178500" cy="0"/>
          </a:xfrm>
          <a:prstGeom prst="straightConnector1">
            <a:avLst/>
          </a:prstGeom>
          <a:noFill/>
          <a:ln cap="flat" cmpd="sng" w="9525">
            <a:solidFill>
              <a:schemeClr val="dk1"/>
            </a:solidFill>
            <a:prstDash val="solid"/>
            <a:round/>
            <a:headEnd len="sm" w="sm" type="none"/>
            <a:tailEnd len="med" w="med" type="triangle"/>
          </a:ln>
        </p:spPr>
      </p:cxnSp>
      <p:cxnSp>
        <p:nvCxnSpPr>
          <p:cNvPr id="608" name="Google Shape;608;p9"/>
          <p:cNvCxnSpPr>
            <a:endCxn id="602" idx="1"/>
          </p:cNvCxnSpPr>
          <p:nvPr/>
        </p:nvCxnSpPr>
        <p:spPr>
          <a:xfrm>
            <a:off x="5828675" y="3282000"/>
            <a:ext cx="322500" cy="0"/>
          </a:xfrm>
          <a:prstGeom prst="straightConnector1">
            <a:avLst/>
          </a:prstGeom>
          <a:noFill/>
          <a:ln cap="flat" cmpd="sng" w="9525">
            <a:solidFill>
              <a:schemeClr val="dk1"/>
            </a:solidFill>
            <a:prstDash val="solid"/>
            <a:round/>
            <a:headEnd len="sm" w="sm" type="none"/>
            <a:tailEnd len="med" w="med" type="triangle"/>
          </a:ln>
        </p:spPr>
      </p:cxnSp>
      <p:sp>
        <p:nvSpPr>
          <p:cNvPr id="609" name="Google Shape;609;p9"/>
          <p:cNvSpPr txBox="1"/>
          <p:nvPr/>
        </p:nvSpPr>
        <p:spPr>
          <a:xfrm>
            <a:off x="6075275" y="1148850"/>
            <a:ext cx="2373300" cy="400500"/>
          </a:xfrm>
          <a:prstGeom prst="rect">
            <a:avLst/>
          </a:prstGeom>
          <a:noFill/>
          <a:ln>
            <a:noFill/>
          </a:ln>
        </p:spPr>
        <p:txBody>
          <a:bodyPr anchorCtr="0" anchor="t" bIns="91525" lIns="91525" spcFirstLastPara="1" rIns="91525" wrap="square" tIns="91525">
            <a:spAutoFit/>
          </a:bodyPr>
          <a:lstStyle/>
          <a:p>
            <a:pPr indent="0" lvl="0" marL="0" marR="0" rtl="0" algn="ctr">
              <a:lnSpc>
                <a:spcPct val="115000"/>
              </a:lnSpc>
              <a:spcBef>
                <a:spcPts val="1402"/>
              </a:spcBef>
              <a:spcAft>
                <a:spcPts val="400"/>
              </a:spcAft>
              <a:buClr>
                <a:srgbClr val="000000"/>
              </a:buClr>
              <a:buSzPts val="1402"/>
              <a:buFont typeface="Arial"/>
              <a:buNone/>
            </a:pPr>
            <a:r>
              <a:rPr b="1" i="0" lang="en" sz="1402" u="none" cap="none" strike="noStrike">
                <a:solidFill>
                  <a:srgbClr val="325D79"/>
                </a:solidFill>
                <a:latin typeface="Arial"/>
                <a:ea typeface="Arial"/>
                <a:cs typeface="Arial"/>
                <a:sym typeface="Arial"/>
              </a:rPr>
              <a:t>Meaning for the issuer </a:t>
            </a:r>
            <a:endParaRPr b="1" i="0" sz="1402" u="none" cap="none" strike="noStrike">
              <a:solidFill>
                <a:schemeClr val="dk1"/>
              </a:solidFill>
              <a:latin typeface="Arial"/>
              <a:ea typeface="Arial"/>
              <a:cs typeface="Arial"/>
              <a:sym typeface="Arial"/>
            </a:endParaRPr>
          </a:p>
        </p:txBody>
      </p:sp>
      <p:sp>
        <p:nvSpPr>
          <p:cNvPr id="610" name="Google Shape;610;p9"/>
          <p:cNvSpPr txBox="1"/>
          <p:nvPr/>
        </p:nvSpPr>
        <p:spPr>
          <a:xfrm>
            <a:off x="3621250" y="2029675"/>
            <a:ext cx="1954800" cy="2443200"/>
          </a:xfrm>
          <a:prstGeom prst="rect">
            <a:avLst/>
          </a:prstGeom>
          <a:noFill/>
          <a:ln>
            <a:noFill/>
          </a:ln>
        </p:spPr>
        <p:txBody>
          <a:bodyPr anchorCtr="0" anchor="t" bIns="91525" lIns="91525" spcFirstLastPara="1" rIns="91525" wrap="square" tIns="91525">
            <a:noAutofit/>
          </a:bodyPr>
          <a:lstStyle/>
          <a:p>
            <a:pPr indent="0" lvl="0" marL="0" marR="0" rtl="0" algn="l">
              <a:lnSpc>
                <a:spcPct val="115000"/>
              </a:lnSpc>
              <a:spcBef>
                <a:spcPts val="1502"/>
              </a:spcBef>
              <a:spcAft>
                <a:spcPts val="0"/>
              </a:spcAft>
              <a:buClr>
                <a:srgbClr val="000000"/>
              </a:buClr>
              <a:buSzPts val="1301"/>
              <a:buFont typeface="Arial"/>
              <a:buNone/>
            </a:pPr>
            <a:r>
              <a:rPr b="0" i="0" lang="en" sz="1301" u="none" cap="none" strike="noStrike">
                <a:solidFill>
                  <a:schemeClr val="dk1"/>
                </a:solidFill>
                <a:latin typeface="Karla"/>
                <a:ea typeface="Karla"/>
                <a:cs typeface="Karla"/>
                <a:sym typeface="Karla"/>
              </a:rPr>
              <a:t>Separates missing and failed match evidence</a:t>
            </a:r>
            <a:endParaRPr b="0" i="0" sz="1301" u="none" cap="none" strike="noStrike">
              <a:solidFill>
                <a:schemeClr val="dk1"/>
              </a:solidFill>
              <a:latin typeface="Karla"/>
              <a:ea typeface="Karla"/>
              <a:cs typeface="Karla"/>
              <a:sym typeface="Karla"/>
            </a:endParaRPr>
          </a:p>
          <a:p>
            <a:pPr indent="0" lvl="0" marL="0" marR="0" rtl="0" algn="l">
              <a:lnSpc>
                <a:spcPct val="115000"/>
              </a:lnSpc>
              <a:spcBef>
                <a:spcPts val="1502"/>
              </a:spcBef>
              <a:spcAft>
                <a:spcPts val="0"/>
              </a:spcAft>
              <a:buClr>
                <a:srgbClr val="000000"/>
              </a:buClr>
              <a:buSzPts val="1301"/>
              <a:buFont typeface="Arial"/>
              <a:buNone/>
            </a:pPr>
            <a:r>
              <a:rPr b="0" i="0" lang="en" sz="1301" u="none" cap="none" strike="noStrike">
                <a:solidFill>
                  <a:schemeClr val="dk1"/>
                </a:solidFill>
                <a:latin typeface="Karla"/>
                <a:ea typeface="Karla"/>
                <a:cs typeface="Karla"/>
                <a:sym typeface="Karla"/>
              </a:rPr>
              <a:t>Shows the direction of each risk signal</a:t>
            </a:r>
            <a:endParaRPr b="0" i="0" sz="1301" u="none" cap="none" strike="noStrike">
              <a:solidFill>
                <a:schemeClr val="dk1"/>
              </a:solidFill>
              <a:latin typeface="Karla"/>
              <a:ea typeface="Karla"/>
              <a:cs typeface="Karla"/>
              <a:sym typeface="Karla"/>
            </a:endParaRPr>
          </a:p>
          <a:p>
            <a:pPr indent="0" lvl="0" marL="0" marR="0" rtl="0" algn="l">
              <a:lnSpc>
                <a:spcPct val="115000"/>
              </a:lnSpc>
              <a:spcBef>
                <a:spcPts val="1502"/>
              </a:spcBef>
              <a:spcAft>
                <a:spcPts val="0"/>
              </a:spcAft>
              <a:buClr>
                <a:srgbClr val="000000"/>
              </a:buClr>
              <a:buSzPts val="1301"/>
              <a:buFont typeface="Arial"/>
              <a:buNone/>
            </a:pPr>
            <a:r>
              <a:rPr b="0" i="0" lang="en" sz="1301" u="none" cap="none" strike="noStrike">
                <a:solidFill>
                  <a:schemeClr val="dk1"/>
                </a:solidFill>
                <a:latin typeface="Karla"/>
                <a:ea typeface="Karla"/>
                <a:cs typeface="Karla"/>
                <a:sym typeface="Karla"/>
              </a:rPr>
              <a:t>Provides an interpretable comparison with more complex models</a:t>
            </a:r>
            <a:endParaRPr b="0" i="0" sz="1301" u="none" cap="none" strike="noStrike">
              <a:solidFill>
                <a:schemeClr val="dk1"/>
              </a:solidFill>
              <a:latin typeface="Karla"/>
              <a:ea typeface="Karla"/>
              <a:cs typeface="Karla"/>
              <a:sym typeface="Karla"/>
            </a:endParaRPr>
          </a:p>
          <a:p>
            <a:pPr indent="0" lvl="0" marL="0" marR="0" rtl="0" algn="l">
              <a:lnSpc>
                <a:spcPct val="115000"/>
              </a:lnSpc>
              <a:spcBef>
                <a:spcPts val="1502"/>
              </a:spcBef>
              <a:spcAft>
                <a:spcPts val="1502"/>
              </a:spcAft>
              <a:buClr>
                <a:srgbClr val="000000"/>
              </a:buClr>
              <a:buSzPts val="1201"/>
              <a:buFont typeface="Arial"/>
              <a:buNone/>
            </a:pPr>
            <a:r>
              <a:t/>
            </a:r>
            <a:endParaRPr b="0" i="0" sz="1201" u="none" cap="none" strike="noStrike">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4" name="Shape 614"/>
        <p:cNvGrpSpPr/>
        <p:nvPr/>
      </p:nvGrpSpPr>
      <p:grpSpPr>
        <a:xfrm>
          <a:off x="0" y="0"/>
          <a:ext cx="0" cy="0"/>
          <a:chOff x="0" y="0"/>
          <a:chExt cx="0" cy="0"/>
        </a:xfrm>
      </p:grpSpPr>
      <p:pic>
        <p:nvPicPr>
          <p:cNvPr id="615" name="Google Shape;615;p10"/>
          <p:cNvPicPr preferRelativeResize="0"/>
          <p:nvPr/>
        </p:nvPicPr>
        <p:blipFill rotWithShape="1">
          <a:blip r:embed="rId3">
            <a:alphaModFix/>
          </a:blip>
          <a:srcRect b="0" l="0" r="0" t="0"/>
          <a:stretch/>
        </p:blipFill>
        <p:spPr>
          <a:xfrm rot="-22">
            <a:off x="-790076" y="1473439"/>
            <a:ext cx="3905749" cy="4880548"/>
          </a:xfrm>
          <a:prstGeom prst="rect">
            <a:avLst/>
          </a:prstGeom>
          <a:noFill/>
          <a:ln>
            <a:noFill/>
          </a:ln>
        </p:spPr>
      </p:pic>
      <p:sp>
        <p:nvSpPr>
          <p:cNvPr id="616" name="Google Shape;616;p10"/>
          <p:cNvSpPr/>
          <p:nvPr/>
        </p:nvSpPr>
        <p:spPr>
          <a:xfrm>
            <a:off x="6111125" y="2088450"/>
            <a:ext cx="1415400" cy="492600"/>
          </a:xfrm>
          <a:prstGeom prst="flowChartAlternateProcess">
            <a:avLst/>
          </a:prstGeom>
          <a:solidFill>
            <a:srgbClr val="E3E7EA"/>
          </a:solidFill>
          <a:ln cap="flat" cmpd="sng" w="9525">
            <a:solidFill>
              <a:srgbClr val="E3E7E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Karla"/>
              <a:ea typeface="Karla"/>
              <a:cs typeface="Karla"/>
              <a:sym typeface="Karla"/>
            </a:endParaRPr>
          </a:p>
        </p:txBody>
      </p:sp>
      <p:sp>
        <p:nvSpPr>
          <p:cNvPr id="617" name="Google Shape;617;p10"/>
          <p:cNvSpPr/>
          <p:nvPr/>
        </p:nvSpPr>
        <p:spPr>
          <a:xfrm>
            <a:off x="2903300" y="2088450"/>
            <a:ext cx="1415400" cy="492600"/>
          </a:xfrm>
          <a:prstGeom prst="flowChartAlternateProcess">
            <a:avLst/>
          </a:prstGeom>
          <a:solidFill>
            <a:srgbClr val="E3E7EA"/>
          </a:solidFill>
          <a:ln cap="flat" cmpd="sng" w="9525">
            <a:solidFill>
              <a:srgbClr val="E3E7E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Karla"/>
              <a:ea typeface="Karla"/>
              <a:cs typeface="Karla"/>
              <a:sym typeface="Karla"/>
            </a:endParaRPr>
          </a:p>
        </p:txBody>
      </p:sp>
      <p:sp>
        <p:nvSpPr>
          <p:cNvPr id="618" name="Google Shape;618;p10"/>
          <p:cNvSpPr txBox="1"/>
          <p:nvPr/>
        </p:nvSpPr>
        <p:spPr>
          <a:xfrm>
            <a:off x="4240250" y="479675"/>
            <a:ext cx="4056600" cy="5232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2200"/>
              <a:buFont typeface="Arial"/>
              <a:buNone/>
            </a:pPr>
            <a:r>
              <a:rPr b="1" i="0" lang="en" sz="2200" u="none" cap="none" strike="noStrike">
                <a:solidFill>
                  <a:schemeClr val="dk2"/>
                </a:solidFill>
                <a:latin typeface="DM Serif Display"/>
                <a:ea typeface="DM Serif Display"/>
                <a:cs typeface="DM Serif Display"/>
                <a:sym typeface="DM Serif Display"/>
              </a:rPr>
              <a:t>Pipeline 2 – XGBoost Tree</a:t>
            </a:r>
            <a:endParaRPr b="1" i="0" sz="2200" u="none" cap="none" strike="noStrike">
              <a:solidFill>
                <a:srgbClr val="000000"/>
              </a:solidFill>
              <a:latin typeface="DM Serif Display"/>
              <a:ea typeface="DM Serif Display"/>
              <a:cs typeface="DM Serif Display"/>
              <a:sym typeface="DM Serif Display"/>
            </a:endParaRPr>
          </a:p>
        </p:txBody>
      </p:sp>
      <p:sp>
        <p:nvSpPr>
          <p:cNvPr id="619" name="Google Shape;619;p10"/>
          <p:cNvSpPr txBox="1"/>
          <p:nvPr/>
        </p:nvSpPr>
        <p:spPr>
          <a:xfrm>
            <a:off x="2028475" y="1002875"/>
            <a:ext cx="7011600" cy="581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chemeClr val="dk1"/>
              </a:buClr>
              <a:buSzPts val="1100"/>
              <a:buFont typeface="Arial"/>
              <a:buNone/>
            </a:pPr>
            <a:r>
              <a:rPr b="0" i="0" lang="en" sz="1200" u="none" cap="none" strike="noStrike">
                <a:solidFill>
                  <a:srgbClr val="404040"/>
                </a:solidFill>
                <a:latin typeface="Arial"/>
                <a:ea typeface="Arial"/>
                <a:cs typeface="Arial"/>
                <a:sym typeface="Arial"/>
              </a:rPr>
              <a:t>Transforms </a:t>
            </a:r>
            <a:r>
              <a:rPr b="1" i="0" lang="en" sz="1200" u="none" cap="none" strike="noStrike">
                <a:solidFill>
                  <a:srgbClr val="404040"/>
                </a:solidFill>
                <a:latin typeface="Arial"/>
                <a:ea typeface="Arial"/>
                <a:cs typeface="Arial"/>
                <a:sym typeface="Arial"/>
              </a:rPr>
              <a:t>card–address</a:t>
            </a:r>
            <a:r>
              <a:rPr b="0" i="0" lang="en" sz="1200" u="none" cap="none" strike="noStrike">
                <a:solidFill>
                  <a:srgbClr val="404040"/>
                </a:solidFill>
                <a:latin typeface="Arial"/>
                <a:ea typeface="Arial"/>
                <a:cs typeface="Arial"/>
                <a:sym typeface="Arial"/>
              </a:rPr>
              <a:t> and </a:t>
            </a:r>
            <a:r>
              <a:rPr b="1" i="0" lang="en" sz="1200" u="none" cap="none" strike="noStrike">
                <a:solidFill>
                  <a:srgbClr val="404040"/>
                </a:solidFill>
                <a:latin typeface="Arial"/>
                <a:ea typeface="Arial"/>
                <a:cs typeface="Arial"/>
                <a:sym typeface="Arial"/>
              </a:rPr>
              <a:t>card–email</a:t>
            </a:r>
            <a:r>
              <a:rPr b="0" i="0" lang="en" sz="1200" u="none" cap="none" strike="noStrike">
                <a:solidFill>
                  <a:srgbClr val="404040"/>
                </a:solidFill>
                <a:latin typeface="Arial"/>
                <a:ea typeface="Arial"/>
                <a:cs typeface="Arial"/>
                <a:sym typeface="Arial"/>
              </a:rPr>
              <a:t> relationships into frequency, novelty, breadth, and amount-behaviour signals.</a:t>
            </a:r>
            <a:endParaRPr b="0" i="0" sz="1400" u="none" cap="none" strike="noStrike">
              <a:solidFill>
                <a:schemeClr val="dk1"/>
              </a:solidFill>
              <a:latin typeface="Arial"/>
              <a:ea typeface="Arial"/>
              <a:cs typeface="Arial"/>
              <a:sym typeface="Arial"/>
            </a:endParaRPr>
          </a:p>
        </p:txBody>
      </p:sp>
      <p:graphicFrame>
        <p:nvGraphicFramePr>
          <p:cNvPr id="620" name="Google Shape;620;p10"/>
          <p:cNvGraphicFramePr/>
          <p:nvPr/>
        </p:nvGraphicFramePr>
        <p:xfrm>
          <a:off x="2028463" y="2046375"/>
          <a:ext cx="3000000" cy="3000000"/>
        </p:xfrm>
        <a:graphic>
          <a:graphicData uri="http://schemas.openxmlformats.org/drawingml/2006/table">
            <a:tbl>
              <a:tblPr>
                <a:noFill/>
                <a:tableStyleId>{E8B482C4-377D-4415-85AB-681A877218AA}</a:tableStyleId>
              </a:tblPr>
              <a:tblGrid>
                <a:gridCol w="3130975"/>
                <a:gridCol w="3362850"/>
              </a:tblGrid>
              <a:tr h="576950">
                <a:tc>
                  <a:txBody>
                    <a:bodyPr/>
                    <a:lstStyle/>
                    <a:p>
                      <a:pPr indent="0" lvl="0" marL="0" marR="0" rtl="0" algn="ctr">
                        <a:lnSpc>
                          <a:spcPct val="100000"/>
                        </a:lnSpc>
                        <a:spcBef>
                          <a:spcPts val="0"/>
                        </a:spcBef>
                        <a:spcAft>
                          <a:spcPts val="0"/>
                        </a:spcAft>
                        <a:buClr>
                          <a:schemeClr val="dk1"/>
                        </a:buClr>
                        <a:buSzPts val="1100"/>
                        <a:buFont typeface="Arial"/>
                        <a:buNone/>
                      </a:pPr>
                      <a:r>
                        <a:rPr b="1" lang="en" sz="1500" u="none" cap="none" strike="noStrike">
                          <a:solidFill>
                            <a:schemeClr val="dk2"/>
                          </a:solidFill>
                          <a:latin typeface="Karla"/>
                          <a:ea typeface="Karla"/>
                          <a:cs typeface="Karla"/>
                          <a:sym typeface="Karla"/>
                        </a:rPr>
                        <a:t>What it looks at </a:t>
                      </a:r>
                      <a:endParaRPr sz="1400" u="none" cap="none" strike="noStrike">
                        <a:latin typeface="Karla"/>
                        <a:ea typeface="Karla"/>
                        <a:cs typeface="Karla"/>
                        <a:sym typeface="Karla"/>
                      </a:endParaRPr>
                    </a:p>
                  </a:txBody>
                  <a:tcPr marT="91425" marB="91425" marR="91425" marL="91425" anchor="ctr">
                    <a:lnL cap="flat" cmpd="sng" w="9525">
                      <a:solidFill>
                        <a:srgbClr val="9E9E9E"/>
                      </a:solidFill>
                      <a:prstDash val="dot"/>
                      <a:round/>
                      <a:headEnd len="sm" w="sm" type="none"/>
                      <a:tailEnd len="sm" w="sm" type="none"/>
                    </a:lnL>
                    <a:lnR cap="flat" cmpd="sng" w="9525">
                      <a:solidFill>
                        <a:srgbClr val="9E9E9E"/>
                      </a:solidFill>
                      <a:prstDash val="dot"/>
                      <a:round/>
                      <a:headEnd len="sm" w="sm" type="none"/>
                      <a:tailEnd len="sm" w="sm" type="none"/>
                    </a:lnR>
                    <a:lnT cap="flat" cmpd="sng" w="9525">
                      <a:solidFill>
                        <a:srgbClr val="9E9E9E"/>
                      </a:solidFill>
                      <a:prstDash val="dot"/>
                      <a:round/>
                      <a:headEnd len="sm" w="sm" type="none"/>
                      <a:tailEnd len="sm" w="sm" type="none"/>
                    </a:lnT>
                    <a:lnB cap="flat" cmpd="sng" w="9525">
                      <a:solidFill>
                        <a:srgbClr val="9E9E9E"/>
                      </a:solidFill>
                      <a:prstDash val="dot"/>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100"/>
                        <a:buFont typeface="Arial"/>
                        <a:buNone/>
                      </a:pPr>
                      <a:r>
                        <a:rPr b="1" lang="en" sz="1500" u="none" cap="none" strike="noStrike">
                          <a:solidFill>
                            <a:schemeClr val="dk2"/>
                          </a:solidFill>
                          <a:latin typeface="Karla"/>
                          <a:ea typeface="Karla"/>
                          <a:cs typeface="Karla"/>
                          <a:sym typeface="Karla"/>
                        </a:rPr>
                        <a:t>What it learns</a:t>
                      </a:r>
                      <a:endParaRPr sz="1400" u="none" cap="none" strike="noStrike">
                        <a:latin typeface="Karla"/>
                        <a:ea typeface="Karla"/>
                        <a:cs typeface="Karla"/>
                        <a:sym typeface="Karla"/>
                      </a:endParaRPr>
                    </a:p>
                  </a:txBody>
                  <a:tcPr marT="91425" marB="91425" marR="91425" marL="91425" anchor="ctr">
                    <a:lnL cap="flat" cmpd="sng" w="9525">
                      <a:solidFill>
                        <a:srgbClr val="9E9E9E"/>
                      </a:solidFill>
                      <a:prstDash val="dot"/>
                      <a:round/>
                      <a:headEnd len="sm" w="sm" type="none"/>
                      <a:tailEnd len="sm" w="sm" type="none"/>
                    </a:lnL>
                    <a:lnR cap="flat" cmpd="sng" w="9525">
                      <a:solidFill>
                        <a:srgbClr val="9E9E9E"/>
                      </a:solidFill>
                      <a:prstDash val="dot"/>
                      <a:round/>
                      <a:headEnd len="sm" w="sm" type="none"/>
                      <a:tailEnd len="sm" w="sm" type="none"/>
                    </a:lnR>
                    <a:lnT cap="flat" cmpd="sng" w="9525">
                      <a:solidFill>
                        <a:srgbClr val="9E9E9E"/>
                      </a:solidFill>
                      <a:prstDash val="dot"/>
                      <a:round/>
                      <a:headEnd len="sm" w="sm" type="none"/>
                      <a:tailEnd len="sm" w="sm" type="none"/>
                    </a:lnT>
                    <a:lnB cap="flat" cmpd="sng" w="9525">
                      <a:solidFill>
                        <a:srgbClr val="9E9E9E"/>
                      </a:solidFill>
                      <a:prstDash val="dot"/>
                      <a:round/>
                      <a:headEnd len="sm" w="sm" type="none"/>
                      <a:tailEnd len="sm" w="sm" type="none"/>
                    </a:lnB>
                  </a:tcPr>
                </a:tc>
              </a:tr>
              <a:tr h="687400">
                <a:tc rowSpan="3">
                  <a:txBody>
                    <a:bodyPr/>
                    <a:lstStyle/>
                    <a:p>
                      <a:pPr indent="-317500" lvl="0" marL="457200" marR="0" rtl="0" algn="l">
                        <a:lnSpc>
                          <a:spcPct val="100000"/>
                        </a:lnSpc>
                        <a:spcBef>
                          <a:spcPts val="0"/>
                        </a:spcBef>
                        <a:spcAft>
                          <a:spcPts val="0"/>
                        </a:spcAft>
                        <a:buClr>
                          <a:schemeClr val="dk1"/>
                        </a:buClr>
                        <a:buSzPts val="1400"/>
                        <a:buFont typeface="Karla"/>
                        <a:buChar char="●"/>
                      </a:pPr>
                      <a:r>
                        <a:rPr b="1" lang="en" sz="1200" u="none" cap="none" strike="noStrike">
                          <a:solidFill>
                            <a:schemeClr val="dk1"/>
                          </a:solidFill>
                          <a:latin typeface="Karla"/>
                          <a:ea typeface="Karla"/>
                          <a:cs typeface="Karla"/>
                          <a:sym typeface="Karla"/>
                        </a:rPr>
                        <a:t>Frequency:</a:t>
                      </a:r>
                      <a:r>
                        <a:rPr lang="en" sz="1200" u="none" cap="none" strike="noStrike">
                          <a:solidFill>
                            <a:schemeClr val="dk1"/>
                          </a:solidFill>
                          <a:latin typeface="Karla"/>
                          <a:ea typeface="Karla"/>
                          <a:cs typeface="Karla"/>
                          <a:sym typeface="Karla"/>
                        </a:rPr>
                        <a:t> How often has the relationship appeared?</a:t>
                      </a:r>
                      <a:endParaRPr sz="1200" u="none" cap="none" strike="noStrike">
                        <a:solidFill>
                          <a:schemeClr val="dk1"/>
                        </a:solidFill>
                        <a:latin typeface="Karla"/>
                        <a:ea typeface="Karla"/>
                        <a:cs typeface="Karla"/>
                        <a:sym typeface="Karla"/>
                      </a:endParaRPr>
                    </a:p>
                    <a:p>
                      <a:pPr indent="-317500" lvl="0" marL="457200" marR="0" rtl="0" algn="l">
                        <a:lnSpc>
                          <a:spcPct val="100000"/>
                        </a:lnSpc>
                        <a:spcBef>
                          <a:spcPts val="0"/>
                        </a:spcBef>
                        <a:spcAft>
                          <a:spcPts val="0"/>
                        </a:spcAft>
                        <a:buClr>
                          <a:schemeClr val="dk1"/>
                        </a:buClr>
                        <a:buSzPts val="1400"/>
                        <a:buFont typeface="Karla"/>
                        <a:buChar char="●"/>
                      </a:pPr>
                      <a:r>
                        <a:rPr b="1" lang="en" sz="1200" u="none" cap="none" strike="noStrike">
                          <a:solidFill>
                            <a:schemeClr val="dk1"/>
                          </a:solidFill>
                          <a:latin typeface="Karla"/>
                          <a:ea typeface="Karla"/>
                          <a:cs typeface="Karla"/>
                          <a:sym typeface="Karla"/>
                        </a:rPr>
                        <a:t>Novelty:</a:t>
                      </a:r>
                      <a:r>
                        <a:rPr lang="en" sz="1200" u="none" cap="none" strike="noStrike">
                          <a:solidFill>
                            <a:schemeClr val="dk1"/>
                          </a:solidFill>
                          <a:latin typeface="Karla"/>
                          <a:ea typeface="Karla"/>
                          <a:cs typeface="Karla"/>
                          <a:sym typeface="Karla"/>
                        </a:rPr>
                        <a:t> Is the relationship new or unseen?</a:t>
                      </a:r>
                      <a:endParaRPr sz="1200" u="none" cap="none" strike="noStrike">
                        <a:solidFill>
                          <a:schemeClr val="dk1"/>
                        </a:solidFill>
                        <a:latin typeface="Karla"/>
                        <a:ea typeface="Karla"/>
                        <a:cs typeface="Karla"/>
                        <a:sym typeface="Karla"/>
                      </a:endParaRPr>
                    </a:p>
                    <a:p>
                      <a:pPr indent="-317500" lvl="0" marL="457200" marR="0" rtl="0" algn="l">
                        <a:lnSpc>
                          <a:spcPct val="100000"/>
                        </a:lnSpc>
                        <a:spcBef>
                          <a:spcPts val="0"/>
                        </a:spcBef>
                        <a:spcAft>
                          <a:spcPts val="0"/>
                        </a:spcAft>
                        <a:buClr>
                          <a:schemeClr val="dk1"/>
                        </a:buClr>
                        <a:buSzPts val="1400"/>
                        <a:buFont typeface="Karla"/>
                        <a:buChar char="●"/>
                      </a:pPr>
                      <a:r>
                        <a:rPr b="1" lang="en" sz="1200" u="none" cap="none" strike="noStrike">
                          <a:solidFill>
                            <a:schemeClr val="dk1"/>
                          </a:solidFill>
                          <a:latin typeface="Karla"/>
                          <a:ea typeface="Karla"/>
                          <a:cs typeface="Karla"/>
                          <a:sym typeface="Karla"/>
                        </a:rPr>
                        <a:t>Breadth:</a:t>
                      </a:r>
                      <a:r>
                        <a:rPr lang="en" sz="1200" u="none" cap="none" strike="noStrike">
                          <a:solidFill>
                            <a:schemeClr val="dk1"/>
                          </a:solidFill>
                          <a:latin typeface="Karla"/>
                          <a:ea typeface="Karla"/>
                          <a:cs typeface="Karla"/>
                          <a:sym typeface="Karla"/>
                        </a:rPr>
                        <a:t> How many entities are connected?</a:t>
                      </a:r>
                      <a:endParaRPr sz="1400" u="none" cap="none" strike="noStrike">
                        <a:solidFill>
                          <a:schemeClr val="dk1"/>
                        </a:solidFill>
                        <a:latin typeface="Karla"/>
                        <a:ea typeface="Karla"/>
                        <a:cs typeface="Karla"/>
                        <a:sym typeface="Karla"/>
                      </a:endParaRPr>
                    </a:p>
                  </a:txBody>
                  <a:tcPr marT="91425" marB="91425" marR="91425" marL="91425">
                    <a:lnL cap="flat" cmpd="sng" w="9525">
                      <a:solidFill>
                        <a:srgbClr val="9E9E9E"/>
                      </a:solidFill>
                      <a:prstDash val="dot"/>
                      <a:round/>
                      <a:headEnd len="sm" w="sm" type="none"/>
                      <a:tailEnd len="sm" w="sm" type="none"/>
                    </a:lnL>
                    <a:lnR cap="flat" cmpd="sng" w="9525">
                      <a:solidFill>
                        <a:srgbClr val="9E9E9E"/>
                      </a:solidFill>
                      <a:prstDash val="dot"/>
                      <a:round/>
                      <a:headEnd len="sm" w="sm" type="none"/>
                      <a:tailEnd len="sm" w="sm" type="none"/>
                    </a:lnR>
                    <a:lnT cap="flat" cmpd="sng" w="9525">
                      <a:solidFill>
                        <a:srgbClr val="9E9E9E"/>
                      </a:solidFill>
                      <a:prstDash val="dot"/>
                      <a:round/>
                      <a:headEnd len="sm" w="sm" type="none"/>
                      <a:tailEnd len="sm" w="sm" type="none"/>
                    </a:lnT>
                    <a:lnB cap="flat" cmpd="sng" w="9525">
                      <a:solidFill>
                        <a:srgbClr val="9E9E9E"/>
                      </a:solidFill>
                      <a:prstDash val="dot"/>
                      <a:round/>
                      <a:headEnd len="sm" w="sm" type="none"/>
                      <a:tailEnd len="sm" w="sm" type="none"/>
                    </a:lnB>
                  </a:tcPr>
                </a:tc>
                <a:tc rowSpan="3">
                  <a:txBody>
                    <a:bodyPr/>
                    <a:lstStyle/>
                    <a:p>
                      <a:pPr indent="0" lvl="0" marL="0" marR="0" rtl="0" algn="l">
                        <a:lnSpc>
                          <a:spcPct val="100000"/>
                        </a:lnSpc>
                        <a:spcBef>
                          <a:spcPts val="0"/>
                        </a:spcBef>
                        <a:spcAft>
                          <a:spcPts val="0"/>
                        </a:spcAft>
                        <a:buClr>
                          <a:srgbClr val="000000"/>
                        </a:buClr>
                        <a:buSzPts val="1300"/>
                        <a:buFont typeface="Arial"/>
                        <a:buNone/>
                      </a:pPr>
                      <a:r>
                        <a:rPr lang="en" sz="1300" u="none" cap="none" strike="noStrike">
                          <a:solidFill>
                            <a:schemeClr val="dk1"/>
                          </a:solidFill>
                          <a:latin typeface="Karla"/>
                          <a:ea typeface="Karla"/>
                          <a:cs typeface="Karla"/>
                          <a:sym typeface="Karla"/>
                        </a:rPr>
                        <a:t>Whether a card relationship is established, newly activated, rare, unusually broad, or amount-inconsistent. </a:t>
                      </a:r>
                      <a:endParaRPr sz="1300" u="none" cap="none" strike="noStrike">
                        <a:solidFill>
                          <a:schemeClr val="dk1"/>
                        </a:solidFill>
                        <a:latin typeface="Karla"/>
                        <a:ea typeface="Karla"/>
                        <a:cs typeface="Karla"/>
                        <a:sym typeface="Karla"/>
                      </a:endParaRPr>
                    </a:p>
                  </a:txBody>
                  <a:tcPr marT="91425" marB="91425" marR="91425" marL="91425">
                    <a:lnL cap="flat" cmpd="sng" w="9525">
                      <a:solidFill>
                        <a:srgbClr val="9E9E9E"/>
                      </a:solidFill>
                      <a:prstDash val="dot"/>
                      <a:round/>
                      <a:headEnd len="sm" w="sm" type="none"/>
                      <a:tailEnd len="sm" w="sm" type="none"/>
                    </a:lnL>
                    <a:lnR cap="flat" cmpd="sng" w="9525">
                      <a:solidFill>
                        <a:srgbClr val="9E9E9E"/>
                      </a:solidFill>
                      <a:prstDash val="dot"/>
                      <a:round/>
                      <a:headEnd len="sm" w="sm" type="none"/>
                      <a:tailEnd len="sm" w="sm" type="none"/>
                    </a:lnR>
                    <a:lnT cap="flat" cmpd="sng" w="9525">
                      <a:solidFill>
                        <a:srgbClr val="9E9E9E"/>
                      </a:solidFill>
                      <a:prstDash val="dot"/>
                      <a:round/>
                      <a:headEnd len="sm" w="sm" type="none"/>
                      <a:tailEnd len="sm" w="sm" type="none"/>
                    </a:lnT>
                    <a:lnB cap="flat" cmpd="sng" w="9525">
                      <a:solidFill>
                        <a:srgbClr val="9E9E9E"/>
                      </a:solidFill>
                      <a:prstDash val="dot"/>
                      <a:round/>
                      <a:headEnd len="sm" w="sm" type="none"/>
                      <a:tailEnd len="sm" w="sm" type="none"/>
                    </a:lnB>
                  </a:tcPr>
                </a:tc>
              </a:tr>
              <a:tr h="661050">
                <a:tc vMerge="1"/>
                <a:tc vMerge="1"/>
              </a:tr>
              <a:tr h="0">
                <a:tc vMerge="1"/>
                <a:tc vMerge="1"/>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id="625" name="Google Shape;625;p11"/>
          <p:cNvSpPr txBox="1"/>
          <p:nvPr>
            <p:ph type="title"/>
          </p:nvPr>
        </p:nvSpPr>
        <p:spPr>
          <a:xfrm>
            <a:off x="713225" y="539500"/>
            <a:ext cx="7864200" cy="459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SzPts val="2800"/>
              <a:buNone/>
            </a:pPr>
            <a:r>
              <a:rPr lang="en" sz="2300"/>
              <a:t>Pipeline 2 Contribution: Relationship-Level Evidence </a:t>
            </a:r>
            <a:endParaRPr sz="1400"/>
          </a:p>
        </p:txBody>
      </p:sp>
      <p:sp>
        <p:nvSpPr>
          <p:cNvPr id="626" name="Google Shape;626;p11"/>
          <p:cNvSpPr txBox="1"/>
          <p:nvPr/>
        </p:nvSpPr>
        <p:spPr>
          <a:xfrm>
            <a:off x="972625" y="1452300"/>
            <a:ext cx="1325400" cy="21024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400"/>
              </a:spcBef>
              <a:spcAft>
                <a:spcPts val="0"/>
              </a:spcAft>
              <a:buClr>
                <a:schemeClr val="dk1"/>
              </a:buClr>
              <a:buSzPts val="1100"/>
              <a:buFont typeface="Arial"/>
              <a:buNone/>
            </a:pPr>
            <a:r>
              <a:rPr b="1" i="0" lang="en" sz="1300" u="none" cap="none" strike="noStrike">
                <a:solidFill>
                  <a:schemeClr val="dk1"/>
                </a:solidFill>
                <a:latin typeface="Karla"/>
                <a:ea typeface="Karla"/>
                <a:cs typeface="Karla"/>
                <a:sym typeface="Karla"/>
              </a:rPr>
              <a:t>Problem</a:t>
            </a:r>
            <a:endParaRPr b="1" i="0" sz="1300" u="none" cap="none" strike="noStrike">
              <a:solidFill>
                <a:schemeClr val="dk1"/>
              </a:solidFill>
              <a:latin typeface="Karla"/>
              <a:ea typeface="Karla"/>
              <a:cs typeface="Karla"/>
              <a:sym typeface="Karla"/>
            </a:endParaRPr>
          </a:p>
          <a:p>
            <a:pPr indent="0" lvl="0" marL="0" marR="0" rtl="0" algn="l">
              <a:lnSpc>
                <a:spcPct val="115000"/>
              </a:lnSpc>
              <a:spcBef>
                <a:spcPts val="1200"/>
              </a:spcBef>
              <a:spcAft>
                <a:spcPts val="0"/>
              </a:spcAft>
              <a:buClr>
                <a:schemeClr val="dk1"/>
              </a:buClr>
              <a:buSzPts val="1100"/>
              <a:buFont typeface="Arial"/>
              <a:buNone/>
            </a:pPr>
            <a:r>
              <a:rPr b="1" i="0" lang="en" sz="1100" u="none" cap="none" strike="noStrike">
                <a:solidFill>
                  <a:schemeClr val="dk1"/>
                </a:solidFill>
                <a:latin typeface="Karla"/>
                <a:ea typeface="Karla"/>
                <a:cs typeface="Karla"/>
                <a:sym typeface="Karla"/>
              </a:rPr>
              <a:t>Raw fields are isolated</a:t>
            </a:r>
            <a:br>
              <a:rPr b="1" i="0" lang="en" sz="1100" u="none" cap="none" strike="noStrike">
                <a:solidFill>
                  <a:schemeClr val="dk1"/>
                </a:solidFill>
                <a:latin typeface="Karla"/>
                <a:ea typeface="Karla"/>
                <a:cs typeface="Karla"/>
                <a:sym typeface="Karla"/>
              </a:rPr>
            </a:br>
            <a:r>
              <a:rPr b="0" i="0" lang="en" sz="1100" u="none" cap="none" strike="noStrike">
                <a:solidFill>
                  <a:schemeClr val="dk1"/>
                </a:solidFill>
                <a:latin typeface="Karla"/>
                <a:ea typeface="Karla"/>
                <a:cs typeface="Karla"/>
                <a:sym typeface="Karla"/>
              </a:rPr>
              <a:t>Card / Address / Email tell us </a:t>
            </a:r>
            <a:r>
              <a:rPr b="0" i="1" lang="en" sz="1100" u="none" cap="none" strike="noStrike">
                <a:solidFill>
                  <a:schemeClr val="dk1"/>
                </a:solidFill>
                <a:latin typeface="Karla"/>
                <a:ea typeface="Karla"/>
                <a:cs typeface="Karla"/>
                <a:sym typeface="Karla"/>
              </a:rPr>
              <a:t>who</a:t>
            </a:r>
            <a:r>
              <a:rPr b="0" i="0" lang="en" sz="1100" u="none" cap="none" strike="noStrike">
                <a:solidFill>
                  <a:schemeClr val="dk1"/>
                </a:solidFill>
                <a:latin typeface="Karla"/>
                <a:ea typeface="Karla"/>
                <a:cs typeface="Karla"/>
                <a:sym typeface="Karla"/>
              </a:rPr>
              <a:t>, but not whether the combination is normal.</a:t>
            </a:r>
            <a:endParaRPr b="0" i="0" sz="1100" u="none" cap="none" strike="noStrike">
              <a:solidFill>
                <a:schemeClr val="dk1"/>
              </a:solidFill>
              <a:latin typeface="Karla"/>
              <a:ea typeface="Karla"/>
              <a:cs typeface="Karla"/>
              <a:sym typeface="Karla"/>
            </a:endParaRPr>
          </a:p>
          <a:p>
            <a:pPr indent="0" lvl="0" marL="0" marR="0" rtl="0" algn="l">
              <a:lnSpc>
                <a:spcPct val="100000"/>
              </a:lnSpc>
              <a:spcBef>
                <a:spcPts val="1200"/>
              </a:spcBef>
              <a:spcAft>
                <a:spcPts val="0"/>
              </a:spcAft>
              <a:buClr>
                <a:srgbClr val="000000"/>
              </a:buClr>
              <a:buSzPts val="1600"/>
              <a:buFont typeface="Arial"/>
              <a:buNone/>
            </a:pPr>
            <a:r>
              <a:t/>
            </a:r>
            <a:endParaRPr b="0" i="0" sz="1600" u="none" cap="none" strike="noStrike">
              <a:solidFill>
                <a:schemeClr val="dk1"/>
              </a:solidFill>
              <a:latin typeface="Karla"/>
              <a:ea typeface="Karla"/>
              <a:cs typeface="Karla"/>
              <a:sym typeface="Karla"/>
            </a:endParaRPr>
          </a:p>
        </p:txBody>
      </p:sp>
      <p:sp>
        <p:nvSpPr>
          <p:cNvPr id="627" name="Google Shape;627;p11"/>
          <p:cNvSpPr txBox="1"/>
          <p:nvPr/>
        </p:nvSpPr>
        <p:spPr>
          <a:xfrm>
            <a:off x="2826450" y="1358292"/>
            <a:ext cx="3394500" cy="22389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400"/>
              </a:spcBef>
              <a:spcAft>
                <a:spcPts val="0"/>
              </a:spcAft>
              <a:buClr>
                <a:schemeClr val="dk1"/>
              </a:buClr>
              <a:buSzPts val="1100"/>
              <a:buFont typeface="Arial"/>
              <a:buNone/>
            </a:pPr>
            <a:r>
              <a:rPr b="1" i="0" lang="en" sz="1300" u="none" cap="none" strike="noStrike">
                <a:solidFill>
                  <a:schemeClr val="dk1"/>
                </a:solidFill>
                <a:latin typeface="Karla"/>
                <a:ea typeface="Karla"/>
                <a:cs typeface="Karla"/>
                <a:sym typeface="Karla"/>
              </a:rPr>
              <a:t>Contribution</a:t>
            </a:r>
            <a:endParaRPr b="1" i="0" sz="1300" u="none" cap="none" strike="noStrike">
              <a:solidFill>
                <a:schemeClr val="dk1"/>
              </a:solidFill>
              <a:latin typeface="Karla"/>
              <a:ea typeface="Karla"/>
              <a:cs typeface="Karla"/>
              <a:sym typeface="Karla"/>
            </a:endParaRPr>
          </a:p>
          <a:p>
            <a:pPr indent="0" lvl="0" marL="0" marR="0" rtl="0" algn="l">
              <a:lnSpc>
                <a:spcPct val="115000"/>
              </a:lnSpc>
              <a:spcBef>
                <a:spcPts val="1200"/>
              </a:spcBef>
              <a:spcAft>
                <a:spcPts val="0"/>
              </a:spcAft>
              <a:buClr>
                <a:schemeClr val="dk1"/>
              </a:buClr>
              <a:buSzPts val="1100"/>
              <a:buFont typeface="Arial"/>
              <a:buNone/>
            </a:pPr>
            <a:r>
              <a:rPr b="1" i="0" lang="en" sz="1100" u="none" cap="none" strike="noStrike">
                <a:solidFill>
                  <a:schemeClr val="dk1"/>
                </a:solidFill>
                <a:latin typeface="Karla"/>
                <a:ea typeface="Karla"/>
                <a:cs typeface="Karla"/>
                <a:sym typeface="Karla"/>
              </a:rPr>
              <a:t>Pipeline 2 adds relationship context</a:t>
            </a:r>
            <a:endParaRPr b="0" i="0" sz="1100" u="none" cap="none" strike="noStrike">
              <a:solidFill>
                <a:schemeClr val="dk1"/>
              </a:solidFill>
              <a:latin typeface="Karla"/>
              <a:ea typeface="Karla"/>
              <a:cs typeface="Karla"/>
              <a:sym typeface="Karla"/>
            </a:endParaRPr>
          </a:p>
          <a:p>
            <a:pPr indent="-298450" lvl="0" marL="457200" marR="0" rtl="0" algn="l">
              <a:lnSpc>
                <a:spcPct val="115000"/>
              </a:lnSpc>
              <a:spcBef>
                <a:spcPts val="1200"/>
              </a:spcBef>
              <a:spcAft>
                <a:spcPts val="0"/>
              </a:spcAft>
              <a:buClr>
                <a:schemeClr val="dk1"/>
              </a:buClr>
              <a:buSzPts val="1100"/>
              <a:buFont typeface="Arial"/>
              <a:buAutoNum type="arabicPeriod"/>
            </a:pPr>
            <a:r>
              <a:rPr b="1" i="0" lang="en" sz="1100" u="none" cap="none" strike="noStrike">
                <a:solidFill>
                  <a:schemeClr val="dk1"/>
                </a:solidFill>
                <a:latin typeface="Karla"/>
                <a:ea typeface="Karla"/>
                <a:cs typeface="Karla"/>
                <a:sym typeface="Karla"/>
              </a:rPr>
              <a:t>Frequency</a:t>
            </a:r>
            <a:br>
              <a:rPr b="1" i="0" lang="en" sz="1100" u="none" cap="none" strike="noStrike">
                <a:solidFill>
                  <a:schemeClr val="dk1"/>
                </a:solidFill>
                <a:latin typeface="Karla"/>
                <a:ea typeface="Karla"/>
                <a:cs typeface="Karla"/>
                <a:sym typeface="Karla"/>
              </a:rPr>
            </a:br>
            <a:r>
              <a:rPr b="0" i="0" lang="en" sz="1100" u="none" cap="none" strike="noStrike">
                <a:solidFill>
                  <a:schemeClr val="dk1"/>
                </a:solidFill>
                <a:latin typeface="Karla"/>
                <a:ea typeface="Karla"/>
                <a:cs typeface="Karla"/>
                <a:sym typeface="Karla"/>
              </a:rPr>
              <a:t> Common or rare?</a:t>
            </a:r>
            <a:endParaRPr b="0" i="0" sz="1100" u="none" cap="none" strike="noStrike">
              <a:solidFill>
                <a:schemeClr val="dk1"/>
              </a:solidFill>
              <a:latin typeface="Karla"/>
              <a:ea typeface="Karla"/>
              <a:cs typeface="Karla"/>
              <a:sym typeface="Karla"/>
            </a:endParaRPr>
          </a:p>
          <a:p>
            <a:pPr indent="-298450" lvl="0" marL="457200" marR="0" rtl="0" algn="l">
              <a:lnSpc>
                <a:spcPct val="115000"/>
              </a:lnSpc>
              <a:spcBef>
                <a:spcPts val="0"/>
              </a:spcBef>
              <a:spcAft>
                <a:spcPts val="0"/>
              </a:spcAft>
              <a:buClr>
                <a:schemeClr val="dk1"/>
              </a:buClr>
              <a:buSzPts val="1100"/>
              <a:buFont typeface="Arial"/>
              <a:buAutoNum type="arabicPeriod"/>
            </a:pPr>
            <a:r>
              <a:rPr b="1" i="0" lang="en" sz="1100" u="none" cap="none" strike="noStrike">
                <a:solidFill>
                  <a:schemeClr val="dk1"/>
                </a:solidFill>
                <a:latin typeface="Karla"/>
                <a:ea typeface="Karla"/>
                <a:cs typeface="Karla"/>
                <a:sym typeface="Karla"/>
              </a:rPr>
              <a:t>Novelty</a:t>
            </a:r>
            <a:br>
              <a:rPr b="1" i="0" lang="en" sz="1100" u="none" cap="none" strike="noStrike">
                <a:solidFill>
                  <a:schemeClr val="dk1"/>
                </a:solidFill>
                <a:latin typeface="Karla"/>
                <a:ea typeface="Karla"/>
                <a:cs typeface="Karla"/>
                <a:sym typeface="Karla"/>
              </a:rPr>
            </a:br>
            <a:r>
              <a:rPr b="1" i="0" lang="en" sz="1100" u="none" cap="none" strike="noStrike">
                <a:solidFill>
                  <a:schemeClr val="dk1"/>
                </a:solidFill>
                <a:latin typeface="Karla"/>
                <a:ea typeface="Karla"/>
                <a:cs typeface="Karla"/>
                <a:sym typeface="Karla"/>
              </a:rPr>
              <a:t> </a:t>
            </a:r>
            <a:r>
              <a:rPr b="0" i="0" lang="en" sz="1100" u="none" cap="none" strike="noStrike">
                <a:solidFill>
                  <a:schemeClr val="dk1"/>
                </a:solidFill>
                <a:latin typeface="Karla"/>
                <a:ea typeface="Karla"/>
                <a:cs typeface="Karla"/>
                <a:sym typeface="Karla"/>
              </a:rPr>
              <a:t>Established or new? </a:t>
            </a:r>
            <a:endParaRPr b="0" i="0" sz="1100" u="none" cap="none" strike="noStrike">
              <a:solidFill>
                <a:schemeClr val="dk1"/>
              </a:solidFill>
              <a:latin typeface="Karla"/>
              <a:ea typeface="Karla"/>
              <a:cs typeface="Karla"/>
              <a:sym typeface="Karla"/>
            </a:endParaRPr>
          </a:p>
          <a:p>
            <a:pPr indent="-298450" lvl="0" marL="457200" marR="0" rtl="0" algn="l">
              <a:lnSpc>
                <a:spcPct val="115000"/>
              </a:lnSpc>
              <a:spcBef>
                <a:spcPts val="0"/>
              </a:spcBef>
              <a:spcAft>
                <a:spcPts val="0"/>
              </a:spcAft>
              <a:buClr>
                <a:schemeClr val="dk1"/>
              </a:buClr>
              <a:buSzPts val="1100"/>
              <a:buFont typeface="Arial"/>
              <a:buAutoNum type="arabicPeriod"/>
            </a:pPr>
            <a:r>
              <a:rPr b="1" i="0" lang="en" sz="1100" u="none" cap="none" strike="noStrike">
                <a:solidFill>
                  <a:schemeClr val="dk1"/>
                </a:solidFill>
                <a:latin typeface="Karla"/>
                <a:ea typeface="Karla"/>
                <a:cs typeface="Karla"/>
                <a:sym typeface="Karla"/>
              </a:rPr>
              <a:t>Breadth</a:t>
            </a:r>
            <a:br>
              <a:rPr b="1" i="0" lang="en" sz="1100" u="none" cap="none" strike="noStrike">
                <a:solidFill>
                  <a:schemeClr val="dk1"/>
                </a:solidFill>
                <a:latin typeface="Karla"/>
                <a:ea typeface="Karla"/>
                <a:cs typeface="Karla"/>
                <a:sym typeface="Karla"/>
              </a:rPr>
            </a:br>
            <a:r>
              <a:rPr b="0" i="0" lang="en" sz="1100" u="none" cap="none" strike="noStrike">
                <a:solidFill>
                  <a:schemeClr val="dk1"/>
                </a:solidFill>
                <a:latin typeface="Karla"/>
                <a:ea typeface="Karla"/>
                <a:cs typeface="Karla"/>
                <a:sym typeface="Karla"/>
              </a:rPr>
              <a:t> Normal or unusually connected? </a:t>
            </a:r>
            <a:endParaRPr b="0" i="0" sz="1100" u="none" cap="none" strike="noStrike">
              <a:solidFill>
                <a:schemeClr val="dk1"/>
              </a:solidFill>
              <a:latin typeface="Karla"/>
              <a:ea typeface="Karla"/>
              <a:cs typeface="Karla"/>
              <a:sym typeface="Karla"/>
            </a:endParaRPr>
          </a:p>
          <a:p>
            <a:pPr indent="0" lvl="0" marL="0" marR="0" rtl="0" algn="l">
              <a:lnSpc>
                <a:spcPct val="100000"/>
              </a:lnSpc>
              <a:spcBef>
                <a:spcPts val="1200"/>
              </a:spcBef>
              <a:spcAft>
                <a:spcPts val="0"/>
              </a:spcAft>
              <a:buClr>
                <a:srgbClr val="000000"/>
              </a:buClr>
              <a:buSzPts val="1600"/>
              <a:buFont typeface="Arial"/>
              <a:buNone/>
            </a:pPr>
            <a:r>
              <a:t/>
            </a:r>
            <a:endParaRPr b="0" i="0" sz="1600" u="none" cap="none" strike="noStrike">
              <a:solidFill>
                <a:schemeClr val="dk1"/>
              </a:solidFill>
              <a:latin typeface="Karla"/>
              <a:ea typeface="Karla"/>
              <a:cs typeface="Karla"/>
              <a:sym typeface="Karla"/>
            </a:endParaRPr>
          </a:p>
        </p:txBody>
      </p:sp>
      <p:sp>
        <p:nvSpPr>
          <p:cNvPr id="628" name="Google Shape;628;p11"/>
          <p:cNvSpPr txBox="1"/>
          <p:nvPr/>
        </p:nvSpPr>
        <p:spPr>
          <a:xfrm>
            <a:off x="890550" y="3919900"/>
            <a:ext cx="7362900" cy="760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chemeClr val="dk1"/>
                </a:solidFill>
                <a:latin typeface="Karla"/>
                <a:ea typeface="Karla"/>
                <a:cs typeface="Karla"/>
                <a:sym typeface="Karla"/>
              </a:rPr>
              <a:t>This helps the issuer catch suspicious CNP fraud patterns while avoiding unnecessary friction for legitimate customers. </a:t>
            </a:r>
            <a:endParaRPr b="0" i="0" sz="1600" u="none" cap="none" strike="noStrike">
              <a:solidFill>
                <a:schemeClr val="dk1"/>
              </a:solidFill>
              <a:latin typeface="Karla"/>
              <a:ea typeface="Karla"/>
              <a:cs typeface="Karla"/>
              <a:sym typeface="Karla"/>
            </a:endParaRPr>
          </a:p>
        </p:txBody>
      </p:sp>
      <p:grpSp>
        <p:nvGrpSpPr>
          <p:cNvPr id="629" name="Google Shape;629;p11"/>
          <p:cNvGrpSpPr/>
          <p:nvPr/>
        </p:nvGrpSpPr>
        <p:grpSpPr>
          <a:xfrm>
            <a:off x="568562" y="1303590"/>
            <a:ext cx="256800" cy="357024"/>
            <a:chOff x="3910637" y="3352690"/>
            <a:chExt cx="256800" cy="357024"/>
          </a:xfrm>
        </p:grpSpPr>
        <p:sp>
          <p:nvSpPr>
            <p:cNvPr id="630" name="Google Shape;630;p11"/>
            <p:cNvSpPr/>
            <p:nvPr/>
          </p:nvSpPr>
          <p:spPr>
            <a:xfrm>
              <a:off x="3910637" y="3352690"/>
              <a:ext cx="256800" cy="357024"/>
            </a:xfrm>
            <a:custGeom>
              <a:rect b="b" l="l" r="r" t="t"/>
              <a:pathLst>
                <a:path extrusionOk="0" h="11157" w="8025">
                  <a:moveTo>
                    <a:pt x="4001" y="310"/>
                  </a:moveTo>
                  <a:cubicBezTo>
                    <a:pt x="4596" y="310"/>
                    <a:pt x="5144" y="608"/>
                    <a:pt x="5477" y="1120"/>
                  </a:cubicBezTo>
                  <a:cubicBezTo>
                    <a:pt x="5501" y="1155"/>
                    <a:pt x="5560" y="1191"/>
                    <a:pt x="5608" y="1191"/>
                  </a:cubicBezTo>
                  <a:lnTo>
                    <a:pt x="5656" y="1191"/>
                  </a:lnTo>
                  <a:cubicBezTo>
                    <a:pt x="6668" y="1191"/>
                    <a:pt x="7501" y="2025"/>
                    <a:pt x="7501" y="3037"/>
                  </a:cubicBezTo>
                  <a:cubicBezTo>
                    <a:pt x="7501" y="3346"/>
                    <a:pt x="7418" y="3656"/>
                    <a:pt x="7263" y="3930"/>
                  </a:cubicBezTo>
                  <a:lnTo>
                    <a:pt x="7215" y="3882"/>
                  </a:lnTo>
                  <a:cubicBezTo>
                    <a:pt x="7186" y="3852"/>
                    <a:pt x="7144" y="3837"/>
                    <a:pt x="7101" y="3837"/>
                  </a:cubicBezTo>
                  <a:cubicBezTo>
                    <a:pt x="7058" y="3837"/>
                    <a:pt x="7013" y="3852"/>
                    <a:pt x="6977" y="3882"/>
                  </a:cubicBezTo>
                  <a:cubicBezTo>
                    <a:pt x="6918" y="3942"/>
                    <a:pt x="6918" y="4049"/>
                    <a:pt x="6977" y="4120"/>
                  </a:cubicBezTo>
                  <a:cubicBezTo>
                    <a:pt x="7418" y="4549"/>
                    <a:pt x="7656" y="5132"/>
                    <a:pt x="7656" y="5763"/>
                  </a:cubicBezTo>
                  <a:cubicBezTo>
                    <a:pt x="7692" y="7025"/>
                    <a:pt x="6668" y="8049"/>
                    <a:pt x="5418" y="8049"/>
                  </a:cubicBezTo>
                  <a:cubicBezTo>
                    <a:pt x="5179" y="8049"/>
                    <a:pt x="4953" y="8025"/>
                    <a:pt x="4727" y="7942"/>
                  </a:cubicBezTo>
                  <a:lnTo>
                    <a:pt x="4715" y="7513"/>
                  </a:lnTo>
                  <a:cubicBezTo>
                    <a:pt x="4763" y="7490"/>
                    <a:pt x="4810" y="7442"/>
                    <a:pt x="4834" y="7394"/>
                  </a:cubicBezTo>
                  <a:cubicBezTo>
                    <a:pt x="4894" y="7335"/>
                    <a:pt x="4894" y="7228"/>
                    <a:pt x="4834" y="7156"/>
                  </a:cubicBezTo>
                  <a:cubicBezTo>
                    <a:pt x="4804" y="7126"/>
                    <a:pt x="4763" y="7112"/>
                    <a:pt x="4720" y="7112"/>
                  </a:cubicBezTo>
                  <a:cubicBezTo>
                    <a:pt x="4676" y="7112"/>
                    <a:pt x="4632" y="7126"/>
                    <a:pt x="4596" y="7156"/>
                  </a:cubicBezTo>
                  <a:cubicBezTo>
                    <a:pt x="4382" y="7371"/>
                    <a:pt x="4120" y="7466"/>
                    <a:pt x="3834" y="7466"/>
                  </a:cubicBezTo>
                  <a:cubicBezTo>
                    <a:pt x="3667" y="7466"/>
                    <a:pt x="3524" y="7442"/>
                    <a:pt x="3370" y="7371"/>
                  </a:cubicBezTo>
                  <a:cubicBezTo>
                    <a:pt x="3350" y="7357"/>
                    <a:pt x="3327" y="7351"/>
                    <a:pt x="3304" y="7351"/>
                  </a:cubicBezTo>
                  <a:cubicBezTo>
                    <a:pt x="3244" y="7351"/>
                    <a:pt x="3181" y="7390"/>
                    <a:pt x="3155" y="7442"/>
                  </a:cubicBezTo>
                  <a:cubicBezTo>
                    <a:pt x="3108" y="7513"/>
                    <a:pt x="3155" y="7621"/>
                    <a:pt x="3227" y="7668"/>
                  </a:cubicBezTo>
                  <a:cubicBezTo>
                    <a:pt x="3358" y="7728"/>
                    <a:pt x="3489" y="7763"/>
                    <a:pt x="3644" y="7787"/>
                  </a:cubicBezTo>
                  <a:lnTo>
                    <a:pt x="3608" y="8347"/>
                  </a:lnTo>
                  <a:cubicBezTo>
                    <a:pt x="3513" y="8359"/>
                    <a:pt x="3405" y="8359"/>
                    <a:pt x="3298" y="8359"/>
                  </a:cubicBezTo>
                  <a:cubicBezTo>
                    <a:pt x="2036" y="8359"/>
                    <a:pt x="1024" y="7335"/>
                    <a:pt x="1024" y="6085"/>
                  </a:cubicBezTo>
                  <a:cubicBezTo>
                    <a:pt x="1024" y="6013"/>
                    <a:pt x="1024" y="5942"/>
                    <a:pt x="1036" y="5858"/>
                  </a:cubicBezTo>
                  <a:cubicBezTo>
                    <a:pt x="1036" y="5823"/>
                    <a:pt x="1024" y="5775"/>
                    <a:pt x="988" y="5739"/>
                  </a:cubicBezTo>
                  <a:cubicBezTo>
                    <a:pt x="560" y="5251"/>
                    <a:pt x="322" y="4644"/>
                    <a:pt x="322" y="3989"/>
                  </a:cubicBezTo>
                  <a:cubicBezTo>
                    <a:pt x="322" y="2906"/>
                    <a:pt x="988" y="1929"/>
                    <a:pt x="1989" y="1548"/>
                  </a:cubicBezTo>
                  <a:lnTo>
                    <a:pt x="1989" y="1548"/>
                  </a:lnTo>
                  <a:cubicBezTo>
                    <a:pt x="1965" y="1656"/>
                    <a:pt x="1941" y="1775"/>
                    <a:pt x="1929" y="1870"/>
                  </a:cubicBezTo>
                  <a:cubicBezTo>
                    <a:pt x="1917" y="1965"/>
                    <a:pt x="1989" y="2037"/>
                    <a:pt x="2084" y="2048"/>
                  </a:cubicBezTo>
                  <a:lnTo>
                    <a:pt x="2096" y="2048"/>
                  </a:lnTo>
                  <a:cubicBezTo>
                    <a:pt x="2179" y="2048"/>
                    <a:pt x="2239" y="1989"/>
                    <a:pt x="2262" y="1906"/>
                  </a:cubicBezTo>
                  <a:cubicBezTo>
                    <a:pt x="2274" y="1715"/>
                    <a:pt x="2322" y="1536"/>
                    <a:pt x="2393" y="1370"/>
                  </a:cubicBezTo>
                  <a:lnTo>
                    <a:pt x="2393" y="1358"/>
                  </a:lnTo>
                  <a:cubicBezTo>
                    <a:pt x="2679" y="715"/>
                    <a:pt x="3298" y="310"/>
                    <a:pt x="4001" y="310"/>
                  </a:cubicBezTo>
                  <a:close/>
                  <a:moveTo>
                    <a:pt x="4394" y="7704"/>
                  </a:moveTo>
                  <a:lnTo>
                    <a:pt x="4536" y="10847"/>
                  </a:lnTo>
                  <a:lnTo>
                    <a:pt x="3834" y="10847"/>
                  </a:lnTo>
                  <a:lnTo>
                    <a:pt x="3989" y="7811"/>
                  </a:lnTo>
                  <a:cubicBezTo>
                    <a:pt x="4120" y="7799"/>
                    <a:pt x="4251" y="7763"/>
                    <a:pt x="4394" y="7704"/>
                  </a:cubicBezTo>
                  <a:close/>
                  <a:moveTo>
                    <a:pt x="4013" y="1"/>
                  </a:moveTo>
                  <a:cubicBezTo>
                    <a:pt x="3215" y="1"/>
                    <a:pt x="2501" y="465"/>
                    <a:pt x="2143" y="1155"/>
                  </a:cubicBezTo>
                  <a:cubicBezTo>
                    <a:pt x="881" y="1536"/>
                    <a:pt x="0" y="2679"/>
                    <a:pt x="0" y="4001"/>
                  </a:cubicBezTo>
                  <a:cubicBezTo>
                    <a:pt x="0" y="4704"/>
                    <a:pt x="250" y="5382"/>
                    <a:pt x="703" y="5918"/>
                  </a:cubicBezTo>
                  <a:lnTo>
                    <a:pt x="703" y="6097"/>
                  </a:lnTo>
                  <a:cubicBezTo>
                    <a:pt x="703" y="7549"/>
                    <a:pt x="1869" y="8704"/>
                    <a:pt x="3298" y="8704"/>
                  </a:cubicBezTo>
                  <a:cubicBezTo>
                    <a:pt x="3405" y="8704"/>
                    <a:pt x="3501" y="8704"/>
                    <a:pt x="3596" y="8692"/>
                  </a:cubicBezTo>
                  <a:lnTo>
                    <a:pt x="3596" y="8692"/>
                  </a:lnTo>
                  <a:lnTo>
                    <a:pt x="3501" y="10835"/>
                  </a:lnTo>
                  <a:lnTo>
                    <a:pt x="3298" y="10835"/>
                  </a:lnTo>
                  <a:cubicBezTo>
                    <a:pt x="3215" y="10835"/>
                    <a:pt x="3143" y="10907"/>
                    <a:pt x="3143" y="11002"/>
                  </a:cubicBezTo>
                  <a:cubicBezTo>
                    <a:pt x="3143" y="11085"/>
                    <a:pt x="3215" y="11157"/>
                    <a:pt x="3298" y="11157"/>
                  </a:cubicBezTo>
                  <a:lnTo>
                    <a:pt x="5048" y="11157"/>
                  </a:lnTo>
                  <a:cubicBezTo>
                    <a:pt x="5132" y="11157"/>
                    <a:pt x="5203" y="11085"/>
                    <a:pt x="5203" y="11002"/>
                  </a:cubicBezTo>
                  <a:cubicBezTo>
                    <a:pt x="5203" y="10907"/>
                    <a:pt x="5132" y="10835"/>
                    <a:pt x="5048" y="10835"/>
                  </a:cubicBezTo>
                  <a:lnTo>
                    <a:pt x="4846" y="10835"/>
                  </a:lnTo>
                  <a:lnTo>
                    <a:pt x="4715" y="8275"/>
                  </a:lnTo>
                  <a:lnTo>
                    <a:pt x="4715" y="8275"/>
                  </a:lnTo>
                  <a:cubicBezTo>
                    <a:pt x="4941" y="8335"/>
                    <a:pt x="5168" y="8359"/>
                    <a:pt x="5382" y="8359"/>
                  </a:cubicBezTo>
                  <a:cubicBezTo>
                    <a:pt x="6834" y="8359"/>
                    <a:pt x="7989" y="7192"/>
                    <a:pt x="7989" y="5763"/>
                  </a:cubicBezTo>
                  <a:cubicBezTo>
                    <a:pt x="8025" y="5204"/>
                    <a:pt x="7846" y="4656"/>
                    <a:pt x="7513" y="4215"/>
                  </a:cubicBezTo>
                  <a:cubicBezTo>
                    <a:pt x="7739" y="3870"/>
                    <a:pt x="7858" y="3465"/>
                    <a:pt x="7858" y="3049"/>
                  </a:cubicBezTo>
                  <a:cubicBezTo>
                    <a:pt x="7858" y="1858"/>
                    <a:pt x="6906" y="894"/>
                    <a:pt x="5715" y="882"/>
                  </a:cubicBezTo>
                  <a:cubicBezTo>
                    <a:pt x="5322" y="322"/>
                    <a:pt x="4691" y="1"/>
                    <a:pt x="4013" y="1"/>
                  </a:cubicBezTo>
                  <a:close/>
                </a:path>
              </a:pathLst>
            </a:custGeom>
            <a:solidFill>
              <a:srgbClr val="657E9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1" name="Google Shape;631;p11"/>
            <p:cNvSpPr/>
            <p:nvPr/>
          </p:nvSpPr>
          <p:spPr>
            <a:xfrm>
              <a:off x="3960909" y="3498226"/>
              <a:ext cx="60992" cy="60992"/>
            </a:xfrm>
            <a:custGeom>
              <a:rect b="b" l="l" r="r" t="t"/>
              <a:pathLst>
                <a:path extrusionOk="0" h="1906" w="1906">
                  <a:moveTo>
                    <a:pt x="168" y="1"/>
                  </a:moveTo>
                  <a:cubicBezTo>
                    <a:pt x="84" y="1"/>
                    <a:pt x="1" y="84"/>
                    <a:pt x="1" y="167"/>
                  </a:cubicBezTo>
                  <a:cubicBezTo>
                    <a:pt x="1" y="1120"/>
                    <a:pt x="775" y="1906"/>
                    <a:pt x="1751" y="1906"/>
                  </a:cubicBezTo>
                  <a:cubicBezTo>
                    <a:pt x="1834" y="1906"/>
                    <a:pt x="1906" y="1834"/>
                    <a:pt x="1906" y="1751"/>
                  </a:cubicBezTo>
                  <a:cubicBezTo>
                    <a:pt x="1906" y="1656"/>
                    <a:pt x="1834" y="1584"/>
                    <a:pt x="1751" y="1584"/>
                  </a:cubicBezTo>
                  <a:cubicBezTo>
                    <a:pt x="977" y="1584"/>
                    <a:pt x="334" y="953"/>
                    <a:pt x="334" y="167"/>
                  </a:cubicBezTo>
                  <a:cubicBezTo>
                    <a:pt x="334" y="84"/>
                    <a:pt x="263" y="1"/>
                    <a:pt x="168" y="1"/>
                  </a:cubicBezTo>
                  <a:close/>
                </a:path>
              </a:pathLst>
            </a:custGeom>
            <a:solidFill>
              <a:srgbClr val="657E9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2" name="Google Shape;632;p11"/>
            <p:cNvSpPr/>
            <p:nvPr/>
          </p:nvSpPr>
          <p:spPr>
            <a:xfrm>
              <a:off x="4083981" y="3408690"/>
              <a:ext cx="44224" cy="43872"/>
            </a:xfrm>
            <a:custGeom>
              <a:rect b="b" l="l" r="r" t="t"/>
              <a:pathLst>
                <a:path extrusionOk="0" h="1371" w="1382">
                  <a:moveTo>
                    <a:pt x="167" y="1"/>
                  </a:moveTo>
                  <a:cubicBezTo>
                    <a:pt x="72" y="1"/>
                    <a:pt x="1" y="84"/>
                    <a:pt x="1" y="167"/>
                  </a:cubicBezTo>
                  <a:cubicBezTo>
                    <a:pt x="1" y="263"/>
                    <a:pt x="72" y="334"/>
                    <a:pt x="167" y="334"/>
                  </a:cubicBezTo>
                  <a:cubicBezTo>
                    <a:pt x="655" y="334"/>
                    <a:pt x="1036" y="739"/>
                    <a:pt x="1036" y="1215"/>
                  </a:cubicBezTo>
                  <a:cubicBezTo>
                    <a:pt x="1036" y="1299"/>
                    <a:pt x="1120" y="1370"/>
                    <a:pt x="1203" y="1370"/>
                  </a:cubicBezTo>
                  <a:cubicBezTo>
                    <a:pt x="1298" y="1370"/>
                    <a:pt x="1370" y="1299"/>
                    <a:pt x="1370" y="1215"/>
                  </a:cubicBezTo>
                  <a:cubicBezTo>
                    <a:pt x="1382" y="560"/>
                    <a:pt x="834" y="1"/>
                    <a:pt x="167" y="1"/>
                  </a:cubicBezTo>
                  <a:close/>
                </a:path>
              </a:pathLst>
            </a:custGeom>
            <a:solidFill>
              <a:srgbClr val="657E9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33" name="Google Shape;633;p11"/>
          <p:cNvSpPr txBox="1"/>
          <p:nvPr/>
        </p:nvSpPr>
        <p:spPr>
          <a:xfrm>
            <a:off x="6273875" y="1780825"/>
            <a:ext cx="2461200" cy="19662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400"/>
              </a:spcBef>
              <a:spcAft>
                <a:spcPts val="0"/>
              </a:spcAft>
              <a:buClr>
                <a:srgbClr val="000000"/>
              </a:buClr>
              <a:buSzPts val="1300"/>
              <a:buFont typeface="Arial"/>
              <a:buNone/>
            </a:pPr>
            <a:r>
              <a:rPr b="1" i="0" lang="en" sz="1300" u="none" cap="none" strike="noStrike">
                <a:solidFill>
                  <a:schemeClr val="dk1"/>
                </a:solidFill>
                <a:latin typeface="Arial"/>
                <a:ea typeface="Arial"/>
                <a:cs typeface="Arial"/>
                <a:sym typeface="Arial"/>
              </a:rPr>
              <a:t>            Action decision </a:t>
            </a:r>
            <a:endParaRPr b="1" i="0" sz="1100" u="none" cap="none" strike="noStrike">
              <a:solidFill>
                <a:schemeClr val="dk1"/>
              </a:solidFill>
              <a:latin typeface="Arial"/>
              <a:ea typeface="Arial"/>
              <a:cs typeface="Arial"/>
              <a:sym typeface="Arial"/>
            </a:endParaRPr>
          </a:p>
          <a:p>
            <a:pPr indent="0" lvl="0" marL="0" marR="0" rtl="0" algn="l">
              <a:lnSpc>
                <a:spcPct val="115000"/>
              </a:lnSpc>
              <a:spcBef>
                <a:spcPts val="1400"/>
              </a:spcBef>
              <a:spcAft>
                <a:spcPts val="0"/>
              </a:spcAft>
              <a:buClr>
                <a:schemeClr val="dk1"/>
              </a:buClr>
              <a:buSzPts val="1100"/>
              <a:buFont typeface="Arial"/>
              <a:buNone/>
            </a:pPr>
            <a:r>
              <a:rPr b="0" i="0" lang="en" sz="1100" u="none" cap="none" strike="noStrike">
                <a:solidFill>
                  <a:schemeClr val="dk1"/>
                </a:solidFill>
                <a:latin typeface="Arial"/>
                <a:ea typeface="Arial"/>
                <a:cs typeface="Arial"/>
                <a:sym typeface="Arial"/>
              </a:rPr>
              <a:t>                Approve normally</a:t>
            </a:r>
            <a:br>
              <a:rPr b="0" i="0" lang="en" sz="1100" u="none" cap="none" strike="noStrike">
                <a:solidFill>
                  <a:schemeClr val="dk1"/>
                </a:solidFill>
                <a:latin typeface="Arial"/>
                <a:ea typeface="Arial"/>
                <a:cs typeface="Arial"/>
                <a:sym typeface="Arial"/>
              </a:rPr>
            </a:br>
            <a:r>
              <a:rPr b="0" i="0" lang="en" sz="1100" u="none" cap="none" strike="noStrike">
                <a:solidFill>
                  <a:schemeClr val="dk1"/>
                </a:solidFill>
                <a:latin typeface="Arial"/>
                <a:ea typeface="Arial"/>
                <a:cs typeface="Arial"/>
                <a:sym typeface="Arial"/>
              </a:rPr>
              <a:t>                            ↓</a:t>
            </a:r>
            <a:br>
              <a:rPr b="0" i="0" lang="en" sz="1100" u="none" cap="none" strike="noStrike">
                <a:solidFill>
                  <a:schemeClr val="dk1"/>
                </a:solidFill>
                <a:latin typeface="Arial"/>
                <a:ea typeface="Arial"/>
                <a:cs typeface="Arial"/>
                <a:sym typeface="Arial"/>
              </a:rPr>
            </a:br>
            <a:r>
              <a:rPr b="0" i="0" lang="en" sz="1100" u="none" cap="none" strike="noStrike">
                <a:solidFill>
                  <a:schemeClr val="dk1"/>
                </a:solidFill>
                <a:latin typeface="Arial"/>
                <a:ea typeface="Arial"/>
                <a:cs typeface="Arial"/>
                <a:sym typeface="Arial"/>
              </a:rPr>
              <a:t>            Step-up authentication</a:t>
            </a:r>
            <a:br>
              <a:rPr b="0" i="0" lang="en" sz="1100" u="none" cap="none" strike="noStrike">
                <a:solidFill>
                  <a:schemeClr val="dk1"/>
                </a:solidFill>
                <a:latin typeface="Arial"/>
                <a:ea typeface="Arial"/>
                <a:cs typeface="Arial"/>
                <a:sym typeface="Arial"/>
              </a:rPr>
            </a:br>
            <a:r>
              <a:rPr b="0" i="0" lang="en" sz="1100" u="none" cap="none" strike="noStrike">
                <a:solidFill>
                  <a:schemeClr val="dk1"/>
                </a:solidFill>
                <a:latin typeface="Arial"/>
                <a:ea typeface="Arial"/>
                <a:cs typeface="Arial"/>
                <a:sym typeface="Arial"/>
              </a:rPr>
              <a:t>                            ↓</a:t>
            </a:r>
            <a:br>
              <a:rPr b="0" i="0" lang="en" sz="1100" u="none" cap="none" strike="noStrike">
                <a:solidFill>
                  <a:schemeClr val="dk1"/>
                </a:solidFill>
                <a:latin typeface="Arial"/>
                <a:ea typeface="Arial"/>
                <a:cs typeface="Arial"/>
                <a:sym typeface="Arial"/>
              </a:rPr>
            </a:br>
            <a:r>
              <a:rPr b="0" i="0" lang="en" sz="1100" u="none" cap="none" strike="noStrike">
                <a:solidFill>
                  <a:schemeClr val="dk1"/>
                </a:solidFill>
                <a:latin typeface="Arial"/>
                <a:ea typeface="Arial"/>
                <a:cs typeface="Arial"/>
                <a:sym typeface="Arial"/>
              </a:rPr>
              <a:t>                  Manual review</a:t>
            </a:r>
            <a:endParaRPr b="0" i="0" sz="1100" u="none" cap="none" strike="noStrike">
              <a:solidFill>
                <a:schemeClr val="dk1"/>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600"/>
              <a:buFont typeface="Arial"/>
              <a:buNone/>
            </a:pPr>
            <a:r>
              <a:t/>
            </a:r>
            <a:endParaRPr b="0" i="0" sz="1600" u="none" cap="none" strike="noStrike">
              <a:solidFill>
                <a:schemeClr val="dk1"/>
              </a:solidFill>
              <a:latin typeface="Karla"/>
              <a:ea typeface="Karla"/>
              <a:cs typeface="Karla"/>
              <a:sym typeface="Karla"/>
            </a:endParaRPr>
          </a:p>
        </p:txBody>
      </p:sp>
      <p:sp>
        <p:nvSpPr>
          <p:cNvPr id="634" name="Google Shape;634;p11"/>
          <p:cNvSpPr/>
          <p:nvPr/>
        </p:nvSpPr>
        <p:spPr>
          <a:xfrm>
            <a:off x="6305375" y="1804004"/>
            <a:ext cx="2398200" cy="17943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Karla"/>
              <a:ea typeface="Karla"/>
              <a:cs typeface="Karla"/>
              <a:sym typeface="Karla"/>
            </a:endParaRPr>
          </a:p>
        </p:txBody>
      </p:sp>
      <p:grpSp>
        <p:nvGrpSpPr>
          <p:cNvPr id="635" name="Google Shape;635;p11"/>
          <p:cNvGrpSpPr/>
          <p:nvPr/>
        </p:nvGrpSpPr>
        <p:grpSpPr>
          <a:xfrm>
            <a:off x="7056833" y="1225937"/>
            <a:ext cx="255247" cy="327458"/>
            <a:chOff x="6974158" y="2789537"/>
            <a:chExt cx="255247" cy="327458"/>
          </a:xfrm>
        </p:grpSpPr>
        <p:sp>
          <p:nvSpPr>
            <p:cNvPr id="636" name="Google Shape;636;p11"/>
            <p:cNvSpPr/>
            <p:nvPr/>
          </p:nvSpPr>
          <p:spPr>
            <a:xfrm>
              <a:off x="7066407" y="2897282"/>
              <a:ext cx="9876" cy="14798"/>
            </a:xfrm>
            <a:custGeom>
              <a:rect b="b" l="l" r="r" t="t"/>
              <a:pathLst>
                <a:path extrusionOk="0" h="466" w="311">
                  <a:moveTo>
                    <a:pt x="144" y="1"/>
                  </a:moveTo>
                  <a:cubicBezTo>
                    <a:pt x="60" y="1"/>
                    <a:pt x="1" y="84"/>
                    <a:pt x="1" y="155"/>
                  </a:cubicBezTo>
                  <a:lnTo>
                    <a:pt x="1" y="322"/>
                  </a:lnTo>
                  <a:cubicBezTo>
                    <a:pt x="1" y="405"/>
                    <a:pt x="72" y="465"/>
                    <a:pt x="144" y="465"/>
                  </a:cubicBezTo>
                  <a:cubicBezTo>
                    <a:pt x="227" y="465"/>
                    <a:pt x="299" y="394"/>
                    <a:pt x="299" y="322"/>
                  </a:cubicBezTo>
                  <a:lnTo>
                    <a:pt x="299" y="155"/>
                  </a:lnTo>
                  <a:cubicBezTo>
                    <a:pt x="310" y="60"/>
                    <a:pt x="239" y="1"/>
                    <a:pt x="144" y="1"/>
                  </a:cubicBezTo>
                  <a:close/>
                </a:path>
              </a:pathLst>
            </a:custGeom>
            <a:solidFill>
              <a:srgbClr val="657E9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7" name="Google Shape;637;p11"/>
            <p:cNvSpPr/>
            <p:nvPr/>
          </p:nvSpPr>
          <p:spPr>
            <a:xfrm>
              <a:off x="7127662" y="2897282"/>
              <a:ext cx="9495" cy="14798"/>
            </a:xfrm>
            <a:custGeom>
              <a:rect b="b" l="l" r="r" t="t"/>
              <a:pathLst>
                <a:path extrusionOk="0" h="466" w="299">
                  <a:moveTo>
                    <a:pt x="155" y="1"/>
                  </a:moveTo>
                  <a:cubicBezTo>
                    <a:pt x="60" y="1"/>
                    <a:pt x="1" y="84"/>
                    <a:pt x="1" y="155"/>
                  </a:cubicBezTo>
                  <a:lnTo>
                    <a:pt x="1" y="322"/>
                  </a:lnTo>
                  <a:cubicBezTo>
                    <a:pt x="1" y="405"/>
                    <a:pt x="84" y="465"/>
                    <a:pt x="155" y="465"/>
                  </a:cubicBezTo>
                  <a:cubicBezTo>
                    <a:pt x="227" y="465"/>
                    <a:pt x="298" y="394"/>
                    <a:pt x="298" y="322"/>
                  </a:cubicBezTo>
                  <a:lnTo>
                    <a:pt x="298" y="155"/>
                  </a:lnTo>
                  <a:cubicBezTo>
                    <a:pt x="298" y="60"/>
                    <a:pt x="239" y="1"/>
                    <a:pt x="155" y="1"/>
                  </a:cubicBezTo>
                  <a:close/>
                </a:path>
              </a:pathLst>
            </a:custGeom>
            <a:solidFill>
              <a:srgbClr val="657E9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8" name="Google Shape;638;p11"/>
            <p:cNvSpPr/>
            <p:nvPr/>
          </p:nvSpPr>
          <p:spPr>
            <a:xfrm>
              <a:off x="7081935" y="2933292"/>
              <a:ext cx="40837" cy="14703"/>
            </a:xfrm>
            <a:custGeom>
              <a:rect b="b" l="l" r="r" t="t"/>
              <a:pathLst>
                <a:path extrusionOk="0" h="463" w="1286">
                  <a:moveTo>
                    <a:pt x="162" y="1"/>
                  </a:moveTo>
                  <a:cubicBezTo>
                    <a:pt x="125" y="1"/>
                    <a:pt x="89" y="16"/>
                    <a:pt x="60" y="45"/>
                  </a:cubicBezTo>
                  <a:cubicBezTo>
                    <a:pt x="0" y="105"/>
                    <a:pt x="0" y="200"/>
                    <a:pt x="60" y="260"/>
                  </a:cubicBezTo>
                  <a:cubicBezTo>
                    <a:pt x="191" y="391"/>
                    <a:pt x="417" y="462"/>
                    <a:pt x="655" y="462"/>
                  </a:cubicBezTo>
                  <a:cubicBezTo>
                    <a:pt x="893" y="462"/>
                    <a:pt x="1119" y="391"/>
                    <a:pt x="1250" y="260"/>
                  </a:cubicBezTo>
                  <a:cubicBezTo>
                    <a:pt x="1286" y="200"/>
                    <a:pt x="1286" y="105"/>
                    <a:pt x="1226" y="45"/>
                  </a:cubicBezTo>
                  <a:cubicBezTo>
                    <a:pt x="1197" y="16"/>
                    <a:pt x="1158" y="1"/>
                    <a:pt x="1119" y="1"/>
                  </a:cubicBezTo>
                  <a:cubicBezTo>
                    <a:pt x="1081" y="1"/>
                    <a:pt x="1042" y="16"/>
                    <a:pt x="1012" y="45"/>
                  </a:cubicBezTo>
                  <a:cubicBezTo>
                    <a:pt x="953" y="105"/>
                    <a:pt x="822" y="164"/>
                    <a:pt x="643" y="164"/>
                  </a:cubicBezTo>
                  <a:cubicBezTo>
                    <a:pt x="464" y="164"/>
                    <a:pt x="310" y="105"/>
                    <a:pt x="274" y="45"/>
                  </a:cubicBezTo>
                  <a:cubicBezTo>
                    <a:pt x="238" y="16"/>
                    <a:pt x="199" y="1"/>
                    <a:pt x="162" y="1"/>
                  </a:cubicBezTo>
                  <a:close/>
                </a:path>
              </a:pathLst>
            </a:custGeom>
            <a:solidFill>
              <a:srgbClr val="657E9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9" name="Google Shape;639;p11"/>
            <p:cNvSpPr/>
            <p:nvPr/>
          </p:nvSpPr>
          <p:spPr>
            <a:xfrm>
              <a:off x="6974158" y="2789537"/>
              <a:ext cx="255247" cy="327458"/>
            </a:xfrm>
            <a:custGeom>
              <a:rect b="b" l="l" r="r" t="t"/>
              <a:pathLst>
                <a:path extrusionOk="0" h="10312" w="8038">
                  <a:moveTo>
                    <a:pt x="6228" y="2167"/>
                  </a:moveTo>
                  <a:lnTo>
                    <a:pt x="6132" y="3239"/>
                  </a:lnTo>
                  <a:lnTo>
                    <a:pt x="6121" y="3239"/>
                  </a:lnTo>
                  <a:cubicBezTo>
                    <a:pt x="6025" y="3239"/>
                    <a:pt x="5942" y="3156"/>
                    <a:pt x="5942" y="3060"/>
                  </a:cubicBezTo>
                  <a:lnTo>
                    <a:pt x="5942" y="2227"/>
                  </a:lnTo>
                  <a:cubicBezTo>
                    <a:pt x="6049" y="2227"/>
                    <a:pt x="6132" y="2191"/>
                    <a:pt x="6228" y="2167"/>
                  </a:cubicBezTo>
                  <a:close/>
                  <a:moveTo>
                    <a:pt x="5787" y="322"/>
                  </a:moveTo>
                  <a:cubicBezTo>
                    <a:pt x="6240" y="322"/>
                    <a:pt x="6609" y="691"/>
                    <a:pt x="6609" y="1131"/>
                  </a:cubicBezTo>
                  <a:cubicBezTo>
                    <a:pt x="6609" y="1584"/>
                    <a:pt x="6240" y="1953"/>
                    <a:pt x="5787" y="1953"/>
                  </a:cubicBezTo>
                  <a:cubicBezTo>
                    <a:pt x="5490" y="1953"/>
                    <a:pt x="5228" y="1786"/>
                    <a:pt x="5073" y="1536"/>
                  </a:cubicBezTo>
                  <a:cubicBezTo>
                    <a:pt x="5048" y="1487"/>
                    <a:pt x="4996" y="1455"/>
                    <a:pt x="4942" y="1455"/>
                  </a:cubicBezTo>
                  <a:cubicBezTo>
                    <a:pt x="4918" y="1455"/>
                    <a:pt x="4893" y="1462"/>
                    <a:pt x="4870" y="1477"/>
                  </a:cubicBezTo>
                  <a:cubicBezTo>
                    <a:pt x="4799" y="1524"/>
                    <a:pt x="4763" y="1608"/>
                    <a:pt x="4811" y="1691"/>
                  </a:cubicBezTo>
                  <a:cubicBezTo>
                    <a:pt x="4823" y="1703"/>
                    <a:pt x="4823" y="1715"/>
                    <a:pt x="4835" y="1727"/>
                  </a:cubicBezTo>
                  <a:cubicBezTo>
                    <a:pt x="4775" y="1763"/>
                    <a:pt x="4716" y="1786"/>
                    <a:pt x="4656" y="1786"/>
                  </a:cubicBezTo>
                  <a:cubicBezTo>
                    <a:pt x="4477" y="1786"/>
                    <a:pt x="4335" y="1643"/>
                    <a:pt x="4335" y="1465"/>
                  </a:cubicBezTo>
                  <a:cubicBezTo>
                    <a:pt x="4335" y="1370"/>
                    <a:pt x="4263" y="1310"/>
                    <a:pt x="4180" y="1310"/>
                  </a:cubicBezTo>
                  <a:cubicBezTo>
                    <a:pt x="4108" y="1310"/>
                    <a:pt x="4037" y="1393"/>
                    <a:pt x="4037" y="1465"/>
                  </a:cubicBezTo>
                  <a:cubicBezTo>
                    <a:pt x="4037" y="1810"/>
                    <a:pt x="4323" y="2108"/>
                    <a:pt x="4680" y="2108"/>
                  </a:cubicBezTo>
                  <a:cubicBezTo>
                    <a:pt x="4811" y="2108"/>
                    <a:pt x="4942" y="2060"/>
                    <a:pt x="5061" y="1965"/>
                  </a:cubicBezTo>
                  <a:cubicBezTo>
                    <a:pt x="5228" y="2120"/>
                    <a:pt x="5442" y="2227"/>
                    <a:pt x="5668" y="2251"/>
                  </a:cubicBezTo>
                  <a:lnTo>
                    <a:pt x="5668" y="3072"/>
                  </a:lnTo>
                  <a:cubicBezTo>
                    <a:pt x="5668" y="3334"/>
                    <a:pt x="5882" y="3548"/>
                    <a:pt x="6144" y="3548"/>
                  </a:cubicBezTo>
                  <a:lnTo>
                    <a:pt x="6382" y="3548"/>
                  </a:lnTo>
                  <a:cubicBezTo>
                    <a:pt x="6454" y="3548"/>
                    <a:pt x="6513" y="3572"/>
                    <a:pt x="6573" y="3632"/>
                  </a:cubicBezTo>
                  <a:cubicBezTo>
                    <a:pt x="6621" y="3691"/>
                    <a:pt x="6656" y="3751"/>
                    <a:pt x="6633" y="3834"/>
                  </a:cubicBezTo>
                  <a:cubicBezTo>
                    <a:pt x="6621" y="3953"/>
                    <a:pt x="6502" y="4049"/>
                    <a:pt x="6371" y="4049"/>
                  </a:cubicBezTo>
                  <a:lnTo>
                    <a:pt x="6299" y="4049"/>
                  </a:lnTo>
                  <a:lnTo>
                    <a:pt x="6299" y="4037"/>
                  </a:lnTo>
                  <a:cubicBezTo>
                    <a:pt x="6299" y="3953"/>
                    <a:pt x="6216" y="3894"/>
                    <a:pt x="6144" y="3894"/>
                  </a:cubicBezTo>
                  <a:cubicBezTo>
                    <a:pt x="6061" y="3894"/>
                    <a:pt x="6001" y="3965"/>
                    <a:pt x="6001" y="4037"/>
                  </a:cubicBezTo>
                  <a:cubicBezTo>
                    <a:pt x="6001" y="5108"/>
                    <a:pt x="5120" y="5977"/>
                    <a:pt x="4049" y="5977"/>
                  </a:cubicBezTo>
                  <a:cubicBezTo>
                    <a:pt x="2953" y="5977"/>
                    <a:pt x="2084" y="5096"/>
                    <a:pt x="2084" y="4025"/>
                  </a:cubicBezTo>
                  <a:cubicBezTo>
                    <a:pt x="2084" y="3929"/>
                    <a:pt x="2013" y="3870"/>
                    <a:pt x="1941" y="3870"/>
                  </a:cubicBezTo>
                  <a:cubicBezTo>
                    <a:pt x="1858" y="3870"/>
                    <a:pt x="1787" y="3953"/>
                    <a:pt x="1787" y="4025"/>
                  </a:cubicBezTo>
                  <a:lnTo>
                    <a:pt x="1787" y="4037"/>
                  </a:lnTo>
                  <a:lnTo>
                    <a:pt x="1703" y="4037"/>
                  </a:lnTo>
                  <a:cubicBezTo>
                    <a:pt x="1620" y="4037"/>
                    <a:pt x="1560" y="4013"/>
                    <a:pt x="1501" y="3953"/>
                  </a:cubicBezTo>
                  <a:cubicBezTo>
                    <a:pt x="1465" y="3894"/>
                    <a:pt x="1429" y="3834"/>
                    <a:pt x="1441" y="3751"/>
                  </a:cubicBezTo>
                  <a:cubicBezTo>
                    <a:pt x="1465" y="3632"/>
                    <a:pt x="1584" y="3537"/>
                    <a:pt x="1715" y="3537"/>
                  </a:cubicBezTo>
                  <a:lnTo>
                    <a:pt x="1941" y="3537"/>
                  </a:lnTo>
                  <a:cubicBezTo>
                    <a:pt x="2203" y="3537"/>
                    <a:pt x="2418" y="3322"/>
                    <a:pt x="2418" y="3060"/>
                  </a:cubicBezTo>
                  <a:lnTo>
                    <a:pt x="2418" y="2358"/>
                  </a:lnTo>
                  <a:cubicBezTo>
                    <a:pt x="2418" y="2084"/>
                    <a:pt x="2632" y="1870"/>
                    <a:pt x="2906" y="1870"/>
                  </a:cubicBezTo>
                  <a:lnTo>
                    <a:pt x="3525" y="1870"/>
                  </a:lnTo>
                  <a:cubicBezTo>
                    <a:pt x="3620" y="1870"/>
                    <a:pt x="3680" y="1786"/>
                    <a:pt x="3680" y="1715"/>
                  </a:cubicBezTo>
                  <a:cubicBezTo>
                    <a:pt x="3680" y="1632"/>
                    <a:pt x="3608" y="1572"/>
                    <a:pt x="3525" y="1572"/>
                  </a:cubicBezTo>
                  <a:lnTo>
                    <a:pt x="2906" y="1572"/>
                  </a:lnTo>
                  <a:cubicBezTo>
                    <a:pt x="2477" y="1572"/>
                    <a:pt x="2120" y="1929"/>
                    <a:pt x="2120" y="2358"/>
                  </a:cubicBezTo>
                  <a:lnTo>
                    <a:pt x="2120" y="3060"/>
                  </a:lnTo>
                  <a:cubicBezTo>
                    <a:pt x="2120" y="3144"/>
                    <a:pt x="2037" y="3239"/>
                    <a:pt x="1941" y="3239"/>
                  </a:cubicBezTo>
                  <a:lnTo>
                    <a:pt x="1906" y="3239"/>
                  </a:lnTo>
                  <a:lnTo>
                    <a:pt x="1739" y="1572"/>
                  </a:lnTo>
                  <a:cubicBezTo>
                    <a:pt x="1715" y="1251"/>
                    <a:pt x="1822" y="929"/>
                    <a:pt x="2025" y="691"/>
                  </a:cubicBezTo>
                  <a:cubicBezTo>
                    <a:pt x="2239" y="453"/>
                    <a:pt x="2549" y="322"/>
                    <a:pt x="2870" y="322"/>
                  </a:cubicBezTo>
                  <a:close/>
                  <a:moveTo>
                    <a:pt x="5013" y="6013"/>
                  </a:moveTo>
                  <a:lnTo>
                    <a:pt x="5013" y="6537"/>
                  </a:lnTo>
                  <a:cubicBezTo>
                    <a:pt x="5013" y="6823"/>
                    <a:pt x="5204" y="7073"/>
                    <a:pt x="5478" y="7144"/>
                  </a:cubicBezTo>
                  <a:lnTo>
                    <a:pt x="5740" y="7227"/>
                  </a:lnTo>
                  <a:cubicBezTo>
                    <a:pt x="5668" y="7478"/>
                    <a:pt x="5537" y="7716"/>
                    <a:pt x="5370" y="7906"/>
                  </a:cubicBezTo>
                  <a:cubicBezTo>
                    <a:pt x="5311" y="7966"/>
                    <a:pt x="5323" y="8073"/>
                    <a:pt x="5382" y="8120"/>
                  </a:cubicBezTo>
                  <a:cubicBezTo>
                    <a:pt x="5418" y="8144"/>
                    <a:pt x="5442" y="8156"/>
                    <a:pt x="5490" y="8156"/>
                  </a:cubicBezTo>
                  <a:cubicBezTo>
                    <a:pt x="5537" y="8156"/>
                    <a:pt x="5585" y="8144"/>
                    <a:pt x="5609" y="8120"/>
                  </a:cubicBezTo>
                  <a:cubicBezTo>
                    <a:pt x="5823" y="7882"/>
                    <a:pt x="5966" y="7608"/>
                    <a:pt x="6061" y="7311"/>
                  </a:cubicBezTo>
                  <a:lnTo>
                    <a:pt x="6382" y="7418"/>
                  </a:lnTo>
                  <a:cubicBezTo>
                    <a:pt x="6204" y="7906"/>
                    <a:pt x="5930" y="8335"/>
                    <a:pt x="5525" y="8668"/>
                  </a:cubicBezTo>
                  <a:cubicBezTo>
                    <a:pt x="5085" y="9013"/>
                    <a:pt x="4573" y="9204"/>
                    <a:pt x="4001" y="9204"/>
                  </a:cubicBezTo>
                  <a:cubicBezTo>
                    <a:pt x="3442" y="9204"/>
                    <a:pt x="2918" y="9025"/>
                    <a:pt x="2489" y="8668"/>
                  </a:cubicBezTo>
                  <a:cubicBezTo>
                    <a:pt x="2096" y="8359"/>
                    <a:pt x="1810" y="7918"/>
                    <a:pt x="1668" y="7442"/>
                  </a:cubicBezTo>
                  <a:lnTo>
                    <a:pt x="2001" y="7347"/>
                  </a:lnTo>
                  <a:cubicBezTo>
                    <a:pt x="2108" y="7739"/>
                    <a:pt x="2358" y="8097"/>
                    <a:pt x="2680" y="8370"/>
                  </a:cubicBezTo>
                  <a:cubicBezTo>
                    <a:pt x="3049" y="8668"/>
                    <a:pt x="3513" y="8847"/>
                    <a:pt x="4001" y="8847"/>
                  </a:cubicBezTo>
                  <a:cubicBezTo>
                    <a:pt x="4382" y="8847"/>
                    <a:pt x="4739" y="8751"/>
                    <a:pt x="5049" y="8561"/>
                  </a:cubicBezTo>
                  <a:cubicBezTo>
                    <a:pt x="5120" y="8513"/>
                    <a:pt x="5132" y="8430"/>
                    <a:pt x="5109" y="8359"/>
                  </a:cubicBezTo>
                  <a:cubicBezTo>
                    <a:pt x="5077" y="8304"/>
                    <a:pt x="5031" y="8280"/>
                    <a:pt x="4979" y="8280"/>
                  </a:cubicBezTo>
                  <a:cubicBezTo>
                    <a:pt x="4952" y="8280"/>
                    <a:pt x="4923" y="8287"/>
                    <a:pt x="4894" y="8299"/>
                  </a:cubicBezTo>
                  <a:cubicBezTo>
                    <a:pt x="4632" y="8442"/>
                    <a:pt x="4311" y="8537"/>
                    <a:pt x="4001" y="8537"/>
                  </a:cubicBezTo>
                  <a:cubicBezTo>
                    <a:pt x="3215" y="8537"/>
                    <a:pt x="2513" y="8001"/>
                    <a:pt x="2299" y="7239"/>
                  </a:cubicBezTo>
                  <a:lnTo>
                    <a:pt x="2596" y="7144"/>
                  </a:lnTo>
                  <a:cubicBezTo>
                    <a:pt x="2858" y="7073"/>
                    <a:pt x="3049" y="6823"/>
                    <a:pt x="3049" y="6537"/>
                  </a:cubicBezTo>
                  <a:lnTo>
                    <a:pt x="3049" y="6013"/>
                  </a:lnTo>
                  <a:cubicBezTo>
                    <a:pt x="3346" y="6168"/>
                    <a:pt x="3680" y="6239"/>
                    <a:pt x="4037" y="6239"/>
                  </a:cubicBezTo>
                  <a:cubicBezTo>
                    <a:pt x="4394" y="6239"/>
                    <a:pt x="4716" y="6168"/>
                    <a:pt x="5013" y="6013"/>
                  </a:cubicBezTo>
                  <a:close/>
                  <a:moveTo>
                    <a:pt x="2870" y="0"/>
                  </a:moveTo>
                  <a:cubicBezTo>
                    <a:pt x="2477" y="0"/>
                    <a:pt x="2084" y="179"/>
                    <a:pt x="1799" y="477"/>
                  </a:cubicBezTo>
                  <a:cubicBezTo>
                    <a:pt x="1537" y="774"/>
                    <a:pt x="1406" y="1179"/>
                    <a:pt x="1429" y="1596"/>
                  </a:cubicBezTo>
                  <a:lnTo>
                    <a:pt x="1596" y="3251"/>
                  </a:lnTo>
                  <a:cubicBezTo>
                    <a:pt x="1358" y="3298"/>
                    <a:pt x="1144" y="3489"/>
                    <a:pt x="1132" y="3739"/>
                  </a:cubicBezTo>
                  <a:cubicBezTo>
                    <a:pt x="1120" y="3894"/>
                    <a:pt x="1168" y="4049"/>
                    <a:pt x="1263" y="4168"/>
                  </a:cubicBezTo>
                  <a:cubicBezTo>
                    <a:pt x="1370" y="4287"/>
                    <a:pt x="1525" y="4346"/>
                    <a:pt x="1680" y="4346"/>
                  </a:cubicBezTo>
                  <a:lnTo>
                    <a:pt x="1799" y="4346"/>
                  </a:lnTo>
                  <a:cubicBezTo>
                    <a:pt x="1894" y="4989"/>
                    <a:pt x="2251" y="5525"/>
                    <a:pt x="2739" y="5882"/>
                  </a:cubicBezTo>
                  <a:lnTo>
                    <a:pt x="2739" y="6585"/>
                  </a:lnTo>
                  <a:cubicBezTo>
                    <a:pt x="2739" y="6727"/>
                    <a:pt x="2632" y="6870"/>
                    <a:pt x="2501" y="6894"/>
                  </a:cubicBezTo>
                  <a:lnTo>
                    <a:pt x="810" y="7406"/>
                  </a:lnTo>
                  <a:cubicBezTo>
                    <a:pt x="322" y="7537"/>
                    <a:pt x="1" y="7978"/>
                    <a:pt x="1" y="8478"/>
                  </a:cubicBezTo>
                  <a:lnTo>
                    <a:pt x="1" y="10168"/>
                  </a:lnTo>
                  <a:cubicBezTo>
                    <a:pt x="1" y="10252"/>
                    <a:pt x="72" y="10311"/>
                    <a:pt x="144" y="10311"/>
                  </a:cubicBezTo>
                  <a:cubicBezTo>
                    <a:pt x="227" y="10311"/>
                    <a:pt x="298" y="10240"/>
                    <a:pt x="298" y="10168"/>
                  </a:cubicBezTo>
                  <a:lnTo>
                    <a:pt x="298" y="8466"/>
                  </a:lnTo>
                  <a:cubicBezTo>
                    <a:pt x="298" y="8109"/>
                    <a:pt x="537" y="7787"/>
                    <a:pt x="882" y="7680"/>
                  </a:cubicBezTo>
                  <a:lnTo>
                    <a:pt x="1370" y="7537"/>
                  </a:lnTo>
                  <a:cubicBezTo>
                    <a:pt x="1513" y="8073"/>
                    <a:pt x="1846" y="8549"/>
                    <a:pt x="2275" y="8906"/>
                  </a:cubicBezTo>
                  <a:cubicBezTo>
                    <a:pt x="2751" y="9287"/>
                    <a:pt x="3358" y="9502"/>
                    <a:pt x="3989" y="9502"/>
                  </a:cubicBezTo>
                  <a:cubicBezTo>
                    <a:pt x="4608" y="9502"/>
                    <a:pt x="5204" y="9287"/>
                    <a:pt x="5704" y="8906"/>
                  </a:cubicBezTo>
                  <a:cubicBezTo>
                    <a:pt x="6144" y="8549"/>
                    <a:pt x="6454" y="8073"/>
                    <a:pt x="6621" y="7537"/>
                  </a:cubicBezTo>
                  <a:lnTo>
                    <a:pt x="7144" y="7680"/>
                  </a:lnTo>
                  <a:cubicBezTo>
                    <a:pt x="7490" y="7787"/>
                    <a:pt x="7728" y="8097"/>
                    <a:pt x="7728" y="8466"/>
                  </a:cubicBezTo>
                  <a:lnTo>
                    <a:pt x="7728" y="10168"/>
                  </a:lnTo>
                  <a:cubicBezTo>
                    <a:pt x="7728" y="10252"/>
                    <a:pt x="7799" y="10311"/>
                    <a:pt x="7871" y="10311"/>
                  </a:cubicBezTo>
                  <a:cubicBezTo>
                    <a:pt x="7966" y="10311"/>
                    <a:pt x="8026" y="10240"/>
                    <a:pt x="8026" y="10168"/>
                  </a:cubicBezTo>
                  <a:lnTo>
                    <a:pt x="8026" y="8466"/>
                  </a:lnTo>
                  <a:cubicBezTo>
                    <a:pt x="8037" y="7966"/>
                    <a:pt x="7716" y="7525"/>
                    <a:pt x="7240" y="7382"/>
                  </a:cubicBezTo>
                  <a:lnTo>
                    <a:pt x="5537" y="6882"/>
                  </a:lnTo>
                  <a:cubicBezTo>
                    <a:pt x="5406" y="6835"/>
                    <a:pt x="5299" y="6704"/>
                    <a:pt x="5299" y="6573"/>
                  </a:cubicBezTo>
                  <a:lnTo>
                    <a:pt x="5299" y="5870"/>
                  </a:lnTo>
                  <a:cubicBezTo>
                    <a:pt x="5811" y="5525"/>
                    <a:pt x="6168" y="4977"/>
                    <a:pt x="6240" y="4334"/>
                  </a:cubicBezTo>
                  <a:lnTo>
                    <a:pt x="6323" y="4334"/>
                  </a:lnTo>
                  <a:cubicBezTo>
                    <a:pt x="6621" y="4334"/>
                    <a:pt x="6871" y="4108"/>
                    <a:pt x="6906" y="3846"/>
                  </a:cubicBezTo>
                  <a:cubicBezTo>
                    <a:pt x="6918" y="3691"/>
                    <a:pt x="6871" y="3525"/>
                    <a:pt x="6775" y="3417"/>
                  </a:cubicBezTo>
                  <a:cubicBezTo>
                    <a:pt x="6680" y="3322"/>
                    <a:pt x="6561" y="3251"/>
                    <a:pt x="6442" y="3239"/>
                  </a:cubicBezTo>
                  <a:lnTo>
                    <a:pt x="6549" y="1941"/>
                  </a:lnTo>
                  <a:cubicBezTo>
                    <a:pt x="6775" y="1727"/>
                    <a:pt x="6906" y="1453"/>
                    <a:pt x="6906" y="1120"/>
                  </a:cubicBezTo>
                  <a:cubicBezTo>
                    <a:pt x="6906" y="512"/>
                    <a:pt x="6394" y="0"/>
                    <a:pt x="5787" y="0"/>
                  </a:cubicBezTo>
                  <a:close/>
                </a:path>
              </a:pathLst>
            </a:custGeom>
            <a:solidFill>
              <a:srgbClr val="657E9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0" name="Google Shape;640;p11"/>
            <p:cNvSpPr/>
            <p:nvPr/>
          </p:nvSpPr>
          <p:spPr>
            <a:xfrm>
              <a:off x="7061135" y="2881785"/>
              <a:ext cx="20069" cy="9495"/>
            </a:xfrm>
            <a:custGeom>
              <a:rect b="b" l="l" r="r" t="t"/>
              <a:pathLst>
                <a:path extrusionOk="0" h="299" w="632">
                  <a:moveTo>
                    <a:pt x="155" y="1"/>
                  </a:moveTo>
                  <a:cubicBezTo>
                    <a:pt x="60" y="1"/>
                    <a:pt x="0" y="72"/>
                    <a:pt x="0" y="155"/>
                  </a:cubicBezTo>
                  <a:cubicBezTo>
                    <a:pt x="0" y="227"/>
                    <a:pt x="72" y="298"/>
                    <a:pt x="155" y="298"/>
                  </a:cubicBezTo>
                  <a:lnTo>
                    <a:pt x="476" y="298"/>
                  </a:lnTo>
                  <a:cubicBezTo>
                    <a:pt x="560" y="298"/>
                    <a:pt x="631" y="227"/>
                    <a:pt x="631" y="155"/>
                  </a:cubicBezTo>
                  <a:cubicBezTo>
                    <a:pt x="631" y="72"/>
                    <a:pt x="572" y="1"/>
                    <a:pt x="476" y="1"/>
                  </a:cubicBezTo>
                  <a:close/>
                </a:path>
              </a:pathLst>
            </a:custGeom>
            <a:solidFill>
              <a:srgbClr val="657E9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1" name="Google Shape;641;p11"/>
            <p:cNvSpPr/>
            <p:nvPr/>
          </p:nvSpPr>
          <p:spPr>
            <a:xfrm>
              <a:off x="7122740" y="2881785"/>
              <a:ext cx="19688" cy="9495"/>
            </a:xfrm>
            <a:custGeom>
              <a:rect b="b" l="l" r="r" t="t"/>
              <a:pathLst>
                <a:path extrusionOk="0" h="299" w="620">
                  <a:moveTo>
                    <a:pt x="144" y="1"/>
                  </a:moveTo>
                  <a:cubicBezTo>
                    <a:pt x="60" y="1"/>
                    <a:pt x="1" y="72"/>
                    <a:pt x="1" y="155"/>
                  </a:cubicBezTo>
                  <a:cubicBezTo>
                    <a:pt x="1" y="227"/>
                    <a:pt x="72" y="298"/>
                    <a:pt x="144" y="298"/>
                  </a:cubicBezTo>
                  <a:lnTo>
                    <a:pt x="477" y="298"/>
                  </a:lnTo>
                  <a:cubicBezTo>
                    <a:pt x="560" y="298"/>
                    <a:pt x="620" y="227"/>
                    <a:pt x="620" y="155"/>
                  </a:cubicBezTo>
                  <a:cubicBezTo>
                    <a:pt x="620" y="72"/>
                    <a:pt x="560" y="1"/>
                    <a:pt x="477" y="1"/>
                  </a:cubicBezTo>
                  <a:close/>
                </a:path>
              </a:pathLst>
            </a:custGeom>
            <a:solidFill>
              <a:srgbClr val="657E9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42" name="Google Shape;642;p11"/>
          <p:cNvGrpSpPr/>
          <p:nvPr/>
        </p:nvGrpSpPr>
        <p:grpSpPr>
          <a:xfrm>
            <a:off x="7613372" y="1226699"/>
            <a:ext cx="244291" cy="326314"/>
            <a:chOff x="7530697" y="2790299"/>
            <a:chExt cx="244291" cy="326314"/>
          </a:xfrm>
        </p:grpSpPr>
        <p:sp>
          <p:nvSpPr>
            <p:cNvPr id="643" name="Google Shape;643;p11"/>
            <p:cNvSpPr/>
            <p:nvPr/>
          </p:nvSpPr>
          <p:spPr>
            <a:xfrm>
              <a:off x="7616911" y="2907507"/>
              <a:ext cx="9463" cy="14385"/>
            </a:xfrm>
            <a:custGeom>
              <a:rect b="b" l="l" r="r" t="t"/>
              <a:pathLst>
                <a:path extrusionOk="0" h="453" w="298">
                  <a:moveTo>
                    <a:pt x="155" y="0"/>
                  </a:moveTo>
                  <a:cubicBezTo>
                    <a:pt x="60" y="0"/>
                    <a:pt x="0" y="72"/>
                    <a:pt x="0" y="143"/>
                  </a:cubicBezTo>
                  <a:lnTo>
                    <a:pt x="0" y="310"/>
                  </a:lnTo>
                  <a:cubicBezTo>
                    <a:pt x="0" y="393"/>
                    <a:pt x="72" y="453"/>
                    <a:pt x="155" y="453"/>
                  </a:cubicBezTo>
                  <a:cubicBezTo>
                    <a:pt x="227" y="453"/>
                    <a:pt x="298" y="381"/>
                    <a:pt x="298" y="310"/>
                  </a:cubicBezTo>
                  <a:lnTo>
                    <a:pt x="298" y="143"/>
                  </a:lnTo>
                  <a:cubicBezTo>
                    <a:pt x="298" y="72"/>
                    <a:pt x="238" y="0"/>
                    <a:pt x="155" y="0"/>
                  </a:cubicBezTo>
                  <a:close/>
                </a:path>
              </a:pathLst>
            </a:custGeom>
            <a:solidFill>
              <a:srgbClr val="657E9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4" name="Google Shape;644;p11"/>
            <p:cNvSpPr/>
            <p:nvPr/>
          </p:nvSpPr>
          <p:spPr>
            <a:xfrm>
              <a:off x="7678548" y="2907507"/>
              <a:ext cx="9463" cy="14385"/>
            </a:xfrm>
            <a:custGeom>
              <a:rect b="b" l="l" r="r" t="t"/>
              <a:pathLst>
                <a:path extrusionOk="0" h="453" w="298">
                  <a:moveTo>
                    <a:pt x="143" y="0"/>
                  </a:moveTo>
                  <a:cubicBezTo>
                    <a:pt x="60" y="0"/>
                    <a:pt x="0" y="72"/>
                    <a:pt x="0" y="143"/>
                  </a:cubicBezTo>
                  <a:lnTo>
                    <a:pt x="0" y="310"/>
                  </a:lnTo>
                  <a:cubicBezTo>
                    <a:pt x="0" y="393"/>
                    <a:pt x="72" y="453"/>
                    <a:pt x="143" y="453"/>
                  </a:cubicBezTo>
                  <a:cubicBezTo>
                    <a:pt x="214" y="453"/>
                    <a:pt x="298" y="381"/>
                    <a:pt x="298" y="310"/>
                  </a:cubicBezTo>
                  <a:lnTo>
                    <a:pt x="298" y="143"/>
                  </a:lnTo>
                  <a:cubicBezTo>
                    <a:pt x="298" y="72"/>
                    <a:pt x="238" y="0"/>
                    <a:pt x="143" y="0"/>
                  </a:cubicBezTo>
                  <a:close/>
                </a:path>
              </a:pathLst>
            </a:custGeom>
            <a:solidFill>
              <a:srgbClr val="657E9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5" name="Google Shape;645;p11"/>
            <p:cNvSpPr/>
            <p:nvPr/>
          </p:nvSpPr>
          <p:spPr>
            <a:xfrm>
              <a:off x="7632408" y="2943136"/>
              <a:ext cx="40869" cy="14671"/>
            </a:xfrm>
            <a:custGeom>
              <a:rect b="b" l="l" r="r" t="t"/>
              <a:pathLst>
                <a:path extrusionOk="0" h="462" w="1287">
                  <a:moveTo>
                    <a:pt x="167" y="0"/>
                  </a:moveTo>
                  <a:cubicBezTo>
                    <a:pt x="129" y="0"/>
                    <a:pt x="90" y="15"/>
                    <a:pt x="60" y="45"/>
                  </a:cubicBezTo>
                  <a:cubicBezTo>
                    <a:pt x="1" y="104"/>
                    <a:pt x="1" y="200"/>
                    <a:pt x="60" y="259"/>
                  </a:cubicBezTo>
                  <a:cubicBezTo>
                    <a:pt x="203" y="390"/>
                    <a:pt x="417" y="462"/>
                    <a:pt x="655" y="462"/>
                  </a:cubicBezTo>
                  <a:cubicBezTo>
                    <a:pt x="893" y="462"/>
                    <a:pt x="1120" y="390"/>
                    <a:pt x="1251" y="259"/>
                  </a:cubicBezTo>
                  <a:cubicBezTo>
                    <a:pt x="1286" y="212"/>
                    <a:pt x="1286" y="104"/>
                    <a:pt x="1227" y="45"/>
                  </a:cubicBezTo>
                  <a:cubicBezTo>
                    <a:pt x="1197" y="15"/>
                    <a:pt x="1158" y="0"/>
                    <a:pt x="1120" y="0"/>
                  </a:cubicBezTo>
                  <a:cubicBezTo>
                    <a:pt x="1081" y="0"/>
                    <a:pt x="1042" y="15"/>
                    <a:pt x="1013" y="45"/>
                  </a:cubicBezTo>
                  <a:cubicBezTo>
                    <a:pt x="953" y="104"/>
                    <a:pt x="822" y="164"/>
                    <a:pt x="643" y="164"/>
                  </a:cubicBezTo>
                  <a:cubicBezTo>
                    <a:pt x="465" y="164"/>
                    <a:pt x="322" y="104"/>
                    <a:pt x="274" y="45"/>
                  </a:cubicBezTo>
                  <a:cubicBezTo>
                    <a:pt x="245" y="15"/>
                    <a:pt x="206" y="0"/>
                    <a:pt x="167" y="0"/>
                  </a:cubicBezTo>
                  <a:close/>
                </a:path>
              </a:pathLst>
            </a:custGeom>
            <a:solidFill>
              <a:srgbClr val="657E9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6" name="Google Shape;646;p11"/>
            <p:cNvSpPr/>
            <p:nvPr/>
          </p:nvSpPr>
          <p:spPr>
            <a:xfrm>
              <a:off x="7530697" y="2790299"/>
              <a:ext cx="244291" cy="326314"/>
            </a:xfrm>
            <a:custGeom>
              <a:rect b="b" l="l" r="r" t="t"/>
              <a:pathLst>
                <a:path extrusionOk="0" h="10276" w="7693">
                  <a:moveTo>
                    <a:pt x="3846" y="298"/>
                  </a:moveTo>
                  <a:cubicBezTo>
                    <a:pt x="5275" y="298"/>
                    <a:pt x="6442" y="1453"/>
                    <a:pt x="6442" y="2882"/>
                  </a:cubicBezTo>
                  <a:lnTo>
                    <a:pt x="6442" y="4013"/>
                  </a:lnTo>
                  <a:cubicBezTo>
                    <a:pt x="6442" y="4846"/>
                    <a:pt x="6633" y="5489"/>
                    <a:pt x="6799" y="5870"/>
                  </a:cubicBezTo>
                  <a:cubicBezTo>
                    <a:pt x="6811" y="5918"/>
                    <a:pt x="6811" y="5965"/>
                    <a:pt x="6799" y="6001"/>
                  </a:cubicBezTo>
                  <a:cubicBezTo>
                    <a:pt x="6775" y="6049"/>
                    <a:pt x="6752" y="6084"/>
                    <a:pt x="6704" y="6096"/>
                  </a:cubicBezTo>
                  <a:cubicBezTo>
                    <a:pt x="6359" y="6227"/>
                    <a:pt x="5692" y="6489"/>
                    <a:pt x="4978" y="6632"/>
                  </a:cubicBezTo>
                  <a:lnTo>
                    <a:pt x="4978" y="6132"/>
                  </a:lnTo>
                  <a:cubicBezTo>
                    <a:pt x="5644" y="5739"/>
                    <a:pt x="6109" y="5013"/>
                    <a:pt x="6109" y="4179"/>
                  </a:cubicBezTo>
                  <a:lnTo>
                    <a:pt x="6109" y="3536"/>
                  </a:lnTo>
                  <a:cubicBezTo>
                    <a:pt x="6109" y="3108"/>
                    <a:pt x="5751" y="2751"/>
                    <a:pt x="5323" y="2751"/>
                  </a:cubicBezTo>
                  <a:lnTo>
                    <a:pt x="5073" y="2751"/>
                  </a:lnTo>
                  <a:lnTo>
                    <a:pt x="4311" y="1989"/>
                  </a:lnTo>
                  <a:cubicBezTo>
                    <a:pt x="4282" y="1960"/>
                    <a:pt x="4249" y="1944"/>
                    <a:pt x="4214" y="1944"/>
                  </a:cubicBezTo>
                  <a:cubicBezTo>
                    <a:pt x="4191" y="1944"/>
                    <a:pt x="4168" y="1951"/>
                    <a:pt x="4144" y="1965"/>
                  </a:cubicBezTo>
                  <a:cubicBezTo>
                    <a:pt x="4085" y="1989"/>
                    <a:pt x="4061" y="2036"/>
                    <a:pt x="4061" y="2096"/>
                  </a:cubicBezTo>
                  <a:lnTo>
                    <a:pt x="4061" y="2751"/>
                  </a:lnTo>
                  <a:lnTo>
                    <a:pt x="3239" y="2751"/>
                  </a:lnTo>
                  <a:cubicBezTo>
                    <a:pt x="3144" y="2751"/>
                    <a:pt x="3084" y="2822"/>
                    <a:pt x="3084" y="2893"/>
                  </a:cubicBezTo>
                  <a:cubicBezTo>
                    <a:pt x="3084" y="2965"/>
                    <a:pt x="3168" y="3048"/>
                    <a:pt x="3239" y="3048"/>
                  </a:cubicBezTo>
                  <a:lnTo>
                    <a:pt x="4204" y="3048"/>
                  </a:lnTo>
                  <a:cubicBezTo>
                    <a:pt x="4299" y="3048"/>
                    <a:pt x="4358" y="2965"/>
                    <a:pt x="4358" y="2893"/>
                  </a:cubicBezTo>
                  <a:lnTo>
                    <a:pt x="4358" y="2453"/>
                  </a:lnTo>
                  <a:lnTo>
                    <a:pt x="4906" y="3001"/>
                  </a:lnTo>
                  <a:cubicBezTo>
                    <a:pt x="4930" y="3024"/>
                    <a:pt x="4966" y="3048"/>
                    <a:pt x="5013" y="3048"/>
                  </a:cubicBezTo>
                  <a:lnTo>
                    <a:pt x="5335" y="3048"/>
                  </a:lnTo>
                  <a:cubicBezTo>
                    <a:pt x="5609" y="3048"/>
                    <a:pt x="5823" y="3263"/>
                    <a:pt x="5823" y="3536"/>
                  </a:cubicBezTo>
                  <a:lnTo>
                    <a:pt x="5823" y="4179"/>
                  </a:lnTo>
                  <a:cubicBezTo>
                    <a:pt x="5823" y="5251"/>
                    <a:pt x="4954" y="6132"/>
                    <a:pt x="3882" y="6132"/>
                  </a:cubicBezTo>
                  <a:cubicBezTo>
                    <a:pt x="2811" y="6132"/>
                    <a:pt x="1930" y="5251"/>
                    <a:pt x="1930" y="4179"/>
                  </a:cubicBezTo>
                  <a:lnTo>
                    <a:pt x="1930" y="3536"/>
                  </a:lnTo>
                  <a:cubicBezTo>
                    <a:pt x="1930" y="3263"/>
                    <a:pt x="2156" y="3048"/>
                    <a:pt x="2418" y="3048"/>
                  </a:cubicBezTo>
                  <a:lnTo>
                    <a:pt x="2584" y="3048"/>
                  </a:lnTo>
                  <a:cubicBezTo>
                    <a:pt x="2668" y="3048"/>
                    <a:pt x="2727" y="2965"/>
                    <a:pt x="2727" y="2893"/>
                  </a:cubicBezTo>
                  <a:cubicBezTo>
                    <a:pt x="2727" y="2822"/>
                    <a:pt x="2656" y="2751"/>
                    <a:pt x="2584" y="2751"/>
                  </a:cubicBezTo>
                  <a:lnTo>
                    <a:pt x="2418" y="2751"/>
                  </a:lnTo>
                  <a:cubicBezTo>
                    <a:pt x="1989" y="2751"/>
                    <a:pt x="1632" y="3108"/>
                    <a:pt x="1632" y="3536"/>
                  </a:cubicBezTo>
                  <a:lnTo>
                    <a:pt x="1632" y="4179"/>
                  </a:lnTo>
                  <a:cubicBezTo>
                    <a:pt x="1632" y="5013"/>
                    <a:pt x="2096" y="5739"/>
                    <a:pt x="2763" y="6132"/>
                  </a:cubicBezTo>
                  <a:lnTo>
                    <a:pt x="2763" y="6632"/>
                  </a:lnTo>
                  <a:cubicBezTo>
                    <a:pt x="2001" y="6465"/>
                    <a:pt x="1334" y="6227"/>
                    <a:pt x="989" y="6096"/>
                  </a:cubicBezTo>
                  <a:cubicBezTo>
                    <a:pt x="941" y="6084"/>
                    <a:pt x="918" y="6049"/>
                    <a:pt x="906" y="6001"/>
                  </a:cubicBezTo>
                  <a:cubicBezTo>
                    <a:pt x="882" y="5965"/>
                    <a:pt x="882" y="5918"/>
                    <a:pt x="906" y="5870"/>
                  </a:cubicBezTo>
                  <a:cubicBezTo>
                    <a:pt x="1060" y="5489"/>
                    <a:pt x="1263" y="4846"/>
                    <a:pt x="1263" y="4013"/>
                  </a:cubicBezTo>
                  <a:lnTo>
                    <a:pt x="1263" y="2882"/>
                  </a:lnTo>
                  <a:cubicBezTo>
                    <a:pt x="1263" y="1453"/>
                    <a:pt x="2418" y="298"/>
                    <a:pt x="3846" y="298"/>
                  </a:cubicBezTo>
                  <a:close/>
                  <a:moveTo>
                    <a:pt x="4632" y="6275"/>
                  </a:moveTo>
                  <a:lnTo>
                    <a:pt x="4632" y="6787"/>
                  </a:lnTo>
                  <a:cubicBezTo>
                    <a:pt x="4632" y="7025"/>
                    <a:pt x="4739" y="7239"/>
                    <a:pt x="4918" y="7394"/>
                  </a:cubicBezTo>
                  <a:cubicBezTo>
                    <a:pt x="4894" y="7442"/>
                    <a:pt x="4858" y="7477"/>
                    <a:pt x="4835" y="7513"/>
                  </a:cubicBezTo>
                  <a:cubicBezTo>
                    <a:pt x="4787" y="7573"/>
                    <a:pt x="4787" y="7680"/>
                    <a:pt x="4858" y="7715"/>
                  </a:cubicBezTo>
                  <a:cubicBezTo>
                    <a:pt x="4894" y="7739"/>
                    <a:pt x="4918" y="7751"/>
                    <a:pt x="4954" y="7751"/>
                  </a:cubicBezTo>
                  <a:cubicBezTo>
                    <a:pt x="4989" y="7751"/>
                    <a:pt x="5037" y="7739"/>
                    <a:pt x="5073" y="7692"/>
                  </a:cubicBezTo>
                  <a:cubicBezTo>
                    <a:pt x="5109" y="7632"/>
                    <a:pt x="5156" y="7584"/>
                    <a:pt x="5192" y="7525"/>
                  </a:cubicBezTo>
                  <a:lnTo>
                    <a:pt x="5525" y="7644"/>
                  </a:lnTo>
                  <a:cubicBezTo>
                    <a:pt x="4918" y="8573"/>
                    <a:pt x="4299" y="8894"/>
                    <a:pt x="3882" y="9001"/>
                  </a:cubicBezTo>
                  <a:cubicBezTo>
                    <a:pt x="3864" y="9007"/>
                    <a:pt x="3849" y="9010"/>
                    <a:pt x="3835" y="9010"/>
                  </a:cubicBezTo>
                  <a:cubicBezTo>
                    <a:pt x="3820" y="9010"/>
                    <a:pt x="3805" y="9007"/>
                    <a:pt x="3787" y="9001"/>
                  </a:cubicBezTo>
                  <a:cubicBezTo>
                    <a:pt x="3370" y="8882"/>
                    <a:pt x="2751" y="8549"/>
                    <a:pt x="2120" y="7644"/>
                  </a:cubicBezTo>
                  <a:lnTo>
                    <a:pt x="2465" y="7525"/>
                  </a:lnTo>
                  <a:cubicBezTo>
                    <a:pt x="2763" y="7942"/>
                    <a:pt x="3204" y="8442"/>
                    <a:pt x="3787" y="8644"/>
                  </a:cubicBezTo>
                  <a:cubicBezTo>
                    <a:pt x="3799" y="8644"/>
                    <a:pt x="3823" y="8656"/>
                    <a:pt x="3835" y="8656"/>
                  </a:cubicBezTo>
                  <a:cubicBezTo>
                    <a:pt x="3846" y="8656"/>
                    <a:pt x="3858" y="8656"/>
                    <a:pt x="3882" y="8644"/>
                  </a:cubicBezTo>
                  <a:cubicBezTo>
                    <a:pt x="4144" y="8549"/>
                    <a:pt x="4418" y="8382"/>
                    <a:pt x="4668" y="8132"/>
                  </a:cubicBezTo>
                  <a:cubicBezTo>
                    <a:pt x="4728" y="8073"/>
                    <a:pt x="4728" y="7989"/>
                    <a:pt x="4668" y="7930"/>
                  </a:cubicBezTo>
                  <a:cubicBezTo>
                    <a:pt x="4638" y="7900"/>
                    <a:pt x="4600" y="7885"/>
                    <a:pt x="4561" y="7885"/>
                  </a:cubicBezTo>
                  <a:cubicBezTo>
                    <a:pt x="4522" y="7885"/>
                    <a:pt x="4483" y="7900"/>
                    <a:pt x="4454" y="7930"/>
                  </a:cubicBezTo>
                  <a:cubicBezTo>
                    <a:pt x="4251" y="8120"/>
                    <a:pt x="4025" y="8275"/>
                    <a:pt x="3823" y="8346"/>
                  </a:cubicBezTo>
                  <a:cubicBezTo>
                    <a:pt x="3358" y="8168"/>
                    <a:pt x="2965" y="7751"/>
                    <a:pt x="2715" y="7394"/>
                  </a:cubicBezTo>
                  <a:cubicBezTo>
                    <a:pt x="2894" y="7239"/>
                    <a:pt x="3001" y="7025"/>
                    <a:pt x="3001" y="6787"/>
                  </a:cubicBezTo>
                  <a:lnTo>
                    <a:pt x="3001" y="6275"/>
                  </a:lnTo>
                  <a:cubicBezTo>
                    <a:pt x="3251" y="6382"/>
                    <a:pt x="3525" y="6430"/>
                    <a:pt x="3823" y="6430"/>
                  </a:cubicBezTo>
                  <a:cubicBezTo>
                    <a:pt x="4120" y="6430"/>
                    <a:pt x="4382" y="6370"/>
                    <a:pt x="4632" y="6275"/>
                  </a:cubicBezTo>
                  <a:close/>
                  <a:moveTo>
                    <a:pt x="3846" y="0"/>
                  </a:moveTo>
                  <a:cubicBezTo>
                    <a:pt x="2251" y="0"/>
                    <a:pt x="953" y="1286"/>
                    <a:pt x="953" y="2882"/>
                  </a:cubicBezTo>
                  <a:lnTo>
                    <a:pt x="953" y="4013"/>
                  </a:lnTo>
                  <a:cubicBezTo>
                    <a:pt x="953" y="4846"/>
                    <a:pt x="751" y="5453"/>
                    <a:pt x="632" y="5775"/>
                  </a:cubicBezTo>
                  <a:cubicBezTo>
                    <a:pt x="584" y="5894"/>
                    <a:pt x="584" y="6013"/>
                    <a:pt x="632" y="6132"/>
                  </a:cubicBezTo>
                  <a:cubicBezTo>
                    <a:pt x="679" y="6251"/>
                    <a:pt x="775" y="6334"/>
                    <a:pt x="894" y="6382"/>
                  </a:cubicBezTo>
                  <a:cubicBezTo>
                    <a:pt x="1251" y="6525"/>
                    <a:pt x="1965" y="6787"/>
                    <a:pt x="2715" y="6930"/>
                  </a:cubicBezTo>
                  <a:cubicBezTo>
                    <a:pt x="2668" y="7084"/>
                    <a:pt x="2549" y="7180"/>
                    <a:pt x="2418" y="7239"/>
                  </a:cubicBezTo>
                  <a:lnTo>
                    <a:pt x="751" y="7823"/>
                  </a:lnTo>
                  <a:cubicBezTo>
                    <a:pt x="298" y="7989"/>
                    <a:pt x="1" y="8406"/>
                    <a:pt x="1" y="8882"/>
                  </a:cubicBezTo>
                  <a:lnTo>
                    <a:pt x="1" y="10132"/>
                  </a:lnTo>
                  <a:cubicBezTo>
                    <a:pt x="1" y="10216"/>
                    <a:pt x="84" y="10275"/>
                    <a:pt x="156" y="10275"/>
                  </a:cubicBezTo>
                  <a:cubicBezTo>
                    <a:pt x="227" y="10275"/>
                    <a:pt x="298" y="10204"/>
                    <a:pt x="298" y="10132"/>
                  </a:cubicBezTo>
                  <a:lnTo>
                    <a:pt x="298" y="8882"/>
                  </a:lnTo>
                  <a:cubicBezTo>
                    <a:pt x="298" y="8775"/>
                    <a:pt x="322" y="8692"/>
                    <a:pt x="358" y="8597"/>
                  </a:cubicBezTo>
                  <a:lnTo>
                    <a:pt x="1120" y="9251"/>
                  </a:lnTo>
                  <a:cubicBezTo>
                    <a:pt x="1227" y="9347"/>
                    <a:pt x="1299" y="9478"/>
                    <a:pt x="1299" y="9620"/>
                  </a:cubicBezTo>
                  <a:lnTo>
                    <a:pt x="1299" y="10132"/>
                  </a:lnTo>
                  <a:cubicBezTo>
                    <a:pt x="1299" y="10216"/>
                    <a:pt x="1370" y="10275"/>
                    <a:pt x="1453" y="10275"/>
                  </a:cubicBezTo>
                  <a:cubicBezTo>
                    <a:pt x="1525" y="10275"/>
                    <a:pt x="1596" y="10204"/>
                    <a:pt x="1596" y="10132"/>
                  </a:cubicBezTo>
                  <a:lnTo>
                    <a:pt x="1596" y="9609"/>
                  </a:lnTo>
                  <a:cubicBezTo>
                    <a:pt x="1596" y="9370"/>
                    <a:pt x="1489" y="9168"/>
                    <a:pt x="1310" y="9001"/>
                  </a:cubicBezTo>
                  <a:lnTo>
                    <a:pt x="513" y="8311"/>
                  </a:lnTo>
                  <a:cubicBezTo>
                    <a:pt x="596" y="8216"/>
                    <a:pt x="715" y="8132"/>
                    <a:pt x="834" y="8085"/>
                  </a:cubicBezTo>
                  <a:lnTo>
                    <a:pt x="1846" y="7739"/>
                  </a:lnTo>
                  <a:cubicBezTo>
                    <a:pt x="2537" y="8775"/>
                    <a:pt x="3251" y="9144"/>
                    <a:pt x="3727" y="9275"/>
                  </a:cubicBezTo>
                  <a:cubicBezTo>
                    <a:pt x="3775" y="9299"/>
                    <a:pt x="3799" y="9299"/>
                    <a:pt x="3846" y="9299"/>
                  </a:cubicBezTo>
                  <a:cubicBezTo>
                    <a:pt x="3894" y="9299"/>
                    <a:pt x="3930" y="9299"/>
                    <a:pt x="3966" y="9275"/>
                  </a:cubicBezTo>
                  <a:cubicBezTo>
                    <a:pt x="4442" y="9144"/>
                    <a:pt x="5156" y="8775"/>
                    <a:pt x="5835" y="7739"/>
                  </a:cubicBezTo>
                  <a:lnTo>
                    <a:pt x="6847" y="8085"/>
                  </a:lnTo>
                  <a:cubicBezTo>
                    <a:pt x="6990" y="8132"/>
                    <a:pt x="7085" y="8216"/>
                    <a:pt x="7180" y="8311"/>
                  </a:cubicBezTo>
                  <a:lnTo>
                    <a:pt x="6371" y="9001"/>
                  </a:lnTo>
                  <a:cubicBezTo>
                    <a:pt x="6192" y="9144"/>
                    <a:pt x="6097" y="9370"/>
                    <a:pt x="6097" y="9609"/>
                  </a:cubicBezTo>
                  <a:lnTo>
                    <a:pt x="6097" y="10120"/>
                  </a:lnTo>
                  <a:cubicBezTo>
                    <a:pt x="6097" y="10204"/>
                    <a:pt x="6168" y="10263"/>
                    <a:pt x="6240" y="10263"/>
                  </a:cubicBezTo>
                  <a:cubicBezTo>
                    <a:pt x="6311" y="10263"/>
                    <a:pt x="6394" y="10192"/>
                    <a:pt x="6394" y="10120"/>
                  </a:cubicBezTo>
                  <a:lnTo>
                    <a:pt x="6394" y="9609"/>
                  </a:lnTo>
                  <a:cubicBezTo>
                    <a:pt x="6394" y="9466"/>
                    <a:pt x="6454" y="9323"/>
                    <a:pt x="6573" y="9239"/>
                  </a:cubicBezTo>
                  <a:lnTo>
                    <a:pt x="7323" y="8585"/>
                  </a:lnTo>
                  <a:cubicBezTo>
                    <a:pt x="7359" y="8668"/>
                    <a:pt x="7383" y="8775"/>
                    <a:pt x="7383" y="8870"/>
                  </a:cubicBezTo>
                  <a:lnTo>
                    <a:pt x="7383" y="10120"/>
                  </a:lnTo>
                  <a:cubicBezTo>
                    <a:pt x="7383" y="10204"/>
                    <a:pt x="7466" y="10263"/>
                    <a:pt x="7537" y="10263"/>
                  </a:cubicBezTo>
                  <a:cubicBezTo>
                    <a:pt x="7609" y="10263"/>
                    <a:pt x="7680" y="10192"/>
                    <a:pt x="7680" y="10120"/>
                  </a:cubicBezTo>
                  <a:lnTo>
                    <a:pt x="7680" y="8870"/>
                  </a:lnTo>
                  <a:cubicBezTo>
                    <a:pt x="7692" y="8406"/>
                    <a:pt x="7395" y="7977"/>
                    <a:pt x="6942" y="7823"/>
                  </a:cubicBezTo>
                  <a:lnTo>
                    <a:pt x="5275" y="7239"/>
                  </a:lnTo>
                  <a:cubicBezTo>
                    <a:pt x="5132" y="7203"/>
                    <a:pt x="5025" y="7084"/>
                    <a:pt x="4978" y="6930"/>
                  </a:cubicBezTo>
                  <a:cubicBezTo>
                    <a:pt x="5740" y="6787"/>
                    <a:pt x="6442" y="6513"/>
                    <a:pt x="6799" y="6382"/>
                  </a:cubicBezTo>
                  <a:cubicBezTo>
                    <a:pt x="6918" y="6334"/>
                    <a:pt x="7002" y="6251"/>
                    <a:pt x="7061" y="6132"/>
                  </a:cubicBezTo>
                  <a:cubicBezTo>
                    <a:pt x="7109" y="6013"/>
                    <a:pt x="7109" y="5894"/>
                    <a:pt x="7061" y="5775"/>
                  </a:cubicBezTo>
                  <a:cubicBezTo>
                    <a:pt x="6942" y="5477"/>
                    <a:pt x="6740" y="4846"/>
                    <a:pt x="6740" y="4013"/>
                  </a:cubicBezTo>
                  <a:lnTo>
                    <a:pt x="6740" y="2882"/>
                  </a:lnTo>
                  <a:cubicBezTo>
                    <a:pt x="6740" y="1286"/>
                    <a:pt x="5442" y="0"/>
                    <a:pt x="3846" y="0"/>
                  </a:cubicBezTo>
                  <a:close/>
                </a:path>
              </a:pathLst>
            </a:custGeom>
            <a:solidFill>
              <a:srgbClr val="657E9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7" name="Google Shape;647;p11"/>
            <p:cNvSpPr/>
            <p:nvPr/>
          </p:nvSpPr>
          <p:spPr>
            <a:xfrm>
              <a:off x="7611608" y="2891630"/>
              <a:ext cx="20069" cy="9463"/>
            </a:xfrm>
            <a:custGeom>
              <a:rect b="b" l="l" r="r" t="t"/>
              <a:pathLst>
                <a:path extrusionOk="0" h="298" w="632">
                  <a:moveTo>
                    <a:pt x="155" y="0"/>
                  </a:moveTo>
                  <a:cubicBezTo>
                    <a:pt x="60" y="0"/>
                    <a:pt x="1" y="83"/>
                    <a:pt x="1" y="155"/>
                  </a:cubicBezTo>
                  <a:cubicBezTo>
                    <a:pt x="1" y="226"/>
                    <a:pt x="84" y="298"/>
                    <a:pt x="155" y="298"/>
                  </a:cubicBezTo>
                  <a:lnTo>
                    <a:pt x="477" y="298"/>
                  </a:lnTo>
                  <a:cubicBezTo>
                    <a:pt x="572" y="298"/>
                    <a:pt x="632" y="226"/>
                    <a:pt x="632" y="155"/>
                  </a:cubicBezTo>
                  <a:cubicBezTo>
                    <a:pt x="632" y="83"/>
                    <a:pt x="572" y="0"/>
                    <a:pt x="477" y="0"/>
                  </a:cubicBezTo>
                  <a:close/>
                </a:path>
              </a:pathLst>
            </a:custGeom>
            <a:solidFill>
              <a:srgbClr val="657E9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8" name="Google Shape;648;p11"/>
            <p:cNvSpPr/>
            <p:nvPr/>
          </p:nvSpPr>
          <p:spPr>
            <a:xfrm>
              <a:off x="7673245" y="2891630"/>
              <a:ext cx="19688" cy="9463"/>
            </a:xfrm>
            <a:custGeom>
              <a:rect b="b" l="l" r="r" t="t"/>
              <a:pathLst>
                <a:path extrusionOk="0" h="298" w="620">
                  <a:moveTo>
                    <a:pt x="143" y="0"/>
                  </a:moveTo>
                  <a:cubicBezTo>
                    <a:pt x="60" y="0"/>
                    <a:pt x="0" y="83"/>
                    <a:pt x="0" y="155"/>
                  </a:cubicBezTo>
                  <a:cubicBezTo>
                    <a:pt x="0" y="226"/>
                    <a:pt x="72" y="298"/>
                    <a:pt x="143" y="298"/>
                  </a:cubicBezTo>
                  <a:lnTo>
                    <a:pt x="477" y="298"/>
                  </a:lnTo>
                  <a:cubicBezTo>
                    <a:pt x="560" y="298"/>
                    <a:pt x="620" y="226"/>
                    <a:pt x="620" y="155"/>
                  </a:cubicBezTo>
                  <a:cubicBezTo>
                    <a:pt x="620" y="83"/>
                    <a:pt x="548" y="0"/>
                    <a:pt x="477" y="0"/>
                  </a:cubicBezTo>
                  <a:close/>
                </a:path>
              </a:pathLst>
            </a:custGeom>
            <a:solidFill>
              <a:srgbClr val="657E9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49" name="Google Shape;649;p11"/>
          <p:cNvSpPr/>
          <p:nvPr/>
        </p:nvSpPr>
        <p:spPr>
          <a:xfrm>
            <a:off x="2773525" y="1520550"/>
            <a:ext cx="2958600" cy="21024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Karla"/>
              <a:ea typeface="Karla"/>
              <a:cs typeface="Karla"/>
              <a:sym typeface="Karla"/>
            </a:endParaRPr>
          </a:p>
        </p:txBody>
      </p:sp>
      <p:sp>
        <p:nvSpPr>
          <p:cNvPr id="650" name="Google Shape;650;p11"/>
          <p:cNvSpPr/>
          <p:nvPr/>
        </p:nvSpPr>
        <p:spPr>
          <a:xfrm>
            <a:off x="972625" y="1562578"/>
            <a:ext cx="1472700" cy="19662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Karla"/>
              <a:ea typeface="Karla"/>
              <a:cs typeface="Karla"/>
              <a:sym typeface="Karla"/>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4" name="Shape 654"/>
        <p:cNvGrpSpPr/>
        <p:nvPr/>
      </p:nvGrpSpPr>
      <p:grpSpPr>
        <a:xfrm>
          <a:off x="0" y="0"/>
          <a:ext cx="0" cy="0"/>
          <a:chOff x="0" y="0"/>
          <a:chExt cx="0" cy="0"/>
        </a:xfrm>
      </p:grpSpPr>
      <p:sp>
        <p:nvSpPr>
          <p:cNvPr id="655" name="Google Shape;655;p12"/>
          <p:cNvSpPr txBox="1"/>
          <p:nvPr/>
        </p:nvSpPr>
        <p:spPr>
          <a:xfrm>
            <a:off x="3118625" y="221075"/>
            <a:ext cx="5201400" cy="5232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chemeClr val="dk1"/>
              </a:buClr>
              <a:buSzPts val="1100"/>
              <a:buFont typeface="Arial"/>
              <a:buNone/>
            </a:pPr>
            <a:r>
              <a:rPr b="1" i="0" lang="en" sz="2200" u="none" cap="none" strike="noStrike">
                <a:solidFill>
                  <a:schemeClr val="dk2"/>
                </a:solidFill>
                <a:latin typeface="DM Serif Display"/>
                <a:ea typeface="DM Serif Display"/>
                <a:cs typeface="DM Serif Display"/>
                <a:sym typeface="DM Serif Display"/>
              </a:rPr>
              <a:t>Pipeline 3 - Rule-based risk score points</a:t>
            </a:r>
            <a:endParaRPr b="1" i="0" sz="2700" u="none" cap="none" strike="noStrike">
              <a:solidFill>
                <a:srgbClr val="000000"/>
              </a:solidFill>
              <a:latin typeface="DM Serif Display"/>
              <a:ea typeface="DM Serif Display"/>
              <a:cs typeface="DM Serif Display"/>
              <a:sym typeface="DM Serif Display"/>
            </a:endParaRPr>
          </a:p>
        </p:txBody>
      </p:sp>
      <p:sp>
        <p:nvSpPr>
          <p:cNvPr id="656" name="Google Shape;656;p12"/>
          <p:cNvSpPr txBox="1"/>
          <p:nvPr/>
        </p:nvSpPr>
        <p:spPr>
          <a:xfrm>
            <a:off x="2760050" y="633400"/>
            <a:ext cx="6302400" cy="13914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400"/>
              <a:buFont typeface="Arial"/>
              <a:buNone/>
            </a:pPr>
            <a:r>
              <a:rPr b="0" i="0" lang="en" sz="1400" u="none" cap="none" strike="noStrike">
                <a:solidFill>
                  <a:srgbClr val="404040"/>
                </a:solidFill>
                <a:latin typeface="Arial"/>
                <a:ea typeface="Arial"/>
                <a:cs typeface="Arial"/>
                <a:sym typeface="Arial"/>
              </a:rPr>
              <a:t>1.Converts four fraud signals into a transparent, rule-based </a:t>
            </a:r>
            <a:r>
              <a:rPr b="0" i="0" lang="en" sz="1400" u="none" cap="none" strike="noStrike">
                <a:solidFill>
                  <a:srgbClr val="404040"/>
                </a:solidFill>
                <a:highlight>
                  <a:srgbClr val="CFD9E0"/>
                </a:highlight>
                <a:latin typeface="Arial"/>
                <a:ea typeface="Arial"/>
                <a:cs typeface="Arial"/>
                <a:sym typeface="Arial"/>
              </a:rPr>
              <a:t>points score</a:t>
            </a:r>
            <a:r>
              <a:rPr b="0" i="0" lang="en" sz="1400" u="none" cap="none" strike="noStrike">
                <a:solidFill>
                  <a:srgbClr val="404040"/>
                </a:solidFill>
                <a:latin typeface="Arial"/>
                <a:ea typeface="Arial"/>
                <a:cs typeface="Arial"/>
                <a:sym typeface="Arial"/>
              </a:rPr>
              <a:t>.</a:t>
            </a:r>
            <a:endParaRPr b="0" i="0" sz="1400" u="none" cap="none" strike="noStrike">
              <a:solidFill>
                <a:srgbClr val="404040"/>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400"/>
              <a:buFont typeface="Arial"/>
              <a:buNone/>
            </a:pPr>
            <a:r>
              <a:rPr b="0" i="0" lang="en" sz="1400" u="none" cap="none" strike="noStrike">
                <a:solidFill>
                  <a:srgbClr val="404040"/>
                </a:solidFill>
                <a:latin typeface="Arial"/>
                <a:ea typeface="Arial"/>
                <a:cs typeface="Arial"/>
                <a:sym typeface="Arial"/>
              </a:rPr>
              <a:t>2.Produces clear </a:t>
            </a:r>
            <a:r>
              <a:rPr b="0" i="0" lang="en" sz="1400" u="none" cap="none" strike="noStrike">
                <a:solidFill>
                  <a:srgbClr val="404040"/>
                </a:solidFill>
                <a:highlight>
                  <a:srgbClr val="CFD9E0"/>
                </a:highlight>
                <a:latin typeface="Arial"/>
                <a:ea typeface="Arial"/>
                <a:cs typeface="Arial"/>
                <a:sym typeface="Arial"/>
              </a:rPr>
              <a:t>Low, Medium and High risk tiers</a:t>
            </a:r>
            <a:r>
              <a:rPr b="0" i="0" lang="en" sz="1400" u="none" cap="none" strike="noStrike">
                <a:solidFill>
                  <a:srgbClr val="404040"/>
                </a:solidFill>
                <a:latin typeface="Arial"/>
                <a:ea typeface="Arial"/>
                <a:cs typeface="Arial"/>
                <a:sym typeface="Arial"/>
              </a:rPr>
              <a:t> for operational review.</a:t>
            </a:r>
            <a:endParaRPr b="0" i="0" sz="1400" u="none" cap="none" strike="noStrike">
              <a:solidFill>
                <a:srgbClr val="404040"/>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100"/>
              <a:buFont typeface="Arial"/>
              <a:buNone/>
            </a:pPr>
            <a:r>
              <a:rPr b="0" i="0" lang="en" sz="1400" u="none" cap="none" strike="noStrike">
                <a:solidFill>
                  <a:srgbClr val="404040"/>
                </a:solidFill>
                <a:latin typeface="Arial"/>
                <a:ea typeface="Arial"/>
                <a:cs typeface="Arial"/>
                <a:sym typeface="Arial"/>
              </a:rPr>
              <a:t>3.Unlike machine-learning models, every score can be directly explained and audited.</a:t>
            </a:r>
            <a:endParaRPr b="0" i="0" sz="16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rgbClr val="404040"/>
              </a:solidFill>
              <a:latin typeface="Arial"/>
              <a:ea typeface="Arial"/>
              <a:cs typeface="Arial"/>
              <a:sym typeface="Arial"/>
            </a:endParaRPr>
          </a:p>
        </p:txBody>
      </p:sp>
      <p:sp>
        <p:nvSpPr>
          <p:cNvPr id="657" name="Google Shape;657;p12"/>
          <p:cNvSpPr/>
          <p:nvPr/>
        </p:nvSpPr>
        <p:spPr>
          <a:xfrm>
            <a:off x="463850" y="287500"/>
            <a:ext cx="2208600" cy="2083200"/>
          </a:xfrm>
          <a:prstGeom prst="flowChartConnector">
            <a:avLst/>
          </a:prstGeom>
          <a:solidFill>
            <a:srgbClr val="E3E9ED"/>
          </a:solidFill>
          <a:ln cap="flat" cmpd="sng" w="9525">
            <a:solidFill>
              <a:srgbClr val="EEF0F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Karla"/>
              <a:ea typeface="Karla"/>
              <a:cs typeface="Karla"/>
              <a:sym typeface="Karla"/>
            </a:endParaRPr>
          </a:p>
        </p:txBody>
      </p:sp>
      <p:sp>
        <p:nvSpPr>
          <p:cNvPr id="658" name="Google Shape;658;p12"/>
          <p:cNvSpPr/>
          <p:nvPr/>
        </p:nvSpPr>
        <p:spPr>
          <a:xfrm>
            <a:off x="570650" y="2499775"/>
            <a:ext cx="1995000" cy="1686300"/>
          </a:xfrm>
          <a:prstGeom prst="roundRect">
            <a:avLst>
              <a:gd fmla="val 16667" name="adj"/>
            </a:avLst>
          </a:prstGeom>
          <a:noFill/>
          <a:ln cap="flat" cmpd="sng" w="9525">
            <a:solidFill>
              <a:srgbClr val="C2C2C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Karla"/>
              <a:ea typeface="Karla"/>
              <a:cs typeface="Karla"/>
              <a:sym typeface="Karla"/>
            </a:endParaRPr>
          </a:p>
        </p:txBody>
      </p:sp>
      <p:sp>
        <p:nvSpPr>
          <p:cNvPr id="659" name="Google Shape;659;p12"/>
          <p:cNvSpPr/>
          <p:nvPr/>
        </p:nvSpPr>
        <p:spPr>
          <a:xfrm>
            <a:off x="2769650" y="3174025"/>
            <a:ext cx="1995000" cy="1686300"/>
          </a:xfrm>
          <a:prstGeom prst="roundRect">
            <a:avLst>
              <a:gd fmla="val 16667" name="adj"/>
            </a:avLst>
          </a:prstGeom>
          <a:solidFill>
            <a:srgbClr val="A5B7C5"/>
          </a:solidFill>
          <a:ln cap="flat" cmpd="sng" w="9525">
            <a:solidFill>
              <a:srgbClr val="7994A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Karla"/>
              <a:ea typeface="Karla"/>
              <a:cs typeface="Karla"/>
              <a:sym typeface="Karla"/>
            </a:endParaRPr>
          </a:p>
        </p:txBody>
      </p:sp>
      <p:sp>
        <p:nvSpPr>
          <p:cNvPr id="660" name="Google Shape;660;p12"/>
          <p:cNvSpPr/>
          <p:nvPr/>
        </p:nvSpPr>
        <p:spPr>
          <a:xfrm>
            <a:off x="4839925" y="1728600"/>
            <a:ext cx="1995000" cy="2083200"/>
          </a:xfrm>
          <a:prstGeom prst="roundRect">
            <a:avLst>
              <a:gd fmla="val 16667" name="adj"/>
            </a:avLst>
          </a:prstGeom>
          <a:noFill/>
          <a:ln cap="flat" cmpd="sng" w="9525">
            <a:solidFill>
              <a:srgbClr val="7994A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Karla"/>
              <a:ea typeface="Karla"/>
              <a:cs typeface="Karla"/>
              <a:sym typeface="Karla"/>
            </a:endParaRPr>
          </a:p>
        </p:txBody>
      </p:sp>
      <p:sp>
        <p:nvSpPr>
          <p:cNvPr id="661" name="Google Shape;661;p12"/>
          <p:cNvSpPr/>
          <p:nvPr/>
        </p:nvSpPr>
        <p:spPr>
          <a:xfrm>
            <a:off x="6957425" y="2382725"/>
            <a:ext cx="1995000" cy="2692500"/>
          </a:xfrm>
          <a:prstGeom prst="roundRect">
            <a:avLst>
              <a:gd fmla="val 16667" name="adj"/>
            </a:avLst>
          </a:prstGeom>
          <a:solidFill>
            <a:srgbClr val="9FA0A4"/>
          </a:solidFill>
          <a:ln cap="flat" cmpd="sng" w="9525">
            <a:solidFill>
              <a:srgbClr val="9FA0A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Karla"/>
              <a:ea typeface="Karla"/>
              <a:cs typeface="Karla"/>
              <a:sym typeface="Karla"/>
            </a:endParaRPr>
          </a:p>
        </p:txBody>
      </p:sp>
      <p:sp>
        <p:nvSpPr>
          <p:cNvPr id="662" name="Google Shape;662;p12"/>
          <p:cNvSpPr/>
          <p:nvPr/>
        </p:nvSpPr>
        <p:spPr>
          <a:xfrm flipH="1" rot="-7632194">
            <a:off x="377546" y="1781389"/>
            <a:ext cx="433147" cy="605109"/>
          </a:xfrm>
          <a:prstGeom prst="bentArrow">
            <a:avLst>
              <a:gd fmla="val 25000" name="adj1"/>
              <a:gd fmla="val 25000" name="adj2"/>
              <a:gd fmla="val 25000" name="adj3"/>
              <a:gd fmla="val 43750" name="adj4"/>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Karla"/>
              <a:ea typeface="Karla"/>
              <a:cs typeface="Karla"/>
              <a:sym typeface="Karla"/>
            </a:endParaRPr>
          </a:p>
        </p:txBody>
      </p:sp>
      <p:sp>
        <p:nvSpPr>
          <p:cNvPr id="663" name="Google Shape;663;p12"/>
          <p:cNvSpPr/>
          <p:nvPr/>
        </p:nvSpPr>
        <p:spPr>
          <a:xfrm flipH="1" rot="5791459">
            <a:off x="4939980" y="3782727"/>
            <a:ext cx="433004" cy="605112"/>
          </a:xfrm>
          <a:prstGeom prst="bentArrow">
            <a:avLst>
              <a:gd fmla="val 25000" name="adj1"/>
              <a:gd fmla="val 25000" name="adj2"/>
              <a:gd fmla="val 25000" name="adj3"/>
              <a:gd fmla="val 43750" name="adj4"/>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Karla"/>
              <a:ea typeface="Karla"/>
              <a:cs typeface="Karla"/>
              <a:sym typeface="Karla"/>
            </a:endParaRPr>
          </a:p>
        </p:txBody>
      </p:sp>
      <p:sp>
        <p:nvSpPr>
          <p:cNvPr id="664" name="Google Shape;664;p12"/>
          <p:cNvSpPr/>
          <p:nvPr/>
        </p:nvSpPr>
        <p:spPr>
          <a:xfrm rot="6585155">
            <a:off x="7098741" y="1645090"/>
            <a:ext cx="433188" cy="604942"/>
          </a:xfrm>
          <a:prstGeom prst="bentArrow">
            <a:avLst>
              <a:gd fmla="val 25000" name="adj1"/>
              <a:gd fmla="val 25000" name="adj2"/>
              <a:gd fmla="val 25000" name="adj3"/>
              <a:gd fmla="val 43750" name="adj4"/>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Karla"/>
              <a:ea typeface="Karla"/>
              <a:cs typeface="Karla"/>
              <a:sym typeface="Karla"/>
            </a:endParaRPr>
          </a:p>
        </p:txBody>
      </p:sp>
      <p:sp>
        <p:nvSpPr>
          <p:cNvPr id="665" name="Google Shape;665;p12"/>
          <p:cNvSpPr/>
          <p:nvPr/>
        </p:nvSpPr>
        <p:spPr>
          <a:xfrm rot="4934412">
            <a:off x="2791340" y="2616110"/>
            <a:ext cx="433268" cy="604929"/>
          </a:xfrm>
          <a:prstGeom prst="bentArrow">
            <a:avLst>
              <a:gd fmla="val 25000" name="adj1"/>
              <a:gd fmla="val 25000" name="adj2"/>
              <a:gd fmla="val 25000" name="adj3"/>
              <a:gd fmla="val 43750" name="adj4"/>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Karla"/>
              <a:ea typeface="Karla"/>
              <a:cs typeface="Karla"/>
              <a:sym typeface="Karla"/>
            </a:endParaRPr>
          </a:p>
        </p:txBody>
      </p:sp>
      <p:sp>
        <p:nvSpPr>
          <p:cNvPr id="666" name="Google Shape;666;p12"/>
          <p:cNvSpPr txBox="1"/>
          <p:nvPr/>
        </p:nvSpPr>
        <p:spPr>
          <a:xfrm>
            <a:off x="840950" y="510550"/>
            <a:ext cx="1454400" cy="477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Karla"/>
                <a:ea typeface="Karla"/>
                <a:cs typeface="Karla"/>
                <a:sym typeface="Karla"/>
              </a:rPr>
              <a:t>4 Risk Points</a:t>
            </a:r>
            <a:endParaRPr b="0" i="0" sz="1600" u="none" cap="none" strike="noStrike">
              <a:solidFill>
                <a:schemeClr val="dk1"/>
              </a:solidFill>
              <a:latin typeface="Karla"/>
              <a:ea typeface="Karla"/>
              <a:cs typeface="Karla"/>
              <a:sym typeface="Karla"/>
            </a:endParaRPr>
          </a:p>
        </p:txBody>
      </p:sp>
      <p:sp>
        <p:nvSpPr>
          <p:cNvPr id="667" name="Google Shape;667;p12"/>
          <p:cNvSpPr txBox="1"/>
          <p:nvPr/>
        </p:nvSpPr>
        <p:spPr>
          <a:xfrm>
            <a:off x="685075" y="987550"/>
            <a:ext cx="1854600" cy="940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0" i="0" lang="en" sz="1600" u="none" cap="none" strike="noStrike">
                <a:solidFill>
                  <a:schemeClr val="dk1"/>
                </a:solidFill>
                <a:latin typeface="Karla"/>
                <a:ea typeface="Karla"/>
                <a:cs typeface="Karla"/>
                <a:sym typeface="Karla"/>
              </a:rPr>
              <a:t>Amount</a:t>
            </a:r>
            <a:endParaRPr b="0" i="0" sz="1600" u="none" cap="none" strike="noStrike">
              <a:solidFill>
                <a:schemeClr val="dk1"/>
              </a:solidFill>
              <a:latin typeface="Karla"/>
              <a:ea typeface="Karla"/>
              <a:cs typeface="Karla"/>
              <a:sym typeface="Karla"/>
            </a:endParaRPr>
          </a:p>
          <a:p>
            <a:pPr indent="0" lvl="0" marL="0" marR="0" rtl="0" algn="l">
              <a:lnSpc>
                <a:spcPct val="100000"/>
              </a:lnSpc>
              <a:spcBef>
                <a:spcPts val="0"/>
              </a:spcBef>
              <a:spcAft>
                <a:spcPts val="0"/>
              </a:spcAft>
              <a:buClr>
                <a:schemeClr val="dk1"/>
              </a:buClr>
              <a:buSzPts val="1100"/>
              <a:buFont typeface="Arial"/>
              <a:buNone/>
            </a:pPr>
            <a:r>
              <a:rPr b="0" i="0" lang="en" sz="1600" u="none" cap="none" strike="noStrike">
                <a:solidFill>
                  <a:schemeClr val="dk1"/>
                </a:solidFill>
                <a:latin typeface="Karla"/>
                <a:ea typeface="Karla"/>
                <a:cs typeface="Karla"/>
                <a:sym typeface="Karla"/>
              </a:rPr>
              <a:t>Card category</a:t>
            </a:r>
            <a:endParaRPr b="0" i="0" sz="1600" u="none" cap="none" strike="noStrike">
              <a:solidFill>
                <a:schemeClr val="dk1"/>
              </a:solidFill>
              <a:latin typeface="Karla"/>
              <a:ea typeface="Karla"/>
              <a:cs typeface="Karla"/>
              <a:sym typeface="Karla"/>
            </a:endParaRPr>
          </a:p>
          <a:p>
            <a:pPr indent="0" lvl="0" marL="0" marR="0" rtl="0" algn="l">
              <a:lnSpc>
                <a:spcPct val="100000"/>
              </a:lnSpc>
              <a:spcBef>
                <a:spcPts val="0"/>
              </a:spcBef>
              <a:spcAft>
                <a:spcPts val="0"/>
              </a:spcAft>
              <a:buClr>
                <a:schemeClr val="dk1"/>
              </a:buClr>
              <a:buSzPts val="1100"/>
              <a:buFont typeface="Arial"/>
              <a:buNone/>
            </a:pPr>
            <a:r>
              <a:rPr b="0" i="0" lang="en" sz="1600" u="none" cap="none" strike="noStrike">
                <a:solidFill>
                  <a:schemeClr val="dk1"/>
                </a:solidFill>
                <a:latin typeface="Karla"/>
                <a:ea typeface="Karla"/>
                <a:cs typeface="Karla"/>
                <a:sym typeface="Karla"/>
              </a:rPr>
              <a:t>Evidence</a:t>
            </a:r>
            <a:endParaRPr b="0" i="0" sz="1600" u="none" cap="none" strike="noStrike">
              <a:solidFill>
                <a:schemeClr val="dk1"/>
              </a:solidFill>
              <a:latin typeface="Karla"/>
              <a:ea typeface="Karla"/>
              <a:cs typeface="Karla"/>
              <a:sym typeface="Karla"/>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chemeClr val="dk1"/>
                </a:solidFill>
                <a:latin typeface="Karla"/>
                <a:ea typeface="Karla"/>
                <a:cs typeface="Karla"/>
                <a:sym typeface="Karla"/>
              </a:rPr>
              <a:t>M-pattern </a:t>
            </a:r>
            <a:endParaRPr b="0" i="0" sz="1600" u="none" cap="none" strike="noStrike">
              <a:solidFill>
                <a:schemeClr val="dk1"/>
              </a:solidFill>
              <a:latin typeface="Karla"/>
              <a:ea typeface="Karla"/>
              <a:cs typeface="Karla"/>
              <a:sym typeface="Karla"/>
            </a:endParaRPr>
          </a:p>
        </p:txBody>
      </p:sp>
      <p:sp>
        <p:nvSpPr>
          <p:cNvPr id="668" name="Google Shape;668;p12"/>
          <p:cNvSpPr txBox="1"/>
          <p:nvPr/>
        </p:nvSpPr>
        <p:spPr>
          <a:xfrm>
            <a:off x="929275" y="2582600"/>
            <a:ext cx="1366200" cy="383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Karla"/>
                <a:ea typeface="Karla"/>
                <a:cs typeface="Karla"/>
                <a:sym typeface="Karla"/>
              </a:rPr>
              <a:t>Point Rules</a:t>
            </a:r>
            <a:r>
              <a:rPr b="0" i="0" lang="en" sz="1600" u="none" cap="none" strike="noStrike">
                <a:solidFill>
                  <a:schemeClr val="dk1"/>
                </a:solidFill>
                <a:latin typeface="Karla"/>
                <a:ea typeface="Karla"/>
                <a:cs typeface="Karla"/>
                <a:sym typeface="Karla"/>
              </a:rPr>
              <a:t> </a:t>
            </a:r>
            <a:endParaRPr b="0" i="0" sz="1600" u="none" cap="none" strike="noStrike">
              <a:solidFill>
                <a:schemeClr val="dk1"/>
              </a:solidFill>
              <a:latin typeface="Karla"/>
              <a:ea typeface="Karla"/>
              <a:cs typeface="Karla"/>
              <a:sym typeface="Karla"/>
            </a:endParaRPr>
          </a:p>
        </p:txBody>
      </p:sp>
      <p:sp>
        <p:nvSpPr>
          <p:cNvPr id="669" name="Google Shape;669;p12"/>
          <p:cNvSpPr txBox="1"/>
          <p:nvPr/>
        </p:nvSpPr>
        <p:spPr>
          <a:xfrm>
            <a:off x="579325" y="2950475"/>
            <a:ext cx="1995000" cy="940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chemeClr val="dk1"/>
                </a:solidFill>
                <a:latin typeface="Karla"/>
                <a:ea typeface="Karla"/>
                <a:cs typeface="Karla"/>
                <a:sym typeface="Karla"/>
              </a:rPr>
              <a:t>Convert each fraud signal into 0/1/2 points using Rule Engine. </a:t>
            </a:r>
            <a:endParaRPr b="0" i="0" sz="1600" u="none" cap="none" strike="noStrike">
              <a:solidFill>
                <a:schemeClr val="dk1"/>
              </a:solidFill>
              <a:latin typeface="Karla"/>
              <a:ea typeface="Karla"/>
              <a:cs typeface="Karla"/>
              <a:sym typeface="Karla"/>
            </a:endParaRPr>
          </a:p>
        </p:txBody>
      </p:sp>
      <p:sp>
        <p:nvSpPr>
          <p:cNvPr id="670" name="Google Shape;670;p12"/>
          <p:cNvSpPr txBox="1"/>
          <p:nvPr/>
        </p:nvSpPr>
        <p:spPr>
          <a:xfrm>
            <a:off x="2779825" y="3236425"/>
            <a:ext cx="1854600" cy="383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Karla"/>
                <a:ea typeface="Karla"/>
                <a:cs typeface="Karla"/>
                <a:sym typeface="Karla"/>
              </a:rPr>
              <a:t>Total Risk Score </a:t>
            </a:r>
            <a:endParaRPr b="1" i="0" sz="1600" u="none" cap="none" strike="noStrike">
              <a:solidFill>
                <a:schemeClr val="dk1"/>
              </a:solidFill>
              <a:latin typeface="Karla"/>
              <a:ea typeface="Karla"/>
              <a:cs typeface="Karla"/>
              <a:sym typeface="Karla"/>
            </a:endParaRPr>
          </a:p>
        </p:txBody>
      </p:sp>
      <p:sp>
        <p:nvSpPr>
          <p:cNvPr id="671" name="Google Shape;671;p12"/>
          <p:cNvSpPr txBox="1"/>
          <p:nvPr/>
        </p:nvSpPr>
        <p:spPr>
          <a:xfrm>
            <a:off x="2862938" y="3682225"/>
            <a:ext cx="1679700" cy="940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chemeClr val="dk1"/>
                </a:solidFill>
                <a:latin typeface="Karla"/>
                <a:ea typeface="Karla"/>
                <a:cs typeface="Karla"/>
                <a:sym typeface="Karla"/>
              </a:rPr>
              <a:t>Add the four points to create one transparent risk score. </a:t>
            </a:r>
            <a:endParaRPr b="0" i="0" sz="1600" u="none" cap="none" strike="noStrike">
              <a:solidFill>
                <a:schemeClr val="dk1"/>
              </a:solidFill>
              <a:latin typeface="Karla"/>
              <a:ea typeface="Karla"/>
              <a:cs typeface="Karla"/>
              <a:sym typeface="Karla"/>
            </a:endParaRPr>
          </a:p>
        </p:txBody>
      </p:sp>
      <p:sp>
        <p:nvSpPr>
          <p:cNvPr id="672" name="Google Shape;672;p12"/>
          <p:cNvSpPr txBox="1"/>
          <p:nvPr/>
        </p:nvSpPr>
        <p:spPr>
          <a:xfrm>
            <a:off x="4806950" y="1870150"/>
            <a:ext cx="2208600" cy="383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Karla"/>
                <a:ea typeface="Karla"/>
                <a:cs typeface="Karla"/>
                <a:sym typeface="Karla"/>
              </a:rPr>
              <a:t>Combo Refinement</a:t>
            </a:r>
            <a:r>
              <a:rPr b="0" i="0" lang="en" sz="1600" u="none" cap="none" strike="noStrike">
                <a:solidFill>
                  <a:schemeClr val="dk1"/>
                </a:solidFill>
                <a:latin typeface="Karla"/>
                <a:ea typeface="Karla"/>
                <a:cs typeface="Karla"/>
                <a:sym typeface="Karla"/>
              </a:rPr>
              <a:t> </a:t>
            </a:r>
            <a:endParaRPr b="0" i="0" sz="1600" u="none" cap="none" strike="noStrike">
              <a:solidFill>
                <a:schemeClr val="dk1"/>
              </a:solidFill>
              <a:latin typeface="Karla"/>
              <a:ea typeface="Karla"/>
              <a:cs typeface="Karla"/>
              <a:sym typeface="Karla"/>
            </a:endParaRPr>
          </a:p>
        </p:txBody>
      </p:sp>
      <p:sp>
        <p:nvSpPr>
          <p:cNvPr id="673" name="Google Shape;673;p12"/>
          <p:cNvSpPr txBox="1"/>
          <p:nvPr/>
        </p:nvSpPr>
        <p:spPr>
          <a:xfrm>
            <a:off x="4863538" y="2253550"/>
            <a:ext cx="1995000" cy="940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chemeClr val="dk1"/>
                </a:solidFill>
                <a:latin typeface="Karla"/>
                <a:ea typeface="Karla"/>
                <a:cs typeface="Karla"/>
                <a:sym typeface="Karla"/>
              </a:rPr>
              <a:t>Use score-combination patterns that historically showed unusually high fraud risk. </a:t>
            </a:r>
            <a:endParaRPr b="0" i="0" sz="1600" u="none" cap="none" strike="noStrike">
              <a:solidFill>
                <a:schemeClr val="dk1"/>
              </a:solidFill>
              <a:latin typeface="Karla"/>
              <a:ea typeface="Karla"/>
              <a:cs typeface="Karla"/>
              <a:sym typeface="Karla"/>
            </a:endParaRPr>
          </a:p>
        </p:txBody>
      </p:sp>
      <p:sp>
        <p:nvSpPr>
          <p:cNvPr id="674" name="Google Shape;674;p12"/>
          <p:cNvSpPr txBox="1"/>
          <p:nvPr/>
        </p:nvSpPr>
        <p:spPr>
          <a:xfrm>
            <a:off x="7015925" y="2253538"/>
            <a:ext cx="1679700" cy="290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chemeClr val="dk1"/>
                </a:solidFill>
                <a:latin typeface="Karla"/>
                <a:ea typeface="Karla"/>
                <a:cs typeface="Karla"/>
                <a:sym typeface="Karla"/>
              </a:rPr>
              <a:t>Final Review Decision </a:t>
            </a:r>
            <a:endParaRPr b="0" i="0" sz="1600" u="none" cap="none" strike="noStrike">
              <a:solidFill>
                <a:schemeClr val="dk1"/>
              </a:solidFill>
              <a:latin typeface="Karla"/>
              <a:ea typeface="Karla"/>
              <a:cs typeface="Karla"/>
              <a:sym typeface="Karla"/>
            </a:endParaRPr>
          </a:p>
        </p:txBody>
      </p:sp>
      <p:sp>
        <p:nvSpPr>
          <p:cNvPr id="675" name="Google Shape;675;p12"/>
          <p:cNvSpPr txBox="1"/>
          <p:nvPr/>
        </p:nvSpPr>
        <p:spPr>
          <a:xfrm>
            <a:off x="7040425" y="2845825"/>
            <a:ext cx="1995000" cy="836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Karla"/>
                <a:ea typeface="Karla"/>
                <a:cs typeface="Karla"/>
                <a:sym typeface="Karla"/>
              </a:rPr>
              <a:t>Flag：</a:t>
            </a:r>
            <a:endParaRPr b="0" i="0" sz="1400" u="none" cap="none" strike="noStrike">
              <a:solidFill>
                <a:schemeClr val="dk1"/>
              </a:solidFill>
              <a:latin typeface="Karla"/>
              <a:ea typeface="Karla"/>
              <a:cs typeface="Karla"/>
              <a:sym typeface="Karla"/>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Karla"/>
                <a:ea typeface="Karla"/>
                <a:cs typeface="Karla"/>
                <a:sym typeface="Karla"/>
              </a:rPr>
              <a:t>Score ≥ 3.0: Directly marked as requiring review. 2≤ Score &lt; 3.0:Only reviewed when combo_review_flag = 1. Other cases:Not marked by this pipeline.</a:t>
            </a:r>
            <a:endParaRPr b="0" i="0" sz="1400" u="none" cap="none" strike="noStrike">
              <a:solidFill>
                <a:schemeClr val="dk1"/>
              </a:solidFill>
              <a:latin typeface="Karla"/>
              <a:ea typeface="Karla"/>
              <a:cs typeface="Karla"/>
              <a:sym typeface="Karla"/>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Karla"/>
              <a:ea typeface="Karla"/>
              <a:cs typeface="Karla"/>
              <a:sym typeface="Karla"/>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9" name="Shape 679"/>
        <p:cNvGrpSpPr/>
        <p:nvPr/>
      </p:nvGrpSpPr>
      <p:grpSpPr>
        <a:xfrm>
          <a:off x="0" y="0"/>
          <a:ext cx="0" cy="0"/>
          <a:chOff x="0" y="0"/>
          <a:chExt cx="0" cy="0"/>
        </a:xfrm>
      </p:grpSpPr>
      <p:sp>
        <p:nvSpPr>
          <p:cNvPr id="680" name="Google Shape;680;p13"/>
          <p:cNvSpPr/>
          <p:nvPr/>
        </p:nvSpPr>
        <p:spPr>
          <a:xfrm>
            <a:off x="2455325" y="2209800"/>
            <a:ext cx="6375300" cy="2692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Karla"/>
              <a:ea typeface="Karla"/>
              <a:cs typeface="Karla"/>
              <a:sym typeface="Karla"/>
            </a:endParaRPr>
          </a:p>
        </p:txBody>
      </p:sp>
      <p:sp>
        <p:nvSpPr>
          <p:cNvPr id="681" name="Google Shape;681;p13"/>
          <p:cNvSpPr/>
          <p:nvPr/>
        </p:nvSpPr>
        <p:spPr>
          <a:xfrm>
            <a:off x="499525" y="1574800"/>
            <a:ext cx="5130900" cy="996900"/>
          </a:xfrm>
          <a:prstGeom prst="roundRect">
            <a:avLst>
              <a:gd fmla="val 16667" name="adj"/>
            </a:avLst>
          </a:prstGeom>
          <a:solidFill>
            <a:srgbClr val="D7DFE5">
              <a:alpha val="65882"/>
            </a:srgbClr>
          </a:solidFill>
          <a:ln cap="flat" cmpd="sng" w="9525">
            <a:solidFill>
              <a:srgbClr val="D7DF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Karla"/>
              <a:ea typeface="Karla"/>
              <a:cs typeface="Karla"/>
              <a:sym typeface="Karla"/>
            </a:endParaRPr>
          </a:p>
        </p:txBody>
      </p:sp>
      <p:sp>
        <p:nvSpPr>
          <p:cNvPr id="682" name="Google Shape;682;p13"/>
          <p:cNvSpPr txBox="1"/>
          <p:nvPr>
            <p:ph idx="1" type="subTitle"/>
          </p:nvPr>
        </p:nvSpPr>
        <p:spPr>
          <a:xfrm>
            <a:off x="499525" y="1574800"/>
            <a:ext cx="5232300" cy="888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1200"/>
              </a:spcAft>
              <a:buSzPts val="1600"/>
              <a:buNone/>
            </a:pPr>
            <a:r>
              <a:rPr lang="en"/>
              <a:t>Converts key fraud signals into a clear, auditable scoring system for issuer review. </a:t>
            </a:r>
            <a:endParaRPr/>
          </a:p>
        </p:txBody>
      </p:sp>
      <p:sp>
        <p:nvSpPr>
          <p:cNvPr id="683" name="Google Shape;683;p13"/>
          <p:cNvSpPr txBox="1"/>
          <p:nvPr>
            <p:ph type="title"/>
          </p:nvPr>
        </p:nvSpPr>
        <p:spPr>
          <a:xfrm>
            <a:off x="333350" y="895100"/>
            <a:ext cx="3647100" cy="5865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n"/>
              <a:t>Pipeline Contribution </a:t>
            </a:r>
            <a:endParaRPr/>
          </a:p>
        </p:txBody>
      </p:sp>
      <p:sp>
        <p:nvSpPr>
          <p:cNvPr id="684" name="Google Shape;684;p13"/>
          <p:cNvSpPr txBox="1"/>
          <p:nvPr>
            <p:ph idx="2" type="subTitle"/>
          </p:nvPr>
        </p:nvSpPr>
        <p:spPr>
          <a:xfrm>
            <a:off x="2769600" y="2322550"/>
            <a:ext cx="1802400" cy="371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1200"/>
              </a:spcAft>
              <a:buSzPts val="1600"/>
              <a:buNone/>
            </a:pPr>
            <a:r>
              <a:rPr b="1" i="1" lang="en" sz="2000">
                <a:solidFill>
                  <a:srgbClr val="325D79"/>
                </a:solidFill>
              </a:rPr>
              <a:t>Risk tiering</a:t>
            </a:r>
            <a:r>
              <a:rPr b="1" i="1" lang="en" sz="1900">
                <a:solidFill>
                  <a:srgbClr val="325D79"/>
                </a:solidFill>
              </a:rPr>
              <a:t> </a:t>
            </a:r>
            <a:endParaRPr b="1" i="1" sz="1900">
              <a:solidFill>
                <a:srgbClr val="325D79"/>
              </a:solidFill>
            </a:endParaRPr>
          </a:p>
        </p:txBody>
      </p:sp>
      <p:sp>
        <p:nvSpPr>
          <p:cNvPr id="685" name="Google Shape;685;p13"/>
          <p:cNvSpPr txBox="1"/>
          <p:nvPr/>
        </p:nvSpPr>
        <p:spPr>
          <a:xfrm>
            <a:off x="956725" y="513175"/>
            <a:ext cx="2857500" cy="4770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1900"/>
              <a:buFont typeface="Arial"/>
              <a:buNone/>
            </a:pPr>
            <a:r>
              <a:rPr b="0" i="0" lang="en" sz="1900" u="none" cap="none" strike="noStrike">
                <a:solidFill>
                  <a:schemeClr val="dk2"/>
                </a:solidFill>
                <a:latin typeface="DM Serif Display"/>
                <a:ea typeface="DM Serif Display"/>
                <a:cs typeface="DM Serif Display"/>
                <a:sym typeface="DM Serif Display"/>
              </a:rPr>
              <a:t>Rule-based points score</a:t>
            </a:r>
            <a:endParaRPr b="0" i="0" sz="2400" u="none" cap="none" strike="noStrike">
              <a:solidFill>
                <a:srgbClr val="000000"/>
              </a:solidFill>
              <a:latin typeface="DM Serif Display"/>
              <a:ea typeface="DM Serif Display"/>
              <a:cs typeface="DM Serif Display"/>
              <a:sym typeface="DM Serif Display"/>
            </a:endParaRPr>
          </a:p>
        </p:txBody>
      </p:sp>
      <p:graphicFrame>
        <p:nvGraphicFramePr>
          <p:cNvPr id="686" name="Google Shape;686;p13"/>
          <p:cNvGraphicFramePr/>
          <p:nvPr/>
        </p:nvGraphicFramePr>
        <p:xfrm>
          <a:off x="3086100" y="2833625"/>
          <a:ext cx="3000000" cy="3000000"/>
        </p:xfrm>
        <a:graphic>
          <a:graphicData uri="http://schemas.openxmlformats.org/drawingml/2006/table">
            <a:tbl>
              <a:tblPr>
                <a:noFill/>
                <a:tableStyleId>{E8B482C4-377D-4415-85AB-681A877218AA}</a:tableStyleId>
              </a:tblPr>
              <a:tblGrid>
                <a:gridCol w="2501900"/>
                <a:gridCol w="2501900"/>
              </a:tblGrid>
              <a:tr h="468125">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Karla"/>
                          <a:ea typeface="Karla"/>
                          <a:cs typeface="Karla"/>
                          <a:sym typeface="Karla"/>
                        </a:rPr>
                        <a:t>level</a:t>
                      </a:r>
                      <a:endParaRPr sz="1400" u="none" cap="none" strike="noStrike">
                        <a:latin typeface="Karla"/>
                        <a:ea typeface="Karla"/>
                        <a:cs typeface="Karla"/>
                        <a:sym typeface="Karla"/>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Karla"/>
                          <a:ea typeface="Karla"/>
                          <a:cs typeface="Karla"/>
                          <a:sym typeface="Karla"/>
                        </a:rPr>
                        <a:t>Fraud rate </a:t>
                      </a:r>
                      <a:endParaRPr sz="1400" u="none" cap="none" strike="noStrike">
                        <a:latin typeface="Karla"/>
                        <a:ea typeface="Karla"/>
                        <a:cs typeface="Karla"/>
                        <a:sym typeface="Karla"/>
                      </a:endParaRPr>
                    </a:p>
                  </a:txBody>
                  <a:tcPr marT="91425" marB="91425" marR="91425" marL="91425"/>
                </a:tc>
              </a:tr>
              <a:tr h="450175">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Karla"/>
                          <a:ea typeface="Karla"/>
                          <a:cs typeface="Karla"/>
                          <a:sym typeface="Karla"/>
                        </a:rPr>
                        <a:t>High</a:t>
                      </a:r>
                      <a:endParaRPr sz="1400" u="none" cap="none" strike="noStrike">
                        <a:latin typeface="Karla"/>
                        <a:ea typeface="Karla"/>
                        <a:cs typeface="Karla"/>
                        <a:sym typeface="Karla"/>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Karla"/>
                          <a:ea typeface="Karla"/>
                          <a:cs typeface="Karla"/>
                          <a:sym typeface="Karla"/>
                        </a:rPr>
                        <a:t>12.1%</a:t>
                      </a:r>
                      <a:endParaRPr sz="1400" u="none" cap="none" strike="noStrike">
                        <a:latin typeface="Karla"/>
                        <a:ea typeface="Karla"/>
                        <a:cs typeface="Karla"/>
                        <a:sym typeface="Karla"/>
                      </a:endParaRPr>
                    </a:p>
                  </a:txBody>
                  <a:tcPr marT="91425" marB="91425" marR="91425" marL="91425"/>
                </a:tc>
              </a:tr>
              <a:tr h="450175">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Karla"/>
                          <a:ea typeface="Karla"/>
                          <a:cs typeface="Karla"/>
                          <a:sym typeface="Karla"/>
                        </a:rPr>
                        <a:t>Medium</a:t>
                      </a:r>
                      <a:endParaRPr sz="1400" u="none" cap="none" strike="noStrike">
                        <a:latin typeface="Karla"/>
                        <a:ea typeface="Karla"/>
                        <a:cs typeface="Karla"/>
                        <a:sym typeface="Karla"/>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Karla"/>
                          <a:ea typeface="Karla"/>
                          <a:cs typeface="Karla"/>
                          <a:sym typeface="Karla"/>
                        </a:rPr>
                        <a:t>3.7%</a:t>
                      </a:r>
                      <a:endParaRPr sz="1400" u="none" cap="none" strike="noStrike">
                        <a:latin typeface="Karla"/>
                        <a:ea typeface="Karla"/>
                        <a:cs typeface="Karla"/>
                        <a:sym typeface="Karla"/>
                      </a:endParaRPr>
                    </a:p>
                  </a:txBody>
                  <a:tcPr marT="91425" marB="91425" marR="91425" marL="91425"/>
                </a:tc>
              </a:tr>
              <a:tr h="450175">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Karla"/>
                          <a:ea typeface="Karla"/>
                          <a:cs typeface="Karla"/>
                          <a:sym typeface="Karla"/>
                        </a:rPr>
                        <a:t>Low</a:t>
                      </a:r>
                      <a:endParaRPr sz="1400" u="none" cap="none" strike="noStrike">
                        <a:latin typeface="Karla"/>
                        <a:ea typeface="Karla"/>
                        <a:cs typeface="Karla"/>
                        <a:sym typeface="Karla"/>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Karla"/>
                          <a:ea typeface="Karla"/>
                          <a:cs typeface="Karla"/>
                          <a:sym typeface="Karla"/>
                        </a:rPr>
                        <a:t>2.6%</a:t>
                      </a:r>
                      <a:endParaRPr sz="1400" u="none" cap="none" strike="noStrike">
                        <a:latin typeface="Karla"/>
                        <a:ea typeface="Karla"/>
                        <a:cs typeface="Karla"/>
                        <a:sym typeface="Karla"/>
                      </a:endParaRPr>
                    </a:p>
                  </a:txBody>
                  <a:tcPr marT="91425" marB="91425" marR="91425" marL="91425"/>
                </a:tc>
              </a:tr>
            </a:tbl>
          </a:graphicData>
        </a:graphic>
      </p:graphicFrame>
      <p:grpSp>
        <p:nvGrpSpPr>
          <p:cNvPr id="687" name="Google Shape;687;p13"/>
          <p:cNvGrpSpPr/>
          <p:nvPr/>
        </p:nvGrpSpPr>
        <p:grpSpPr>
          <a:xfrm>
            <a:off x="5785776" y="1684273"/>
            <a:ext cx="1616964" cy="346256"/>
            <a:chOff x="1808063" y="4294338"/>
            <a:chExt cx="3370782" cy="721817"/>
          </a:xfrm>
        </p:grpSpPr>
        <p:sp>
          <p:nvSpPr>
            <p:cNvPr id="688" name="Google Shape;688;p13"/>
            <p:cNvSpPr/>
            <p:nvPr/>
          </p:nvSpPr>
          <p:spPr>
            <a:xfrm>
              <a:off x="3795035" y="4655290"/>
              <a:ext cx="721912" cy="360865"/>
            </a:xfrm>
            <a:custGeom>
              <a:rect b="b" l="l" r="r" t="t"/>
              <a:pathLst>
                <a:path extrusionOk="0" h="3951" w="7904">
                  <a:moveTo>
                    <a:pt x="1" y="0"/>
                  </a:moveTo>
                  <a:cubicBezTo>
                    <a:pt x="1" y="540"/>
                    <a:pt x="113" y="1075"/>
                    <a:pt x="327" y="1571"/>
                  </a:cubicBezTo>
                  <a:cubicBezTo>
                    <a:pt x="938" y="2971"/>
                    <a:pt x="2332" y="3951"/>
                    <a:pt x="3953" y="3951"/>
                  </a:cubicBezTo>
                  <a:cubicBezTo>
                    <a:pt x="6132" y="3951"/>
                    <a:pt x="7903" y="2178"/>
                    <a:pt x="7903" y="0"/>
                  </a:cubicBezTo>
                  <a:lnTo>
                    <a:pt x="7248" y="0"/>
                  </a:lnTo>
                  <a:cubicBezTo>
                    <a:pt x="7248" y="1818"/>
                    <a:pt x="5770" y="3296"/>
                    <a:pt x="3953" y="3296"/>
                  </a:cubicBezTo>
                  <a:cubicBezTo>
                    <a:pt x="2135" y="3296"/>
                    <a:pt x="657" y="1818"/>
                    <a:pt x="657" y="0"/>
                  </a:cubicBez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9" name="Google Shape;689;p13"/>
            <p:cNvSpPr/>
            <p:nvPr/>
          </p:nvSpPr>
          <p:spPr>
            <a:xfrm>
              <a:off x="3133137" y="4294338"/>
              <a:ext cx="721729" cy="360865"/>
            </a:xfrm>
            <a:custGeom>
              <a:rect b="b" l="l" r="r" t="t"/>
              <a:pathLst>
                <a:path extrusionOk="0" h="3951" w="7902">
                  <a:moveTo>
                    <a:pt x="3951" y="0"/>
                  </a:moveTo>
                  <a:cubicBezTo>
                    <a:pt x="2330" y="0"/>
                    <a:pt x="935" y="982"/>
                    <a:pt x="327" y="2380"/>
                  </a:cubicBezTo>
                  <a:cubicBezTo>
                    <a:pt x="111" y="2874"/>
                    <a:pt x="0" y="3409"/>
                    <a:pt x="0" y="3951"/>
                  </a:cubicBezTo>
                  <a:lnTo>
                    <a:pt x="653" y="3951"/>
                  </a:lnTo>
                  <a:cubicBezTo>
                    <a:pt x="653" y="2135"/>
                    <a:pt x="2133" y="657"/>
                    <a:pt x="3951" y="657"/>
                  </a:cubicBezTo>
                  <a:cubicBezTo>
                    <a:pt x="5767" y="657"/>
                    <a:pt x="7246" y="2135"/>
                    <a:pt x="7246" y="3951"/>
                  </a:cubicBezTo>
                  <a:lnTo>
                    <a:pt x="7901" y="3951"/>
                  </a:lnTo>
                  <a:cubicBezTo>
                    <a:pt x="7901" y="3411"/>
                    <a:pt x="7791" y="2876"/>
                    <a:pt x="7574" y="2381"/>
                  </a:cubicBezTo>
                  <a:cubicBezTo>
                    <a:pt x="6966" y="982"/>
                    <a:pt x="5571" y="0"/>
                    <a:pt x="3951" y="0"/>
                  </a:cubicBezTo>
                  <a:close/>
                </a:path>
              </a:pathLst>
            </a:custGeom>
            <a:noFill/>
            <a:ln cap="flat" cmpd="sng" w="9525">
              <a:solidFill>
                <a:srgbClr val="869FB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0" name="Google Shape;690;p13"/>
            <p:cNvSpPr/>
            <p:nvPr/>
          </p:nvSpPr>
          <p:spPr>
            <a:xfrm>
              <a:off x="1808063" y="4294338"/>
              <a:ext cx="722460" cy="362052"/>
            </a:xfrm>
            <a:custGeom>
              <a:rect b="b" l="l" r="r" t="t"/>
              <a:pathLst>
                <a:path extrusionOk="0" h="3964" w="7910">
                  <a:moveTo>
                    <a:pt x="3958" y="0"/>
                  </a:moveTo>
                  <a:cubicBezTo>
                    <a:pt x="3954" y="0"/>
                    <a:pt x="3950" y="0"/>
                    <a:pt x="3946" y="0"/>
                  </a:cubicBezTo>
                  <a:cubicBezTo>
                    <a:pt x="1768" y="6"/>
                    <a:pt x="0" y="1784"/>
                    <a:pt x="6" y="3963"/>
                  </a:cubicBezTo>
                  <a:lnTo>
                    <a:pt x="661" y="3962"/>
                  </a:lnTo>
                  <a:cubicBezTo>
                    <a:pt x="657" y="2144"/>
                    <a:pt x="2131" y="661"/>
                    <a:pt x="3947" y="655"/>
                  </a:cubicBezTo>
                  <a:cubicBezTo>
                    <a:pt x="3951" y="655"/>
                    <a:pt x="3955" y="655"/>
                    <a:pt x="3959" y="655"/>
                  </a:cubicBezTo>
                  <a:cubicBezTo>
                    <a:pt x="5771" y="655"/>
                    <a:pt x="7248" y="2127"/>
                    <a:pt x="7254" y="3939"/>
                  </a:cubicBezTo>
                  <a:lnTo>
                    <a:pt x="7256" y="3939"/>
                  </a:lnTo>
                  <a:lnTo>
                    <a:pt x="7909" y="3938"/>
                  </a:lnTo>
                  <a:cubicBezTo>
                    <a:pt x="7907" y="3398"/>
                    <a:pt x="7795" y="2863"/>
                    <a:pt x="7578" y="2368"/>
                  </a:cubicBezTo>
                  <a:cubicBezTo>
                    <a:pt x="6966" y="976"/>
                    <a:pt x="5573" y="0"/>
                    <a:pt x="3958" y="0"/>
                  </a:cubicBez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1" name="Google Shape;691;p13"/>
            <p:cNvSpPr/>
            <p:nvPr/>
          </p:nvSpPr>
          <p:spPr>
            <a:xfrm>
              <a:off x="2470965" y="4655290"/>
              <a:ext cx="721912" cy="360865"/>
            </a:xfrm>
            <a:custGeom>
              <a:rect b="b" l="l" r="r" t="t"/>
              <a:pathLst>
                <a:path extrusionOk="0" h="3951" w="7904">
                  <a:moveTo>
                    <a:pt x="1" y="0"/>
                  </a:moveTo>
                  <a:cubicBezTo>
                    <a:pt x="1" y="540"/>
                    <a:pt x="111" y="1075"/>
                    <a:pt x="328" y="1571"/>
                  </a:cubicBezTo>
                  <a:cubicBezTo>
                    <a:pt x="938" y="2971"/>
                    <a:pt x="2332" y="3951"/>
                    <a:pt x="3953" y="3951"/>
                  </a:cubicBezTo>
                  <a:cubicBezTo>
                    <a:pt x="5574" y="3951"/>
                    <a:pt x="6967" y="2971"/>
                    <a:pt x="7575" y="1573"/>
                  </a:cubicBezTo>
                  <a:cubicBezTo>
                    <a:pt x="7791" y="1076"/>
                    <a:pt x="7903" y="541"/>
                    <a:pt x="7903" y="0"/>
                  </a:cubicBezTo>
                  <a:lnTo>
                    <a:pt x="7249" y="0"/>
                  </a:lnTo>
                  <a:cubicBezTo>
                    <a:pt x="7249" y="1818"/>
                    <a:pt x="5770" y="3296"/>
                    <a:pt x="3953" y="3296"/>
                  </a:cubicBezTo>
                  <a:cubicBezTo>
                    <a:pt x="2135" y="3296"/>
                    <a:pt x="657" y="1818"/>
                    <a:pt x="657" y="0"/>
                  </a:cubicBezTo>
                  <a:close/>
                </a:path>
              </a:pathLst>
            </a:cu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2" name="Google Shape;692;p13"/>
            <p:cNvSpPr/>
            <p:nvPr/>
          </p:nvSpPr>
          <p:spPr>
            <a:xfrm>
              <a:off x="4456385" y="4294338"/>
              <a:ext cx="722460" cy="362052"/>
            </a:xfrm>
            <a:custGeom>
              <a:rect b="b" l="l" r="r" t="t"/>
              <a:pathLst>
                <a:path extrusionOk="0" h="3964" w="7910">
                  <a:moveTo>
                    <a:pt x="3959" y="0"/>
                  </a:moveTo>
                  <a:cubicBezTo>
                    <a:pt x="3955" y="0"/>
                    <a:pt x="3951" y="0"/>
                    <a:pt x="3947" y="0"/>
                  </a:cubicBezTo>
                  <a:cubicBezTo>
                    <a:pt x="1769" y="8"/>
                    <a:pt x="1" y="1786"/>
                    <a:pt x="7" y="3963"/>
                  </a:cubicBezTo>
                  <a:lnTo>
                    <a:pt x="664" y="3962"/>
                  </a:lnTo>
                  <a:cubicBezTo>
                    <a:pt x="658" y="2144"/>
                    <a:pt x="2132" y="661"/>
                    <a:pt x="3948" y="657"/>
                  </a:cubicBezTo>
                  <a:cubicBezTo>
                    <a:pt x="3952" y="657"/>
                    <a:pt x="3956" y="657"/>
                    <a:pt x="3960" y="657"/>
                  </a:cubicBezTo>
                  <a:cubicBezTo>
                    <a:pt x="5772" y="657"/>
                    <a:pt x="7249" y="2127"/>
                    <a:pt x="7255" y="3941"/>
                  </a:cubicBezTo>
                  <a:lnTo>
                    <a:pt x="7257" y="3941"/>
                  </a:lnTo>
                  <a:lnTo>
                    <a:pt x="7910" y="3939"/>
                  </a:lnTo>
                  <a:cubicBezTo>
                    <a:pt x="7908" y="3398"/>
                    <a:pt x="7796" y="2865"/>
                    <a:pt x="7578" y="2370"/>
                  </a:cubicBezTo>
                  <a:cubicBezTo>
                    <a:pt x="6967" y="976"/>
                    <a:pt x="5574" y="0"/>
                    <a:pt x="3959" y="0"/>
                  </a:cubicBezTo>
                  <a:close/>
                </a:path>
              </a:pathLst>
            </a:custGeom>
            <a:noFill/>
            <a:ln cap="flat" cmpd="sng" w="9525">
              <a:solidFill>
                <a:srgbClr val="667E9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3" name="Google Shape;693;p13"/>
            <p:cNvSpPr/>
            <p:nvPr/>
          </p:nvSpPr>
          <p:spPr>
            <a:xfrm>
              <a:off x="2568813" y="4351427"/>
              <a:ext cx="526025" cy="525979"/>
            </a:xfrm>
            <a:custGeom>
              <a:rect b="b" l="l" r="r" t="t"/>
              <a:pathLst>
                <a:path extrusionOk="0" h="22901" w="22903">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noFill/>
            <a:ln cap="flat" cmpd="sng" w="9525">
              <a:solidFill>
                <a:srgbClr val="D7DF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4" name="Google Shape;694;p13"/>
            <p:cNvSpPr/>
            <p:nvPr/>
          </p:nvSpPr>
          <p:spPr>
            <a:xfrm>
              <a:off x="3231883" y="4423127"/>
              <a:ext cx="526025" cy="525979"/>
            </a:xfrm>
            <a:custGeom>
              <a:rect b="b" l="l" r="r" t="t"/>
              <a:pathLst>
                <a:path extrusionOk="0" h="22901" w="22903">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noFill/>
            <a:ln cap="flat" cmpd="sng" w="9525">
              <a:solidFill>
                <a:srgbClr val="D7DF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5" name="Google Shape;695;p13"/>
            <p:cNvSpPr/>
            <p:nvPr/>
          </p:nvSpPr>
          <p:spPr>
            <a:xfrm>
              <a:off x="3894395" y="4351427"/>
              <a:ext cx="526025" cy="525979"/>
            </a:xfrm>
            <a:custGeom>
              <a:rect b="b" l="l" r="r" t="t"/>
              <a:pathLst>
                <a:path extrusionOk="0" h="22901" w="22903">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noFill/>
            <a:ln cap="flat" cmpd="sng" w="9525">
              <a:solidFill>
                <a:srgbClr val="D7DF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6" name="Google Shape;696;p13"/>
            <p:cNvSpPr/>
            <p:nvPr/>
          </p:nvSpPr>
          <p:spPr>
            <a:xfrm>
              <a:off x="4560958" y="4423127"/>
              <a:ext cx="526025" cy="525979"/>
            </a:xfrm>
            <a:custGeom>
              <a:rect b="b" l="l" r="r" t="t"/>
              <a:pathLst>
                <a:path extrusionOk="0" h="22901" w="22903">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noFill/>
            <a:ln cap="flat" cmpd="sng" w="9525">
              <a:solidFill>
                <a:srgbClr val="D7DF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7" name="Google Shape;697;p13"/>
            <p:cNvSpPr/>
            <p:nvPr/>
          </p:nvSpPr>
          <p:spPr>
            <a:xfrm>
              <a:off x="1906300" y="4423127"/>
              <a:ext cx="526025" cy="525979"/>
            </a:xfrm>
            <a:custGeom>
              <a:rect b="b" l="l" r="r" t="t"/>
              <a:pathLst>
                <a:path extrusionOk="0" h="22901" w="22903">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noFill/>
            <a:ln cap="flat" cmpd="sng" w="9525">
              <a:solidFill>
                <a:srgbClr val="D7DF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1" name="Shape 701"/>
        <p:cNvGrpSpPr/>
        <p:nvPr/>
      </p:nvGrpSpPr>
      <p:grpSpPr>
        <a:xfrm>
          <a:off x="0" y="0"/>
          <a:ext cx="0" cy="0"/>
          <a:chOff x="0" y="0"/>
          <a:chExt cx="0" cy="0"/>
        </a:xfrm>
      </p:grpSpPr>
      <p:sp>
        <p:nvSpPr>
          <p:cNvPr id="702" name="Google Shape;702;p14"/>
          <p:cNvSpPr/>
          <p:nvPr/>
        </p:nvSpPr>
        <p:spPr>
          <a:xfrm>
            <a:off x="661375" y="3271679"/>
            <a:ext cx="5640300" cy="747900"/>
          </a:xfrm>
          <a:prstGeom prst="roundRect">
            <a:avLst>
              <a:gd fmla="val 16667" name="adj"/>
            </a:avLst>
          </a:prstGeom>
          <a:solidFill>
            <a:srgbClr val="CFD9E0"/>
          </a:solidFill>
          <a:ln cap="flat" cmpd="sng" w="9525">
            <a:solidFill>
              <a:srgbClr val="E3E7E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Karla"/>
              <a:ea typeface="Karla"/>
              <a:cs typeface="Karla"/>
              <a:sym typeface="Karla"/>
            </a:endParaRPr>
          </a:p>
        </p:txBody>
      </p:sp>
      <p:sp>
        <p:nvSpPr>
          <p:cNvPr id="703" name="Google Shape;703;p14"/>
          <p:cNvSpPr txBox="1"/>
          <p:nvPr/>
        </p:nvSpPr>
        <p:spPr>
          <a:xfrm>
            <a:off x="4115625" y="249350"/>
            <a:ext cx="3887100" cy="5232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2200"/>
              <a:buFont typeface="Arial"/>
              <a:buNone/>
            </a:pPr>
            <a:r>
              <a:rPr b="1" i="0" lang="en" sz="2200" u="none" cap="none" strike="noStrike">
                <a:solidFill>
                  <a:schemeClr val="dk2"/>
                </a:solidFill>
                <a:latin typeface="DM Serif Display"/>
                <a:ea typeface="DM Serif Display"/>
                <a:cs typeface="DM Serif Display"/>
                <a:sym typeface="DM Serif Display"/>
              </a:rPr>
              <a:t>Pipeline 4 - Isolation Forest</a:t>
            </a:r>
            <a:endParaRPr b="1" i="0" sz="2200" u="none" cap="none" strike="noStrike">
              <a:solidFill>
                <a:srgbClr val="000000"/>
              </a:solidFill>
              <a:latin typeface="DM Serif Display"/>
              <a:ea typeface="DM Serif Display"/>
              <a:cs typeface="DM Serif Display"/>
              <a:sym typeface="DM Serif Display"/>
            </a:endParaRPr>
          </a:p>
        </p:txBody>
      </p:sp>
      <p:sp>
        <p:nvSpPr>
          <p:cNvPr id="704" name="Google Shape;704;p14"/>
          <p:cNvSpPr/>
          <p:nvPr/>
        </p:nvSpPr>
        <p:spPr>
          <a:xfrm>
            <a:off x="511465" y="611337"/>
            <a:ext cx="381000" cy="393600"/>
          </a:xfrm>
          <a:prstGeom prst="ellipse">
            <a:avLst/>
          </a:prstGeom>
          <a:solidFill>
            <a:srgbClr val="869FB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Karla"/>
              <a:ea typeface="Karla"/>
              <a:cs typeface="Karla"/>
              <a:sym typeface="Karla"/>
            </a:endParaRPr>
          </a:p>
        </p:txBody>
      </p:sp>
      <p:sp>
        <p:nvSpPr>
          <p:cNvPr id="705" name="Google Shape;705;p14"/>
          <p:cNvSpPr txBox="1"/>
          <p:nvPr/>
        </p:nvSpPr>
        <p:spPr>
          <a:xfrm>
            <a:off x="916225" y="513954"/>
            <a:ext cx="1498500" cy="5589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1200"/>
              </a:spcAft>
              <a:buClr>
                <a:schemeClr val="dk1"/>
              </a:buClr>
              <a:buSzPts val="1100"/>
              <a:buFont typeface="Arial"/>
              <a:buNone/>
            </a:pPr>
            <a:r>
              <a:rPr b="1" i="0" lang="en" sz="1400" u="none" cap="none" strike="noStrike">
                <a:solidFill>
                  <a:srgbClr val="404040"/>
                </a:solidFill>
                <a:latin typeface="Karla"/>
                <a:ea typeface="Karla"/>
                <a:cs typeface="Karla"/>
                <a:sym typeface="Karla"/>
              </a:rPr>
              <a:t>What it does:</a:t>
            </a:r>
            <a:endParaRPr b="0" i="0" sz="1600" u="none" cap="none" strike="noStrike">
              <a:solidFill>
                <a:schemeClr val="dk1"/>
              </a:solidFill>
              <a:latin typeface="Karla"/>
              <a:ea typeface="Karla"/>
              <a:cs typeface="Karla"/>
              <a:sym typeface="Karla"/>
            </a:endParaRPr>
          </a:p>
        </p:txBody>
      </p:sp>
      <p:sp>
        <p:nvSpPr>
          <p:cNvPr id="706" name="Google Shape;706;p14"/>
          <p:cNvSpPr/>
          <p:nvPr/>
        </p:nvSpPr>
        <p:spPr>
          <a:xfrm>
            <a:off x="7812225" y="1592104"/>
            <a:ext cx="381000" cy="393600"/>
          </a:xfrm>
          <a:prstGeom prst="ellipse">
            <a:avLst/>
          </a:prstGeom>
          <a:solidFill>
            <a:srgbClr val="869FB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Karla"/>
              <a:ea typeface="Karla"/>
              <a:cs typeface="Karla"/>
              <a:sym typeface="Karla"/>
            </a:endParaRPr>
          </a:p>
        </p:txBody>
      </p:sp>
      <p:sp>
        <p:nvSpPr>
          <p:cNvPr id="707" name="Google Shape;707;p14"/>
          <p:cNvSpPr txBox="1"/>
          <p:nvPr/>
        </p:nvSpPr>
        <p:spPr>
          <a:xfrm>
            <a:off x="5996025" y="1592104"/>
            <a:ext cx="1816200" cy="393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1200"/>
              </a:spcAft>
              <a:buClr>
                <a:schemeClr val="dk1"/>
              </a:buClr>
              <a:buSzPts val="1100"/>
              <a:buFont typeface="Arial"/>
              <a:buNone/>
            </a:pPr>
            <a:r>
              <a:rPr b="1" i="0" lang="en" sz="1400" u="none" cap="none" strike="noStrike">
                <a:solidFill>
                  <a:srgbClr val="404040"/>
                </a:solidFill>
                <a:latin typeface="Karla"/>
                <a:ea typeface="Karla"/>
                <a:cs typeface="Karla"/>
                <a:sym typeface="Karla"/>
              </a:rPr>
              <a:t>Why it is different:</a:t>
            </a:r>
            <a:endParaRPr b="0" i="0" sz="1600" u="none" cap="none" strike="noStrike">
              <a:solidFill>
                <a:schemeClr val="dk1"/>
              </a:solidFill>
              <a:latin typeface="Karla"/>
              <a:ea typeface="Karla"/>
              <a:cs typeface="Karla"/>
              <a:sym typeface="Karla"/>
            </a:endParaRPr>
          </a:p>
        </p:txBody>
      </p:sp>
      <p:sp>
        <p:nvSpPr>
          <p:cNvPr id="708" name="Google Shape;708;p14"/>
          <p:cNvSpPr/>
          <p:nvPr/>
        </p:nvSpPr>
        <p:spPr>
          <a:xfrm>
            <a:off x="622300" y="1038854"/>
            <a:ext cx="5640300" cy="747900"/>
          </a:xfrm>
          <a:prstGeom prst="roundRect">
            <a:avLst>
              <a:gd fmla="val 16667" name="adj"/>
            </a:avLst>
          </a:prstGeom>
          <a:solidFill>
            <a:srgbClr val="CFD9E0"/>
          </a:solidFill>
          <a:ln cap="flat" cmpd="sng" w="9525">
            <a:solidFill>
              <a:srgbClr val="E3E7E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Karla"/>
              <a:ea typeface="Karla"/>
              <a:cs typeface="Karla"/>
              <a:sym typeface="Karla"/>
            </a:endParaRPr>
          </a:p>
        </p:txBody>
      </p:sp>
      <p:sp>
        <p:nvSpPr>
          <p:cNvPr id="709" name="Google Shape;709;p14"/>
          <p:cNvSpPr txBox="1"/>
          <p:nvPr/>
        </p:nvSpPr>
        <p:spPr>
          <a:xfrm>
            <a:off x="718525" y="929204"/>
            <a:ext cx="5448000" cy="5589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1200"/>
              </a:spcAft>
              <a:buClr>
                <a:schemeClr val="dk1"/>
              </a:buClr>
              <a:buSzPts val="1100"/>
              <a:buFont typeface="Arial"/>
              <a:buNone/>
            </a:pPr>
            <a:r>
              <a:rPr b="0" i="0" lang="en" sz="1400" u="none" cap="none" strike="noStrike">
                <a:solidFill>
                  <a:srgbClr val="404040"/>
                </a:solidFill>
                <a:latin typeface="Karla"/>
                <a:ea typeface="Karla"/>
                <a:cs typeface="Karla"/>
                <a:sym typeface="Karla"/>
              </a:rPr>
              <a:t> Identifies transactions with unusual combinations of amount, card, address, email, missingness, M-pattern signals, etc.</a:t>
            </a:r>
            <a:endParaRPr b="0" i="0" sz="1600" u="none" cap="none" strike="noStrike">
              <a:solidFill>
                <a:schemeClr val="dk1"/>
              </a:solidFill>
              <a:latin typeface="Karla"/>
              <a:ea typeface="Karla"/>
              <a:cs typeface="Karla"/>
              <a:sym typeface="Karla"/>
            </a:endParaRPr>
          </a:p>
        </p:txBody>
      </p:sp>
      <p:sp>
        <p:nvSpPr>
          <p:cNvPr id="710" name="Google Shape;710;p14"/>
          <p:cNvSpPr/>
          <p:nvPr/>
        </p:nvSpPr>
        <p:spPr>
          <a:xfrm>
            <a:off x="2046525" y="2172729"/>
            <a:ext cx="6146700" cy="747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Karla"/>
              <a:ea typeface="Karla"/>
              <a:cs typeface="Karla"/>
              <a:sym typeface="Karla"/>
            </a:endParaRPr>
          </a:p>
        </p:txBody>
      </p:sp>
      <p:sp>
        <p:nvSpPr>
          <p:cNvPr id="711" name="Google Shape;711;p14"/>
          <p:cNvSpPr txBox="1"/>
          <p:nvPr/>
        </p:nvSpPr>
        <p:spPr>
          <a:xfrm>
            <a:off x="2160825" y="2088854"/>
            <a:ext cx="5918100" cy="7479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1200"/>
              </a:spcAft>
              <a:buClr>
                <a:schemeClr val="dk1"/>
              </a:buClr>
              <a:buSzPts val="1100"/>
              <a:buFont typeface="Arial"/>
              <a:buNone/>
            </a:pPr>
            <a:r>
              <a:rPr b="0" i="0" lang="en" sz="1400" u="none" cap="none" strike="noStrike">
                <a:solidFill>
                  <a:srgbClr val="404040"/>
                </a:solidFill>
                <a:latin typeface="Karla"/>
                <a:ea typeface="Karla"/>
                <a:cs typeface="Karla"/>
                <a:sym typeface="Karla"/>
              </a:rPr>
              <a:t> It does not learn directly from fraud labels. Instead, it looks for transactions that differ strongly from normal transaction patterns.</a:t>
            </a:r>
            <a:endParaRPr b="0" i="0" sz="1600" u="none" cap="none" strike="noStrike">
              <a:solidFill>
                <a:schemeClr val="dk1"/>
              </a:solidFill>
              <a:latin typeface="Karla"/>
              <a:ea typeface="Karla"/>
              <a:cs typeface="Karla"/>
              <a:sym typeface="Karla"/>
            </a:endParaRPr>
          </a:p>
        </p:txBody>
      </p:sp>
      <p:sp>
        <p:nvSpPr>
          <p:cNvPr id="712" name="Google Shape;712;p14"/>
          <p:cNvSpPr/>
          <p:nvPr/>
        </p:nvSpPr>
        <p:spPr>
          <a:xfrm>
            <a:off x="535225" y="2639904"/>
            <a:ext cx="381000" cy="393600"/>
          </a:xfrm>
          <a:prstGeom prst="ellipse">
            <a:avLst/>
          </a:prstGeom>
          <a:solidFill>
            <a:srgbClr val="869FB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Karla"/>
              <a:ea typeface="Karla"/>
              <a:cs typeface="Karla"/>
              <a:sym typeface="Karla"/>
            </a:endParaRPr>
          </a:p>
        </p:txBody>
      </p:sp>
      <p:sp>
        <p:nvSpPr>
          <p:cNvPr id="713" name="Google Shape;713;p14"/>
          <p:cNvSpPr txBox="1"/>
          <p:nvPr/>
        </p:nvSpPr>
        <p:spPr>
          <a:xfrm>
            <a:off x="916225" y="2703404"/>
            <a:ext cx="2565300" cy="393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1200"/>
              </a:spcAft>
              <a:buClr>
                <a:schemeClr val="dk1"/>
              </a:buClr>
              <a:buSzPts val="1100"/>
              <a:buFont typeface="Arial"/>
              <a:buNone/>
            </a:pPr>
            <a:r>
              <a:rPr b="1" i="0" lang="en" sz="1400" u="none" cap="none" strike="noStrike">
                <a:solidFill>
                  <a:srgbClr val="404040"/>
                </a:solidFill>
                <a:latin typeface="Karla"/>
                <a:ea typeface="Karla"/>
                <a:cs typeface="Karla"/>
                <a:sym typeface="Karla"/>
              </a:rPr>
              <a:t>Contribution to the system:</a:t>
            </a:r>
            <a:endParaRPr b="0" i="0" sz="1600" u="none" cap="none" strike="noStrike">
              <a:solidFill>
                <a:schemeClr val="dk1"/>
              </a:solidFill>
              <a:latin typeface="Karla"/>
              <a:ea typeface="Karla"/>
              <a:cs typeface="Karla"/>
              <a:sym typeface="Karla"/>
            </a:endParaRPr>
          </a:p>
        </p:txBody>
      </p:sp>
      <p:sp>
        <p:nvSpPr>
          <p:cNvPr id="714" name="Google Shape;714;p14"/>
          <p:cNvSpPr txBox="1"/>
          <p:nvPr/>
        </p:nvSpPr>
        <p:spPr>
          <a:xfrm>
            <a:off x="718450" y="3208179"/>
            <a:ext cx="5544300" cy="6480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1200"/>
              </a:spcAft>
              <a:buClr>
                <a:schemeClr val="dk1"/>
              </a:buClr>
              <a:buSzPts val="1100"/>
              <a:buFont typeface="Arial"/>
              <a:buNone/>
            </a:pPr>
            <a:r>
              <a:rPr b="0" i="0" lang="en" sz="1400" u="none" cap="none" strike="noStrike">
                <a:solidFill>
                  <a:srgbClr val="404040"/>
                </a:solidFill>
                <a:latin typeface="Karla"/>
                <a:ea typeface="Karla"/>
                <a:cs typeface="Karla"/>
                <a:sym typeface="Karla"/>
              </a:rPr>
              <a:t> It can detect suspicious cases that supervised models may miss because they do not resemble previously labelled fraud.</a:t>
            </a:r>
            <a:endParaRPr b="0" i="0" sz="1600" u="none" cap="none" strike="noStrike">
              <a:solidFill>
                <a:schemeClr val="dk1"/>
              </a:solidFill>
              <a:latin typeface="Karla"/>
              <a:ea typeface="Karla"/>
              <a:cs typeface="Karla"/>
              <a:sym typeface="Karla"/>
            </a:endParaRPr>
          </a:p>
        </p:txBody>
      </p:sp>
      <p:sp>
        <p:nvSpPr>
          <p:cNvPr id="715" name="Google Shape;715;p14"/>
          <p:cNvSpPr/>
          <p:nvPr/>
        </p:nvSpPr>
        <p:spPr>
          <a:xfrm>
            <a:off x="7812225" y="3736954"/>
            <a:ext cx="381000" cy="393600"/>
          </a:xfrm>
          <a:prstGeom prst="ellipse">
            <a:avLst/>
          </a:prstGeom>
          <a:solidFill>
            <a:srgbClr val="869FB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Karla"/>
              <a:ea typeface="Karla"/>
              <a:cs typeface="Karla"/>
              <a:sym typeface="Karla"/>
            </a:endParaRPr>
          </a:p>
        </p:txBody>
      </p:sp>
      <p:sp>
        <p:nvSpPr>
          <p:cNvPr id="716" name="Google Shape;716;p14"/>
          <p:cNvSpPr/>
          <p:nvPr/>
        </p:nvSpPr>
        <p:spPr>
          <a:xfrm>
            <a:off x="2046525" y="4316279"/>
            <a:ext cx="6146700" cy="747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Karla"/>
              <a:ea typeface="Karla"/>
              <a:cs typeface="Karla"/>
              <a:sym typeface="Karla"/>
            </a:endParaRPr>
          </a:p>
        </p:txBody>
      </p:sp>
      <p:sp>
        <p:nvSpPr>
          <p:cNvPr id="717" name="Google Shape;717;p14"/>
          <p:cNvSpPr txBox="1"/>
          <p:nvPr/>
        </p:nvSpPr>
        <p:spPr>
          <a:xfrm>
            <a:off x="2113575" y="4232154"/>
            <a:ext cx="6012600" cy="6480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1200"/>
              </a:spcAft>
              <a:buClr>
                <a:schemeClr val="dk1"/>
              </a:buClr>
              <a:buSzPts val="1100"/>
              <a:buFont typeface="Arial"/>
              <a:buNone/>
            </a:pPr>
            <a:r>
              <a:rPr b="0" i="0" lang="en" sz="1400" u="none" cap="none" strike="noStrike">
                <a:solidFill>
                  <a:srgbClr val="404040"/>
                </a:solidFill>
                <a:latin typeface="Karla"/>
                <a:ea typeface="Karla"/>
                <a:cs typeface="Karla"/>
                <a:sym typeface="Karla"/>
              </a:rPr>
              <a:t>Unusual does not always mean fraudulent, so its threshold must be controlled to avoid excessive false positives.</a:t>
            </a:r>
            <a:endParaRPr b="0" i="0" sz="1500" u="none" cap="none" strike="noStrike">
              <a:solidFill>
                <a:srgbClr val="404040"/>
              </a:solidFill>
              <a:latin typeface="Karla"/>
              <a:ea typeface="Karla"/>
              <a:cs typeface="Karla"/>
              <a:sym typeface="Karla"/>
            </a:endParaRPr>
          </a:p>
        </p:txBody>
      </p:sp>
      <p:sp>
        <p:nvSpPr>
          <p:cNvPr id="718" name="Google Shape;718;p14"/>
          <p:cNvSpPr txBox="1"/>
          <p:nvPr/>
        </p:nvSpPr>
        <p:spPr>
          <a:xfrm>
            <a:off x="6339125" y="3754679"/>
            <a:ext cx="1384200" cy="393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404040"/>
                </a:solidFill>
                <a:latin typeface="Karla"/>
                <a:ea typeface="Karla"/>
                <a:cs typeface="Karla"/>
                <a:sym typeface="Karla"/>
              </a:rPr>
              <a:t>Limitations</a:t>
            </a:r>
            <a:endParaRPr b="0" i="0" sz="1600" u="none" cap="none" strike="noStrike">
              <a:solidFill>
                <a:schemeClr val="dk1"/>
              </a:solidFill>
              <a:latin typeface="Karla"/>
              <a:ea typeface="Karla"/>
              <a:cs typeface="Karla"/>
              <a:sym typeface="Karla"/>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
        <p:nvSpPr>
          <p:cNvPr id="723" name="Google Shape;723;p15"/>
          <p:cNvSpPr/>
          <p:nvPr/>
        </p:nvSpPr>
        <p:spPr>
          <a:xfrm flipH="1" rot="-5400000">
            <a:off x="2890525" y="1744575"/>
            <a:ext cx="3517800" cy="26547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t/>
            </a:r>
            <a:endParaRPr b="1" i="0" sz="1600" u="none" cap="none" strike="noStrike">
              <a:solidFill>
                <a:srgbClr val="325D79"/>
              </a:solidFill>
              <a:latin typeface="Karla"/>
              <a:ea typeface="Karla"/>
              <a:cs typeface="Karla"/>
              <a:sym typeface="Karla"/>
            </a:endParaRPr>
          </a:p>
        </p:txBody>
      </p:sp>
      <p:sp>
        <p:nvSpPr>
          <p:cNvPr id="724" name="Google Shape;724;p15"/>
          <p:cNvSpPr/>
          <p:nvPr/>
        </p:nvSpPr>
        <p:spPr>
          <a:xfrm rot="-5400000">
            <a:off x="-185525" y="1753450"/>
            <a:ext cx="3535500" cy="26547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Karla"/>
              <a:ea typeface="Karla"/>
              <a:cs typeface="Karla"/>
              <a:sym typeface="Karla"/>
            </a:endParaRPr>
          </a:p>
        </p:txBody>
      </p:sp>
      <p:sp>
        <p:nvSpPr>
          <p:cNvPr id="725" name="Google Shape;725;p15"/>
          <p:cNvSpPr txBox="1"/>
          <p:nvPr>
            <p:ph idx="1" type="subTitle"/>
          </p:nvPr>
        </p:nvSpPr>
        <p:spPr>
          <a:xfrm>
            <a:off x="328725" y="1373175"/>
            <a:ext cx="2316900" cy="633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1200"/>
              </a:spcAft>
              <a:buSzPts val="1600"/>
              <a:buNone/>
            </a:pPr>
            <a:r>
              <a:rPr b="1" lang="en">
                <a:solidFill>
                  <a:srgbClr val="325D79"/>
                </a:solidFill>
              </a:rPr>
              <a:t>How the pipelines were combined  </a:t>
            </a:r>
            <a:endParaRPr b="1">
              <a:solidFill>
                <a:srgbClr val="325D79"/>
              </a:solidFill>
            </a:endParaRPr>
          </a:p>
        </p:txBody>
      </p:sp>
      <p:sp>
        <p:nvSpPr>
          <p:cNvPr id="726" name="Google Shape;726;p15"/>
          <p:cNvSpPr txBox="1"/>
          <p:nvPr>
            <p:ph type="title"/>
          </p:nvPr>
        </p:nvSpPr>
        <p:spPr>
          <a:xfrm>
            <a:off x="237000" y="301350"/>
            <a:ext cx="2598600" cy="6336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chemeClr val="dk1"/>
              </a:buClr>
              <a:buSzPts val="1100"/>
              <a:buFont typeface="Arial"/>
              <a:buNone/>
            </a:pPr>
            <a:r>
              <a:rPr lang="en"/>
              <a:t>Decision Layer </a:t>
            </a:r>
            <a:endParaRPr/>
          </a:p>
        </p:txBody>
      </p:sp>
      <p:sp>
        <p:nvSpPr>
          <p:cNvPr id="727" name="Google Shape;727;p15"/>
          <p:cNvSpPr txBox="1"/>
          <p:nvPr>
            <p:ph idx="2" type="subTitle"/>
          </p:nvPr>
        </p:nvSpPr>
        <p:spPr>
          <a:xfrm>
            <a:off x="3490950" y="1606575"/>
            <a:ext cx="2316900" cy="400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1200"/>
              </a:spcAft>
              <a:buSzPts val="1600"/>
              <a:buNone/>
            </a:pPr>
            <a:r>
              <a:rPr b="1" lang="en">
                <a:solidFill>
                  <a:srgbClr val="325D79"/>
                </a:solidFill>
              </a:rPr>
              <a:t>Final flow  </a:t>
            </a:r>
            <a:endParaRPr b="1">
              <a:solidFill>
                <a:srgbClr val="325D79"/>
              </a:solidFill>
            </a:endParaRPr>
          </a:p>
        </p:txBody>
      </p:sp>
      <p:sp>
        <p:nvSpPr>
          <p:cNvPr id="728" name="Google Shape;728;p15"/>
          <p:cNvSpPr/>
          <p:nvPr/>
        </p:nvSpPr>
        <p:spPr>
          <a:xfrm>
            <a:off x="6389250" y="1312925"/>
            <a:ext cx="2499900" cy="3535500"/>
          </a:xfrm>
          <a:prstGeom prst="roundRect">
            <a:avLst>
              <a:gd fmla="val 16667" name="adj"/>
            </a:avLst>
          </a:prstGeom>
          <a:solidFill>
            <a:srgbClr val="CFD9E0"/>
          </a:solidFill>
          <a:ln cap="flat" cmpd="sng" w="9525">
            <a:solidFill>
              <a:srgbClr val="B3C3C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Karla"/>
              <a:ea typeface="Karla"/>
              <a:cs typeface="Karla"/>
              <a:sym typeface="Karla"/>
            </a:endParaRPr>
          </a:p>
        </p:txBody>
      </p:sp>
      <p:sp>
        <p:nvSpPr>
          <p:cNvPr id="729" name="Google Shape;729;p15"/>
          <p:cNvSpPr txBox="1"/>
          <p:nvPr/>
        </p:nvSpPr>
        <p:spPr>
          <a:xfrm>
            <a:off x="6524727" y="1606575"/>
            <a:ext cx="2072100" cy="40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rgbClr val="325D79"/>
                </a:solidFill>
                <a:latin typeface="Karla"/>
                <a:ea typeface="Karla"/>
                <a:cs typeface="Karla"/>
                <a:sym typeface="Karla"/>
              </a:rPr>
              <a:t>Why this approach  </a:t>
            </a:r>
            <a:endParaRPr b="0" i="0" sz="1600" u="none" cap="none" strike="noStrike">
              <a:solidFill>
                <a:schemeClr val="dk1"/>
              </a:solidFill>
              <a:latin typeface="Karla"/>
              <a:ea typeface="Karla"/>
              <a:cs typeface="Karla"/>
              <a:sym typeface="Karla"/>
            </a:endParaRPr>
          </a:p>
        </p:txBody>
      </p:sp>
      <p:sp>
        <p:nvSpPr>
          <p:cNvPr id="730" name="Google Shape;730;p15"/>
          <p:cNvSpPr txBox="1"/>
          <p:nvPr/>
        </p:nvSpPr>
        <p:spPr>
          <a:xfrm>
            <a:off x="3490963" y="2058252"/>
            <a:ext cx="2316900" cy="2790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0" i="0" lang="en" sz="1400" u="none" cap="none" strike="noStrike">
                <a:solidFill>
                  <a:srgbClr val="000000"/>
                </a:solidFill>
                <a:latin typeface="Karla"/>
                <a:ea typeface="Karla"/>
                <a:cs typeface="Karla"/>
                <a:sym typeface="Karla"/>
              </a:rPr>
              <a:t>Four pipeline scores</a:t>
            </a:r>
            <a:endParaRPr b="0" i="0" sz="1400" u="none" cap="none" strike="noStrike">
              <a:solidFill>
                <a:srgbClr val="000000"/>
              </a:solidFill>
              <a:latin typeface="Karla"/>
              <a:ea typeface="Karla"/>
              <a:cs typeface="Karla"/>
              <a:sym typeface="Karla"/>
            </a:endParaRPr>
          </a:p>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Karla"/>
                <a:ea typeface="Karla"/>
                <a:cs typeface="Karla"/>
                <a:sym typeface="Karla"/>
              </a:rPr>
              <a:t>combined fraud probability</a:t>
            </a:r>
            <a:endParaRPr b="0" i="0" sz="1400" u="none" cap="none" strike="noStrike">
              <a:solidFill>
                <a:srgbClr val="000000"/>
              </a:solidFill>
              <a:latin typeface="Karla"/>
              <a:ea typeface="Karla"/>
              <a:cs typeface="Karla"/>
              <a:sym typeface="Karla"/>
            </a:endParaRPr>
          </a:p>
          <a:p>
            <a:pPr indent="0" lvl="0" marL="0" marR="0" rtl="0" algn="ctr">
              <a:lnSpc>
                <a:spcPct val="100000"/>
              </a:lnSpc>
              <a:spcBef>
                <a:spcPts val="0"/>
              </a:spcBef>
              <a:spcAft>
                <a:spcPts val="0"/>
              </a:spcAft>
              <a:buClr>
                <a:schemeClr val="dk1"/>
              </a:buClr>
              <a:buSzPts val="1100"/>
              <a:buFont typeface="Arial"/>
              <a:buNone/>
            </a:pPr>
            <a:r>
              <a:rPr b="0" i="0" lang="en" sz="1400" u="none" cap="none" strike="noStrike">
                <a:solidFill>
                  <a:srgbClr val="000000"/>
                </a:solidFill>
                <a:latin typeface="Karla"/>
                <a:ea typeface="Karla"/>
                <a:cs typeface="Karla"/>
                <a:sym typeface="Karla"/>
              </a:rPr>
              <a:t>↓</a:t>
            </a:r>
            <a:endParaRPr b="0" i="0" sz="1400" u="none" cap="none" strike="noStrike">
              <a:solidFill>
                <a:srgbClr val="000000"/>
              </a:solidFill>
              <a:latin typeface="Karla"/>
              <a:ea typeface="Karla"/>
              <a:cs typeface="Karla"/>
              <a:sym typeface="Karla"/>
            </a:endParaRPr>
          </a:p>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Karla"/>
                <a:ea typeface="Karla"/>
                <a:cs typeface="Karla"/>
                <a:sym typeface="Karla"/>
              </a:rPr>
              <a:t>selected threshold approve normally or send for step-up</a:t>
            </a:r>
            <a:endParaRPr b="0" i="0" sz="1400" u="none" cap="none" strike="noStrike">
              <a:solidFill>
                <a:srgbClr val="000000"/>
              </a:solidFill>
              <a:latin typeface="Karla"/>
              <a:ea typeface="Karla"/>
              <a:cs typeface="Karla"/>
              <a:sym typeface="Karla"/>
            </a:endParaRPr>
          </a:p>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Karla"/>
                <a:ea typeface="Karla"/>
                <a:cs typeface="Karla"/>
                <a:sym typeface="Karla"/>
              </a:rPr>
              <a:t>↓</a:t>
            </a:r>
            <a:endParaRPr b="0" i="0" sz="1400" u="none" cap="none" strike="noStrike">
              <a:solidFill>
                <a:srgbClr val="000000"/>
              </a:solidFill>
              <a:latin typeface="Karla"/>
              <a:ea typeface="Karla"/>
              <a:cs typeface="Karla"/>
              <a:sym typeface="Karla"/>
            </a:endParaRPr>
          </a:p>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Karla"/>
                <a:ea typeface="Karla"/>
                <a:cs typeface="Karla"/>
                <a:sym typeface="Karla"/>
              </a:rPr>
              <a:t>authentication/review</a:t>
            </a:r>
            <a:endParaRPr b="0" i="0" sz="1400" u="none" cap="none" strike="noStrike">
              <a:solidFill>
                <a:srgbClr val="000000"/>
              </a:solidFill>
              <a:latin typeface="Karla"/>
              <a:ea typeface="Karla"/>
              <a:cs typeface="Karla"/>
              <a:sym typeface="Karla"/>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1" name="Google Shape;731;p15"/>
          <p:cNvSpPr txBox="1"/>
          <p:nvPr/>
        </p:nvSpPr>
        <p:spPr>
          <a:xfrm>
            <a:off x="6663138" y="2058250"/>
            <a:ext cx="1952100" cy="880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0"/>
              </a:spcAft>
              <a:buClr>
                <a:srgbClr val="000000"/>
              </a:buClr>
              <a:buSzPts val="1400"/>
              <a:buFont typeface="Arial"/>
              <a:buNone/>
            </a:pPr>
            <a:r>
              <a:rPr b="0" i="0" lang="en" sz="1400" u="none" cap="none" strike="noStrike">
                <a:solidFill>
                  <a:schemeClr val="dk1"/>
                </a:solidFill>
                <a:latin typeface="Karla"/>
                <a:ea typeface="Karla"/>
                <a:cs typeface="Karla"/>
                <a:sym typeface="Karla"/>
              </a:rPr>
              <a:t>Gives more weight to the strongest signals</a:t>
            </a:r>
            <a:endParaRPr b="0" i="0" sz="1400" u="none" cap="none" strike="noStrike">
              <a:solidFill>
                <a:schemeClr val="dk1"/>
              </a:solidFill>
              <a:latin typeface="Karla"/>
              <a:ea typeface="Karla"/>
              <a:cs typeface="Karla"/>
              <a:sym typeface="Karla"/>
            </a:endParaRPr>
          </a:p>
          <a:p>
            <a:pPr indent="0" lvl="0" marL="0" marR="0" rtl="0" algn="l">
              <a:lnSpc>
                <a:spcPct val="115000"/>
              </a:lnSpc>
              <a:spcBef>
                <a:spcPts val="1200"/>
              </a:spcBef>
              <a:spcAft>
                <a:spcPts val="0"/>
              </a:spcAft>
              <a:buClr>
                <a:srgbClr val="000000"/>
              </a:buClr>
              <a:buSzPts val="1400"/>
              <a:buFont typeface="Arial"/>
              <a:buNone/>
            </a:pPr>
            <a:r>
              <a:rPr b="0" i="0" lang="en" sz="1400" u="none" cap="none" strike="noStrike">
                <a:solidFill>
                  <a:schemeClr val="dk1"/>
                </a:solidFill>
                <a:latin typeface="Karla"/>
                <a:ea typeface="Karla"/>
                <a:cs typeface="Karla"/>
                <a:sym typeface="Karla"/>
              </a:rPr>
              <a:t>Retains supporting evidence from the other pipelines</a:t>
            </a:r>
            <a:endParaRPr b="0" i="0" sz="1400" u="none" cap="none" strike="noStrike">
              <a:solidFill>
                <a:schemeClr val="dk1"/>
              </a:solidFill>
              <a:latin typeface="Karla"/>
              <a:ea typeface="Karla"/>
              <a:cs typeface="Karla"/>
              <a:sym typeface="Karla"/>
            </a:endParaRPr>
          </a:p>
          <a:p>
            <a:pPr indent="0" lvl="0" marL="0" marR="0" rtl="0" algn="l">
              <a:lnSpc>
                <a:spcPct val="115000"/>
              </a:lnSpc>
              <a:spcBef>
                <a:spcPts val="1200"/>
              </a:spcBef>
              <a:spcAft>
                <a:spcPts val="0"/>
              </a:spcAft>
              <a:buClr>
                <a:srgbClr val="000000"/>
              </a:buClr>
              <a:buSzPts val="1400"/>
              <a:buFont typeface="Arial"/>
              <a:buNone/>
            </a:pPr>
            <a:r>
              <a:rPr b="0" i="0" lang="en" sz="1400" u="none" cap="none" strike="noStrike">
                <a:solidFill>
                  <a:schemeClr val="dk1"/>
                </a:solidFill>
                <a:latin typeface="Karla"/>
                <a:ea typeface="Karla"/>
                <a:cs typeface="Karla"/>
                <a:sym typeface="Karla"/>
              </a:rPr>
              <a:t>Produces one final and consistent issuer decision</a:t>
            </a:r>
            <a:endParaRPr b="0" i="0" sz="1400" u="none" cap="none" strike="noStrike">
              <a:solidFill>
                <a:schemeClr val="dk1"/>
              </a:solidFill>
              <a:latin typeface="Karla"/>
              <a:ea typeface="Karla"/>
              <a:cs typeface="Karla"/>
              <a:sym typeface="Karla"/>
            </a:endParaRPr>
          </a:p>
          <a:p>
            <a:pPr indent="0" lvl="0" marL="0" marR="0" rtl="0" algn="l">
              <a:lnSpc>
                <a:spcPct val="100000"/>
              </a:lnSpc>
              <a:spcBef>
                <a:spcPts val="1200"/>
              </a:spcBef>
              <a:spcAft>
                <a:spcPts val="0"/>
              </a:spcAft>
              <a:buClr>
                <a:srgbClr val="000000"/>
              </a:buClr>
              <a:buSzPts val="1600"/>
              <a:buFont typeface="Arial"/>
              <a:buNone/>
            </a:pPr>
            <a:r>
              <a:t/>
            </a:r>
            <a:endParaRPr b="0" i="0" sz="1600" u="none" cap="none" strike="noStrike">
              <a:solidFill>
                <a:schemeClr val="dk1"/>
              </a:solidFill>
              <a:latin typeface="Karla"/>
              <a:ea typeface="Karla"/>
              <a:cs typeface="Karla"/>
              <a:sym typeface="Karla"/>
            </a:endParaRPr>
          </a:p>
        </p:txBody>
      </p:sp>
      <p:sp>
        <p:nvSpPr>
          <p:cNvPr id="732" name="Google Shape;732;p15"/>
          <p:cNvSpPr txBox="1"/>
          <p:nvPr/>
        </p:nvSpPr>
        <p:spPr>
          <a:xfrm>
            <a:off x="393363" y="1900450"/>
            <a:ext cx="2458500" cy="20772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0"/>
              </a:spcAft>
              <a:buClr>
                <a:schemeClr val="dk1"/>
              </a:buClr>
              <a:buSzPts val="1100"/>
              <a:buFont typeface="Arial"/>
              <a:buNone/>
            </a:pPr>
            <a:r>
              <a:rPr b="0" i="0" lang="en" sz="1200" u="none" cap="none" strike="noStrike">
                <a:solidFill>
                  <a:schemeClr val="dk1"/>
                </a:solidFill>
                <a:latin typeface="Karla"/>
                <a:ea typeface="Karla"/>
                <a:cs typeface="Karla"/>
                <a:sym typeface="Karla"/>
              </a:rPr>
              <a:t>Each pipeline produced one risk score:</a:t>
            </a:r>
            <a:endParaRPr b="0" i="0" sz="1200" u="none" cap="none" strike="noStrike">
              <a:solidFill>
                <a:schemeClr val="dk1"/>
              </a:solidFill>
              <a:latin typeface="Karla"/>
              <a:ea typeface="Karla"/>
              <a:cs typeface="Karla"/>
              <a:sym typeface="Karla"/>
            </a:endParaRPr>
          </a:p>
          <a:p>
            <a:pPr indent="-304800" lvl="0" marL="457200" marR="0" rtl="0" algn="l">
              <a:lnSpc>
                <a:spcPct val="115000"/>
              </a:lnSpc>
              <a:spcBef>
                <a:spcPts val="1200"/>
              </a:spcBef>
              <a:spcAft>
                <a:spcPts val="0"/>
              </a:spcAft>
              <a:buClr>
                <a:schemeClr val="dk1"/>
              </a:buClr>
              <a:buSzPts val="1200"/>
              <a:buFont typeface="Karla"/>
              <a:buChar char="●"/>
            </a:pPr>
            <a:r>
              <a:rPr b="0" i="0" lang="en" sz="1200" u="none" cap="none" strike="noStrike">
                <a:solidFill>
                  <a:schemeClr val="dk1"/>
                </a:solidFill>
                <a:latin typeface="Karla"/>
                <a:ea typeface="Karla"/>
                <a:cs typeface="Karla"/>
                <a:sym typeface="Karla"/>
              </a:rPr>
              <a:t>M-pattern model score</a:t>
            </a:r>
            <a:endParaRPr b="0" i="0" sz="1200" u="none" cap="none" strike="noStrike">
              <a:solidFill>
                <a:schemeClr val="dk1"/>
              </a:solidFill>
              <a:latin typeface="Karla"/>
              <a:ea typeface="Karla"/>
              <a:cs typeface="Karla"/>
              <a:sym typeface="Karla"/>
            </a:endParaRPr>
          </a:p>
          <a:p>
            <a:pPr indent="-304800" lvl="0" marL="457200" marR="0" rtl="0" algn="l">
              <a:lnSpc>
                <a:spcPct val="115000"/>
              </a:lnSpc>
              <a:spcBef>
                <a:spcPts val="0"/>
              </a:spcBef>
              <a:spcAft>
                <a:spcPts val="0"/>
              </a:spcAft>
              <a:buClr>
                <a:schemeClr val="dk1"/>
              </a:buClr>
              <a:buSzPts val="1200"/>
              <a:buFont typeface="Karla"/>
              <a:buChar char="●"/>
            </a:pPr>
            <a:r>
              <a:rPr b="0" i="0" lang="en" sz="1200" u="none" cap="none" strike="noStrike">
                <a:solidFill>
                  <a:schemeClr val="dk1"/>
                </a:solidFill>
                <a:latin typeface="Karla"/>
                <a:ea typeface="Karla"/>
                <a:cs typeface="Karla"/>
                <a:sym typeface="Karla"/>
              </a:rPr>
              <a:t>Relationship model probability</a:t>
            </a:r>
            <a:endParaRPr b="0" i="0" sz="1200" u="none" cap="none" strike="noStrike">
              <a:solidFill>
                <a:schemeClr val="dk1"/>
              </a:solidFill>
              <a:latin typeface="Karla"/>
              <a:ea typeface="Karla"/>
              <a:cs typeface="Karla"/>
              <a:sym typeface="Karla"/>
            </a:endParaRPr>
          </a:p>
          <a:p>
            <a:pPr indent="-304800" lvl="0" marL="457200" marR="0" rtl="0" algn="l">
              <a:lnSpc>
                <a:spcPct val="115000"/>
              </a:lnSpc>
              <a:spcBef>
                <a:spcPts val="0"/>
              </a:spcBef>
              <a:spcAft>
                <a:spcPts val="0"/>
              </a:spcAft>
              <a:buClr>
                <a:schemeClr val="dk1"/>
              </a:buClr>
              <a:buSzPts val="1200"/>
              <a:buFont typeface="Karla"/>
              <a:buChar char="●"/>
            </a:pPr>
            <a:r>
              <a:rPr b="0" i="0" lang="en" sz="1200" u="none" cap="none" strike="noStrike">
                <a:solidFill>
                  <a:schemeClr val="dk1"/>
                </a:solidFill>
                <a:latin typeface="Karla"/>
                <a:ea typeface="Karla"/>
                <a:cs typeface="Karla"/>
                <a:sym typeface="Karla"/>
              </a:rPr>
              <a:t>Rule-based risk score</a:t>
            </a:r>
            <a:endParaRPr b="0" i="0" sz="1200" u="none" cap="none" strike="noStrike">
              <a:solidFill>
                <a:schemeClr val="dk1"/>
              </a:solidFill>
              <a:latin typeface="Karla"/>
              <a:ea typeface="Karla"/>
              <a:cs typeface="Karla"/>
              <a:sym typeface="Karla"/>
            </a:endParaRPr>
          </a:p>
          <a:p>
            <a:pPr indent="-304800" lvl="0" marL="457200" marR="0" rtl="0" algn="l">
              <a:lnSpc>
                <a:spcPct val="115000"/>
              </a:lnSpc>
              <a:spcBef>
                <a:spcPts val="0"/>
              </a:spcBef>
              <a:spcAft>
                <a:spcPts val="0"/>
              </a:spcAft>
              <a:buClr>
                <a:schemeClr val="dk1"/>
              </a:buClr>
              <a:buSzPts val="1200"/>
              <a:buFont typeface="Karla"/>
              <a:buChar char="●"/>
            </a:pPr>
            <a:r>
              <a:rPr b="0" i="0" lang="en" sz="1200" u="none" cap="none" strike="noStrike">
                <a:solidFill>
                  <a:schemeClr val="dk1"/>
                </a:solidFill>
                <a:latin typeface="Karla"/>
                <a:ea typeface="Karla"/>
                <a:cs typeface="Karla"/>
                <a:sym typeface="Karla"/>
              </a:rPr>
              <a:t>Isolation Forest anomaly score</a:t>
            </a:r>
            <a:endParaRPr b="0" i="0" sz="1200" u="none" cap="none" strike="noStrike">
              <a:solidFill>
                <a:schemeClr val="dk1"/>
              </a:solidFill>
              <a:latin typeface="Karla"/>
              <a:ea typeface="Karla"/>
              <a:cs typeface="Karla"/>
              <a:sym typeface="Karla"/>
            </a:endParaRPr>
          </a:p>
          <a:p>
            <a:pPr indent="0" lvl="0" marL="0" marR="0" rtl="0" algn="l">
              <a:lnSpc>
                <a:spcPct val="115000"/>
              </a:lnSpc>
              <a:spcBef>
                <a:spcPts val="1200"/>
              </a:spcBef>
              <a:spcAft>
                <a:spcPts val="0"/>
              </a:spcAft>
              <a:buClr>
                <a:schemeClr val="dk1"/>
              </a:buClr>
              <a:buSzPts val="1100"/>
              <a:buFont typeface="Arial"/>
              <a:buNone/>
            </a:pPr>
            <a:r>
              <a:rPr b="0" i="0" lang="en" sz="1200" u="none" cap="none" strike="noStrike">
                <a:solidFill>
                  <a:schemeClr val="dk1"/>
                </a:solidFill>
                <a:latin typeface="Karla"/>
                <a:ea typeface="Karla"/>
                <a:cs typeface="Karla"/>
                <a:sym typeface="Karla"/>
              </a:rPr>
              <a:t>These four outputs were combined using a </a:t>
            </a:r>
            <a:r>
              <a:rPr b="1" i="0" lang="en" sz="1200" u="none" cap="none" strike="noStrike">
                <a:solidFill>
                  <a:schemeClr val="dk1"/>
                </a:solidFill>
                <a:latin typeface="Karla"/>
                <a:ea typeface="Karla"/>
                <a:cs typeface="Karla"/>
                <a:sym typeface="Karla"/>
              </a:rPr>
              <a:t>Logistic Regression stacking model</a:t>
            </a:r>
            <a:r>
              <a:rPr b="0" i="0" lang="en" sz="1200" u="none" cap="none" strike="noStrike">
                <a:solidFill>
                  <a:schemeClr val="dk1"/>
                </a:solidFill>
                <a:latin typeface="Karla"/>
                <a:ea typeface="Karla"/>
                <a:cs typeface="Karla"/>
                <a:sym typeface="Karla"/>
              </a:rPr>
              <a:t>.</a:t>
            </a:r>
            <a:endParaRPr b="0" i="0" sz="1200" u="none" cap="none" strike="noStrike">
              <a:solidFill>
                <a:schemeClr val="dk1"/>
              </a:solidFill>
              <a:latin typeface="Karla"/>
              <a:ea typeface="Karla"/>
              <a:cs typeface="Karla"/>
              <a:sym typeface="Karla"/>
            </a:endParaRPr>
          </a:p>
          <a:p>
            <a:pPr indent="0" lvl="0" marL="0" marR="0" rtl="0" algn="l">
              <a:lnSpc>
                <a:spcPct val="100000"/>
              </a:lnSpc>
              <a:spcBef>
                <a:spcPts val="1200"/>
              </a:spcBef>
              <a:spcAft>
                <a:spcPts val="0"/>
              </a:spcAft>
              <a:buClr>
                <a:schemeClr val="dk1"/>
              </a:buClr>
              <a:buSzPts val="1100"/>
              <a:buFont typeface="Arial"/>
              <a:buNone/>
            </a:pPr>
            <a:r>
              <a:t/>
            </a:r>
            <a:endParaRPr b="0" i="0" sz="1400" u="none" cap="none" strike="noStrike">
              <a:solidFill>
                <a:schemeClr val="dk1"/>
              </a:solidFill>
              <a:latin typeface="Karla"/>
              <a:ea typeface="Karla"/>
              <a:cs typeface="Karla"/>
              <a:sym typeface="Karla"/>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Karla"/>
              <a:ea typeface="Karla"/>
              <a:cs typeface="Karla"/>
              <a:sym typeface="Karla"/>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6" name="Shape 736"/>
        <p:cNvGrpSpPr/>
        <p:nvPr/>
      </p:nvGrpSpPr>
      <p:grpSpPr>
        <a:xfrm>
          <a:off x="0" y="0"/>
          <a:ext cx="0" cy="0"/>
          <a:chOff x="0" y="0"/>
          <a:chExt cx="0" cy="0"/>
        </a:xfrm>
      </p:grpSpPr>
      <p:sp>
        <p:nvSpPr>
          <p:cNvPr id="737" name="Google Shape;737;p16"/>
          <p:cNvSpPr/>
          <p:nvPr/>
        </p:nvSpPr>
        <p:spPr>
          <a:xfrm>
            <a:off x="4114800" y="2473525"/>
            <a:ext cx="914400" cy="444600"/>
          </a:xfrm>
          <a:prstGeom prst="roundRect">
            <a:avLst>
              <a:gd fmla="val 16667" name="adj"/>
            </a:avLst>
          </a:prstGeom>
          <a:solidFill>
            <a:srgbClr val="E3E9ED"/>
          </a:solid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Karla"/>
              <a:ea typeface="Karla"/>
              <a:cs typeface="Karla"/>
              <a:sym typeface="Karla"/>
            </a:endParaRPr>
          </a:p>
        </p:txBody>
      </p:sp>
      <p:sp>
        <p:nvSpPr>
          <p:cNvPr id="738" name="Google Shape;738;p16"/>
          <p:cNvSpPr/>
          <p:nvPr/>
        </p:nvSpPr>
        <p:spPr>
          <a:xfrm>
            <a:off x="7260163" y="2473525"/>
            <a:ext cx="914400" cy="444600"/>
          </a:xfrm>
          <a:prstGeom prst="roundRect">
            <a:avLst>
              <a:gd fmla="val 16667" name="adj"/>
            </a:avLst>
          </a:prstGeom>
          <a:solidFill>
            <a:srgbClr val="E3E9ED"/>
          </a:solid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Karla"/>
              <a:ea typeface="Karla"/>
              <a:cs typeface="Karla"/>
              <a:sym typeface="Karla"/>
            </a:endParaRPr>
          </a:p>
        </p:txBody>
      </p:sp>
      <p:sp>
        <p:nvSpPr>
          <p:cNvPr id="739" name="Google Shape;739;p16"/>
          <p:cNvSpPr/>
          <p:nvPr/>
        </p:nvSpPr>
        <p:spPr>
          <a:xfrm>
            <a:off x="5791200" y="2473525"/>
            <a:ext cx="914400" cy="444600"/>
          </a:xfrm>
          <a:prstGeom prst="roundRect">
            <a:avLst>
              <a:gd fmla="val 16667" name="adj"/>
            </a:avLst>
          </a:prstGeom>
          <a:solidFill>
            <a:srgbClr val="E3E9ED"/>
          </a:solid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Karla"/>
              <a:ea typeface="Karla"/>
              <a:cs typeface="Karla"/>
              <a:sym typeface="Karla"/>
            </a:endParaRPr>
          </a:p>
        </p:txBody>
      </p:sp>
      <p:sp>
        <p:nvSpPr>
          <p:cNvPr id="740" name="Google Shape;740;p16"/>
          <p:cNvSpPr/>
          <p:nvPr/>
        </p:nvSpPr>
        <p:spPr>
          <a:xfrm>
            <a:off x="2628900" y="2473525"/>
            <a:ext cx="914400" cy="444600"/>
          </a:xfrm>
          <a:prstGeom prst="roundRect">
            <a:avLst>
              <a:gd fmla="val 16667" name="adj"/>
            </a:avLst>
          </a:prstGeom>
          <a:solidFill>
            <a:srgbClr val="E3E9ED"/>
          </a:solid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Karla"/>
              <a:ea typeface="Karla"/>
              <a:cs typeface="Karla"/>
              <a:sym typeface="Karla"/>
            </a:endParaRPr>
          </a:p>
        </p:txBody>
      </p:sp>
      <p:sp>
        <p:nvSpPr>
          <p:cNvPr id="741" name="Google Shape;741;p16"/>
          <p:cNvSpPr txBox="1"/>
          <p:nvPr>
            <p:ph type="title"/>
          </p:nvPr>
        </p:nvSpPr>
        <p:spPr>
          <a:xfrm>
            <a:off x="713250" y="152175"/>
            <a:ext cx="77175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n"/>
              <a:t>Model Results  </a:t>
            </a:r>
            <a:endParaRPr/>
          </a:p>
        </p:txBody>
      </p:sp>
      <p:graphicFrame>
        <p:nvGraphicFramePr>
          <p:cNvPr id="742" name="Google Shape;742;p16"/>
          <p:cNvGraphicFramePr/>
          <p:nvPr/>
        </p:nvGraphicFramePr>
        <p:xfrm>
          <a:off x="580963" y="724875"/>
          <a:ext cx="3000000" cy="3000000"/>
        </p:xfrm>
        <a:graphic>
          <a:graphicData uri="http://schemas.openxmlformats.org/drawingml/2006/table">
            <a:tbl>
              <a:tblPr>
                <a:noFill/>
                <a:tableStyleId>{E8B482C4-377D-4415-85AB-681A877218AA}</a:tableStyleId>
              </a:tblPr>
              <a:tblGrid>
                <a:gridCol w="1949600"/>
                <a:gridCol w="1090000"/>
                <a:gridCol w="1842975"/>
                <a:gridCol w="1400775"/>
                <a:gridCol w="1698725"/>
              </a:tblGrid>
              <a:tr h="657625">
                <a:tc>
                  <a:txBody>
                    <a:bodyPr/>
                    <a:lstStyle/>
                    <a:p>
                      <a:pPr indent="0" lvl="0" marL="0" marR="0" rtl="0" algn="ctr">
                        <a:lnSpc>
                          <a:spcPct val="100000"/>
                        </a:lnSpc>
                        <a:spcBef>
                          <a:spcPts val="0"/>
                        </a:spcBef>
                        <a:spcAft>
                          <a:spcPts val="0"/>
                        </a:spcAft>
                        <a:buClr>
                          <a:srgbClr val="000000"/>
                        </a:buClr>
                        <a:buSzPts val="2100"/>
                        <a:buFont typeface="Arial"/>
                        <a:buNone/>
                      </a:pPr>
                      <a:r>
                        <a:t/>
                      </a:r>
                      <a:endParaRPr sz="2100" u="none" cap="none" strike="noStrike">
                        <a:latin typeface="DM Serif Display"/>
                        <a:ea typeface="DM Serif Display"/>
                        <a:cs typeface="DM Serif Display"/>
                        <a:sym typeface="DM Serif Display"/>
                      </a:endParaRPr>
                    </a:p>
                  </a:txBody>
                  <a:tcPr marT="91425" marB="91425" marR="91425" marL="91425" anchor="ctr">
                    <a:lnL cap="flat" cmpd="sng" w="9525">
                      <a:solidFill>
                        <a:schemeClr val="dk1"/>
                      </a:solidFill>
                      <a:prstDash val="dash"/>
                      <a:round/>
                      <a:headEnd len="sm" w="sm" type="none"/>
                      <a:tailEnd len="sm" w="sm" type="none"/>
                    </a:lnL>
                    <a:lnR cap="flat" cmpd="sng" w="9525">
                      <a:solidFill>
                        <a:srgbClr val="5F8195"/>
                      </a:solidFill>
                      <a:prstDash val="dash"/>
                      <a:round/>
                      <a:headEnd len="sm" w="sm" type="none"/>
                      <a:tailEnd len="sm" w="sm" type="none"/>
                    </a:lnR>
                    <a:lnT cap="flat" cmpd="sng" w="9525">
                      <a:solidFill>
                        <a:schemeClr val="dk1"/>
                      </a:solidFill>
                      <a:prstDash val="dash"/>
                      <a:round/>
                      <a:headEnd len="sm" w="sm" type="none"/>
                      <a:tailEnd len="sm" w="sm" type="none"/>
                    </a:lnT>
                    <a:lnB cap="flat" cmpd="sng" w="9525">
                      <a:solidFill>
                        <a:schemeClr val="dk1"/>
                      </a:solidFill>
                      <a:prstDash val="dash"/>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 sz="1600" u="none" cap="none" strike="noStrike">
                          <a:solidFill>
                            <a:srgbClr val="325D79"/>
                          </a:solidFill>
                          <a:latin typeface="DM Serif Display"/>
                          <a:ea typeface="DM Serif Display"/>
                          <a:cs typeface="DM Serif Display"/>
                          <a:sym typeface="DM Serif Display"/>
                        </a:rPr>
                        <a:t>Recall</a:t>
                      </a:r>
                      <a:endParaRPr sz="1600" u="none" cap="none" strike="noStrike">
                        <a:solidFill>
                          <a:srgbClr val="325D79"/>
                        </a:solidFill>
                        <a:latin typeface="DM Serif Display"/>
                        <a:ea typeface="DM Serif Display"/>
                        <a:cs typeface="DM Serif Display"/>
                        <a:sym typeface="DM Serif Display"/>
                      </a:endParaRPr>
                    </a:p>
                  </a:txBody>
                  <a:tcPr marT="91425" marB="91425" marR="91425" marL="91425" anchor="ctr">
                    <a:lnL cap="flat" cmpd="sng" w="9525">
                      <a:solidFill>
                        <a:srgbClr val="5F8195"/>
                      </a:solidFill>
                      <a:prstDash val="dash"/>
                      <a:round/>
                      <a:headEnd len="sm" w="sm" type="none"/>
                      <a:tailEnd len="sm" w="sm" type="none"/>
                    </a:lnL>
                    <a:lnR cap="flat" cmpd="sng" w="9525">
                      <a:solidFill>
                        <a:srgbClr val="5F8195"/>
                      </a:solidFill>
                      <a:prstDash val="dash"/>
                      <a:round/>
                      <a:headEnd len="sm" w="sm" type="none"/>
                      <a:tailEnd len="sm" w="sm" type="none"/>
                    </a:lnR>
                    <a:lnT cap="flat" cmpd="sng" w="9525">
                      <a:solidFill>
                        <a:srgbClr val="5F8195"/>
                      </a:solidFill>
                      <a:prstDash val="dash"/>
                      <a:round/>
                      <a:headEnd len="sm" w="sm" type="none"/>
                      <a:tailEnd len="sm" w="sm" type="none"/>
                    </a:lnT>
                    <a:lnB cap="flat" cmpd="sng" w="9525">
                      <a:solidFill>
                        <a:srgbClr val="5F8195"/>
                      </a:solidFill>
                      <a:prstDash val="dash"/>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 sz="1600" u="none" cap="none" strike="noStrike">
                          <a:solidFill>
                            <a:srgbClr val="325D79"/>
                          </a:solidFill>
                          <a:latin typeface="DM Serif Display"/>
                          <a:ea typeface="DM Serif Display"/>
                          <a:cs typeface="DM Serif Display"/>
                          <a:sym typeface="DM Serif Display"/>
                        </a:rPr>
                        <a:t>False-positive rate</a:t>
                      </a:r>
                      <a:endParaRPr sz="1600" u="none" cap="none" strike="noStrike">
                        <a:solidFill>
                          <a:srgbClr val="325D79"/>
                        </a:solidFill>
                        <a:latin typeface="DM Serif Display"/>
                        <a:ea typeface="DM Serif Display"/>
                        <a:cs typeface="DM Serif Display"/>
                        <a:sym typeface="DM Serif Display"/>
                      </a:endParaRPr>
                    </a:p>
                  </a:txBody>
                  <a:tcPr marT="91425" marB="91425" marR="91425" marL="91425" anchor="ctr">
                    <a:lnL cap="flat" cmpd="sng" w="9525">
                      <a:solidFill>
                        <a:srgbClr val="5F8195"/>
                      </a:solidFill>
                      <a:prstDash val="dash"/>
                      <a:round/>
                      <a:headEnd len="sm" w="sm" type="none"/>
                      <a:tailEnd len="sm" w="sm" type="none"/>
                    </a:lnL>
                    <a:lnR cap="flat" cmpd="sng" w="9525">
                      <a:solidFill>
                        <a:srgbClr val="5F8195"/>
                      </a:solidFill>
                      <a:prstDash val="dash"/>
                      <a:round/>
                      <a:headEnd len="sm" w="sm" type="none"/>
                      <a:tailEnd len="sm" w="sm" type="none"/>
                    </a:lnR>
                    <a:lnT cap="flat" cmpd="sng" w="9525">
                      <a:solidFill>
                        <a:srgbClr val="5F8195"/>
                      </a:solidFill>
                      <a:prstDash val="dash"/>
                      <a:round/>
                      <a:headEnd len="sm" w="sm" type="none"/>
                      <a:tailEnd len="sm" w="sm" type="none"/>
                    </a:lnT>
                    <a:lnB cap="flat" cmpd="sng" w="9525">
                      <a:solidFill>
                        <a:srgbClr val="5F8195"/>
                      </a:solidFill>
                      <a:prstDash val="dash"/>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 sz="1600" u="none" cap="none" strike="noStrike">
                          <a:solidFill>
                            <a:srgbClr val="325D79"/>
                          </a:solidFill>
                          <a:latin typeface="DM Serif Display"/>
                          <a:ea typeface="DM Serif Display"/>
                          <a:cs typeface="DM Serif Display"/>
                          <a:sym typeface="DM Serif Display"/>
                        </a:rPr>
                        <a:t>Precision</a:t>
                      </a:r>
                      <a:r>
                        <a:rPr lang="en" sz="500" u="none" cap="none" strike="noStrike">
                          <a:solidFill>
                            <a:srgbClr val="325D79"/>
                          </a:solidFill>
                        </a:rPr>
                        <a:t> </a:t>
                      </a:r>
                      <a:endParaRPr sz="1600" u="none" cap="none" strike="noStrike">
                        <a:solidFill>
                          <a:srgbClr val="325D79"/>
                        </a:solidFill>
                        <a:latin typeface="DM Serif Display"/>
                        <a:ea typeface="DM Serif Display"/>
                        <a:cs typeface="DM Serif Display"/>
                        <a:sym typeface="DM Serif Display"/>
                      </a:endParaRPr>
                    </a:p>
                  </a:txBody>
                  <a:tcPr marT="91425" marB="91425" marR="91425" marL="91425" anchor="ctr">
                    <a:lnL cap="flat" cmpd="sng" w="9525">
                      <a:solidFill>
                        <a:srgbClr val="5F8195"/>
                      </a:solidFill>
                      <a:prstDash val="dash"/>
                      <a:round/>
                      <a:headEnd len="sm" w="sm" type="none"/>
                      <a:tailEnd len="sm" w="sm" type="none"/>
                    </a:lnL>
                    <a:lnR cap="flat" cmpd="sng" w="9525">
                      <a:solidFill>
                        <a:srgbClr val="5F8195"/>
                      </a:solidFill>
                      <a:prstDash val="dash"/>
                      <a:round/>
                      <a:headEnd len="sm" w="sm" type="none"/>
                      <a:tailEnd len="sm" w="sm" type="none"/>
                    </a:lnR>
                    <a:lnT cap="flat" cmpd="sng" w="9525">
                      <a:solidFill>
                        <a:srgbClr val="5F8195"/>
                      </a:solidFill>
                      <a:prstDash val="dash"/>
                      <a:round/>
                      <a:headEnd len="sm" w="sm" type="none"/>
                      <a:tailEnd len="sm" w="sm" type="none"/>
                    </a:lnT>
                    <a:lnB cap="flat" cmpd="sng" w="9525">
                      <a:solidFill>
                        <a:srgbClr val="5F8195"/>
                      </a:solidFill>
                      <a:prstDash val="dash"/>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100"/>
                        <a:buFont typeface="Arial"/>
                        <a:buNone/>
                      </a:pPr>
                      <a:r>
                        <a:rPr lang="en" sz="1600" u="none" cap="none" strike="noStrike">
                          <a:solidFill>
                            <a:srgbClr val="325D79"/>
                          </a:solidFill>
                          <a:latin typeface="DM Serif Display"/>
                          <a:ea typeface="DM Serif Display"/>
                          <a:cs typeface="DM Serif Display"/>
                          <a:sym typeface="DM Serif Display"/>
                        </a:rPr>
                        <a:t>ROC-AUC</a:t>
                      </a:r>
                      <a:endParaRPr sz="1600" u="none" cap="none" strike="noStrike">
                        <a:solidFill>
                          <a:srgbClr val="325D79"/>
                        </a:solidFill>
                        <a:latin typeface="DM Serif Display"/>
                        <a:ea typeface="DM Serif Display"/>
                        <a:cs typeface="DM Serif Display"/>
                        <a:sym typeface="DM Serif Display"/>
                      </a:endParaRPr>
                    </a:p>
                  </a:txBody>
                  <a:tcPr marT="91425" marB="91425" marR="91425" marL="91425" anchor="ctr">
                    <a:lnL cap="flat" cmpd="sng" w="9525">
                      <a:solidFill>
                        <a:srgbClr val="5F8195"/>
                      </a:solidFill>
                      <a:prstDash val="dash"/>
                      <a:round/>
                      <a:headEnd len="sm" w="sm" type="none"/>
                      <a:tailEnd len="sm" w="sm" type="none"/>
                    </a:lnL>
                    <a:lnR cap="flat" cmpd="sng" w="9525">
                      <a:solidFill>
                        <a:srgbClr val="5F8195"/>
                      </a:solidFill>
                      <a:prstDash val="dash"/>
                      <a:round/>
                      <a:headEnd len="sm" w="sm" type="none"/>
                      <a:tailEnd len="sm" w="sm" type="none"/>
                    </a:lnR>
                    <a:lnT cap="flat" cmpd="sng" w="9525">
                      <a:solidFill>
                        <a:srgbClr val="5F8195"/>
                      </a:solidFill>
                      <a:prstDash val="dash"/>
                      <a:round/>
                      <a:headEnd len="sm" w="sm" type="none"/>
                      <a:tailEnd len="sm" w="sm" type="none"/>
                    </a:lnT>
                    <a:lnB cap="flat" cmpd="sng" w="9525">
                      <a:solidFill>
                        <a:srgbClr val="5F8195"/>
                      </a:solidFill>
                      <a:prstDash val="dash"/>
                      <a:round/>
                      <a:headEnd len="sm" w="sm" type="none"/>
                      <a:tailEnd len="sm" w="sm" type="none"/>
                    </a:lnB>
                  </a:tcPr>
                </a:tc>
              </a:tr>
              <a:tr h="591725">
                <a:tc>
                  <a:txBody>
                    <a:bodyPr/>
                    <a:lstStyle/>
                    <a:p>
                      <a:pPr indent="0" lvl="0" marL="0" marR="0" rtl="0" algn="ctr">
                        <a:lnSpc>
                          <a:spcPct val="100000"/>
                        </a:lnSpc>
                        <a:spcBef>
                          <a:spcPts val="0"/>
                        </a:spcBef>
                        <a:spcAft>
                          <a:spcPts val="0"/>
                        </a:spcAft>
                        <a:buClr>
                          <a:srgbClr val="000000"/>
                        </a:buClr>
                        <a:buSzPts val="1300"/>
                        <a:buFont typeface="Arial"/>
                        <a:buNone/>
                      </a:pPr>
                      <a:r>
                        <a:rPr b="1" lang="en" sz="1300" u="none" cap="none" strike="noStrike">
                          <a:latin typeface="Karla"/>
                          <a:ea typeface="Karla"/>
                          <a:cs typeface="Karla"/>
                          <a:sym typeface="Karla"/>
                        </a:rPr>
                        <a:t>Baseline</a:t>
                      </a:r>
                      <a:endParaRPr b="1" sz="1300" u="none" cap="none" strike="noStrike">
                        <a:latin typeface="Karla"/>
                        <a:ea typeface="Karla"/>
                        <a:cs typeface="Karla"/>
                        <a:sym typeface="Karla"/>
                      </a:endParaRPr>
                    </a:p>
                    <a:p>
                      <a:pPr indent="0" lvl="0" marL="0" marR="0" rtl="0" algn="ctr">
                        <a:lnSpc>
                          <a:spcPct val="100000"/>
                        </a:lnSpc>
                        <a:spcBef>
                          <a:spcPts val="0"/>
                        </a:spcBef>
                        <a:spcAft>
                          <a:spcPts val="0"/>
                        </a:spcAft>
                        <a:buClr>
                          <a:srgbClr val="000000"/>
                        </a:buClr>
                        <a:buSzPts val="900"/>
                        <a:buFont typeface="Arial"/>
                        <a:buNone/>
                      </a:pPr>
                      <a:r>
                        <a:rPr b="1" lang="en" sz="900" u="none" cap="none" strike="noStrike">
                          <a:latin typeface="Karla"/>
                          <a:ea typeface="Karla"/>
                          <a:cs typeface="Karla"/>
                          <a:sym typeface="Karla"/>
                        </a:rPr>
                        <a:t>(XGBoost Tree on raw columns)</a:t>
                      </a:r>
                      <a:endParaRPr b="1" sz="900" u="none" cap="none" strike="noStrike">
                        <a:latin typeface="Karla"/>
                        <a:ea typeface="Karla"/>
                        <a:cs typeface="Karla"/>
                        <a:sym typeface="Karla"/>
                      </a:endParaRPr>
                    </a:p>
                  </a:txBody>
                  <a:tcPr marT="91425" marB="91425" marR="91425" marL="91425" anchor="ctr">
                    <a:lnL cap="flat" cmpd="sng" w="9525">
                      <a:solidFill>
                        <a:schemeClr val="dk1"/>
                      </a:solidFill>
                      <a:prstDash val="dash"/>
                      <a:round/>
                      <a:headEnd len="sm" w="sm" type="none"/>
                      <a:tailEnd len="sm" w="sm" type="none"/>
                    </a:lnL>
                    <a:lnR cap="flat" cmpd="sng" w="9525">
                      <a:solidFill>
                        <a:schemeClr val="dk1"/>
                      </a:solidFill>
                      <a:prstDash val="dash"/>
                      <a:round/>
                      <a:headEnd len="sm" w="sm" type="none"/>
                      <a:tailEnd len="sm" w="sm" type="none"/>
                    </a:lnR>
                    <a:lnT cap="flat" cmpd="sng" w="9525">
                      <a:solidFill>
                        <a:schemeClr val="dk1"/>
                      </a:solidFill>
                      <a:prstDash val="dash"/>
                      <a:round/>
                      <a:headEnd len="sm" w="sm" type="none"/>
                      <a:tailEnd len="sm" w="sm" type="none"/>
                    </a:lnT>
                    <a:lnB cap="flat" cmpd="sng" w="9525">
                      <a:solidFill>
                        <a:schemeClr val="dk1"/>
                      </a:solidFill>
                      <a:prstDash val="dash"/>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300"/>
                        <a:buFont typeface="Arial"/>
                        <a:buNone/>
                      </a:pPr>
                      <a:r>
                        <a:rPr lang="en" sz="1300" u="none" cap="none" strike="noStrike">
                          <a:solidFill>
                            <a:schemeClr val="dk1"/>
                          </a:solidFill>
                          <a:latin typeface="Karla"/>
                          <a:ea typeface="Karla"/>
                          <a:cs typeface="Karla"/>
                          <a:sym typeface="Karla"/>
                        </a:rPr>
                        <a:t>25.06%</a:t>
                      </a:r>
                      <a:endParaRPr sz="1300" u="none" cap="none" strike="noStrike">
                        <a:solidFill>
                          <a:schemeClr val="dk1"/>
                        </a:solidFill>
                        <a:latin typeface="Karla"/>
                        <a:ea typeface="Karla"/>
                        <a:cs typeface="Karla"/>
                        <a:sym typeface="Karla"/>
                      </a:endParaRPr>
                    </a:p>
                  </a:txBody>
                  <a:tcPr marT="91425" marB="91425" marR="91425" marL="91425" anchor="ctr">
                    <a:lnL cap="flat" cmpd="sng" w="9525">
                      <a:solidFill>
                        <a:schemeClr val="dk1"/>
                      </a:solidFill>
                      <a:prstDash val="dash"/>
                      <a:round/>
                      <a:headEnd len="sm" w="sm" type="none"/>
                      <a:tailEnd len="sm" w="sm" type="none"/>
                    </a:lnL>
                    <a:lnR cap="flat" cmpd="sng" w="9525">
                      <a:solidFill>
                        <a:schemeClr val="dk1"/>
                      </a:solidFill>
                      <a:prstDash val="dash"/>
                      <a:round/>
                      <a:headEnd len="sm" w="sm" type="none"/>
                      <a:tailEnd len="sm" w="sm" type="none"/>
                    </a:lnR>
                    <a:lnT cap="flat" cmpd="sng" w="9525">
                      <a:solidFill>
                        <a:srgbClr val="5F8195"/>
                      </a:solidFill>
                      <a:prstDash val="dash"/>
                      <a:round/>
                      <a:headEnd len="sm" w="sm" type="none"/>
                      <a:tailEnd len="sm" w="sm" type="none"/>
                    </a:lnT>
                    <a:lnB cap="flat" cmpd="sng" w="9525">
                      <a:solidFill>
                        <a:schemeClr val="dk1"/>
                      </a:solidFill>
                      <a:prstDash val="dash"/>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300"/>
                        <a:buFont typeface="Arial"/>
                        <a:buNone/>
                      </a:pPr>
                      <a:r>
                        <a:rPr lang="en" sz="1300" u="none" cap="none" strike="noStrike">
                          <a:solidFill>
                            <a:schemeClr val="dk1"/>
                          </a:solidFill>
                          <a:latin typeface="Karla"/>
                          <a:ea typeface="Karla"/>
                          <a:cs typeface="Karla"/>
                          <a:sym typeface="Karla"/>
                        </a:rPr>
                        <a:t>0.33%</a:t>
                      </a:r>
                      <a:endParaRPr sz="1300" u="none" cap="none" strike="noStrike">
                        <a:solidFill>
                          <a:schemeClr val="dk1"/>
                        </a:solidFill>
                        <a:latin typeface="Karla"/>
                        <a:ea typeface="Karla"/>
                        <a:cs typeface="Karla"/>
                        <a:sym typeface="Karla"/>
                      </a:endParaRPr>
                    </a:p>
                  </a:txBody>
                  <a:tcPr marT="91425" marB="91425" marR="91425" marL="91425" anchor="ctr">
                    <a:lnL cap="flat" cmpd="sng" w="9525">
                      <a:solidFill>
                        <a:schemeClr val="dk1"/>
                      </a:solidFill>
                      <a:prstDash val="dash"/>
                      <a:round/>
                      <a:headEnd len="sm" w="sm" type="none"/>
                      <a:tailEnd len="sm" w="sm" type="none"/>
                    </a:lnL>
                    <a:lnR cap="flat" cmpd="sng" w="9525">
                      <a:solidFill>
                        <a:schemeClr val="dk1"/>
                      </a:solidFill>
                      <a:prstDash val="dash"/>
                      <a:round/>
                      <a:headEnd len="sm" w="sm" type="none"/>
                      <a:tailEnd len="sm" w="sm" type="none"/>
                    </a:lnR>
                    <a:lnT cap="flat" cmpd="sng" w="9525">
                      <a:solidFill>
                        <a:srgbClr val="5F8195"/>
                      </a:solidFill>
                      <a:prstDash val="dash"/>
                      <a:round/>
                      <a:headEnd len="sm" w="sm" type="none"/>
                      <a:tailEnd len="sm" w="sm" type="none"/>
                    </a:lnT>
                    <a:lnB cap="flat" cmpd="sng" w="9525">
                      <a:solidFill>
                        <a:srgbClr val="325D79"/>
                      </a:solidFill>
                      <a:prstDash val="dash"/>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300"/>
                        <a:buFont typeface="Arial"/>
                        <a:buNone/>
                      </a:pPr>
                      <a:r>
                        <a:rPr lang="en" sz="1300" u="none" cap="none" strike="noStrike">
                          <a:latin typeface="Karla"/>
                          <a:ea typeface="Karla"/>
                          <a:cs typeface="Karla"/>
                          <a:sym typeface="Karla"/>
                        </a:rPr>
                        <a:t>73.03%</a:t>
                      </a:r>
                      <a:endParaRPr sz="1300" u="none" cap="none" strike="noStrike">
                        <a:latin typeface="Karla"/>
                        <a:ea typeface="Karla"/>
                        <a:cs typeface="Karla"/>
                        <a:sym typeface="Karla"/>
                      </a:endParaRPr>
                    </a:p>
                  </a:txBody>
                  <a:tcPr marT="91425" marB="91425" marR="91425" marL="91425" anchor="ctr">
                    <a:lnL cap="flat" cmpd="sng" w="9525">
                      <a:solidFill>
                        <a:schemeClr val="dk1"/>
                      </a:solidFill>
                      <a:prstDash val="dash"/>
                      <a:round/>
                      <a:headEnd len="sm" w="sm" type="none"/>
                      <a:tailEnd len="sm" w="sm" type="none"/>
                    </a:lnL>
                    <a:lnR cap="flat" cmpd="sng" w="9525">
                      <a:solidFill>
                        <a:schemeClr val="dk1"/>
                      </a:solidFill>
                      <a:prstDash val="dash"/>
                      <a:round/>
                      <a:headEnd len="sm" w="sm" type="none"/>
                      <a:tailEnd len="sm" w="sm" type="none"/>
                    </a:lnR>
                    <a:lnT cap="flat" cmpd="sng" w="9525">
                      <a:solidFill>
                        <a:srgbClr val="5F8195"/>
                      </a:solidFill>
                      <a:prstDash val="dash"/>
                      <a:round/>
                      <a:headEnd len="sm" w="sm" type="none"/>
                      <a:tailEnd len="sm" w="sm" type="none"/>
                    </a:lnT>
                    <a:lnB cap="flat" cmpd="sng" w="9525">
                      <a:solidFill>
                        <a:schemeClr val="dk1"/>
                      </a:solidFill>
                      <a:prstDash val="dash"/>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300"/>
                        <a:buFont typeface="Arial"/>
                        <a:buNone/>
                      </a:pPr>
                      <a:r>
                        <a:rPr lang="en" sz="1300" u="none" cap="none" strike="noStrike">
                          <a:latin typeface="Karla"/>
                          <a:ea typeface="Karla"/>
                          <a:cs typeface="Karla"/>
                          <a:sym typeface="Karla"/>
                        </a:rPr>
                        <a:t>0.858</a:t>
                      </a:r>
                      <a:endParaRPr sz="1300" u="none" cap="none" strike="noStrike">
                        <a:latin typeface="Karla"/>
                        <a:ea typeface="Karla"/>
                        <a:cs typeface="Karla"/>
                        <a:sym typeface="Karla"/>
                      </a:endParaRPr>
                    </a:p>
                  </a:txBody>
                  <a:tcPr marT="91425" marB="91425" marR="91425" marL="91425" anchor="ctr">
                    <a:lnL cap="flat" cmpd="sng" w="9525">
                      <a:solidFill>
                        <a:schemeClr val="dk1"/>
                      </a:solidFill>
                      <a:prstDash val="dash"/>
                      <a:round/>
                      <a:headEnd len="sm" w="sm" type="none"/>
                      <a:tailEnd len="sm" w="sm" type="none"/>
                    </a:lnL>
                    <a:lnR cap="flat" cmpd="sng" w="9525">
                      <a:solidFill>
                        <a:schemeClr val="dk1"/>
                      </a:solidFill>
                      <a:prstDash val="dash"/>
                      <a:round/>
                      <a:headEnd len="sm" w="sm" type="none"/>
                      <a:tailEnd len="sm" w="sm" type="none"/>
                    </a:lnR>
                    <a:lnT cap="flat" cmpd="sng" w="9525">
                      <a:solidFill>
                        <a:srgbClr val="5F8195"/>
                      </a:solidFill>
                      <a:prstDash val="dash"/>
                      <a:round/>
                      <a:headEnd len="sm" w="sm" type="none"/>
                      <a:tailEnd len="sm" w="sm" type="none"/>
                    </a:lnT>
                    <a:lnB cap="flat" cmpd="sng" w="9525">
                      <a:solidFill>
                        <a:schemeClr val="dk1"/>
                      </a:solidFill>
                      <a:prstDash val="dash"/>
                      <a:round/>
                      <a:headEnd len="sm" w="sm" type="none"/>
                      <a:tailEnd len="sm" w="sm" type="none"/>
                    </a:lnB>
                  </a:tcPr>
                </a:tc>
              </a:tr>
              <a:tr h="444775">
                <a:tc>
                  <a:txBody>
                    <a:bodyPr/>
                    <a:lstStyle/>
                    <a:p>
                      <a:pPr indent="0" lvl="0" marL="0" marR="0" rtl="0" algn="ctr">
                        <a:lnSpc>
                          <a:spcPct val="115000"/>
                        </a:lnSpc>
                        <a:spcBef>
                          <a:spcPts val="0"/>
                        </a:spcBef>
                        <a:spcAft>
                          <a:spcPts val="0"/>
                        </a:spcAft>
                        <a:buClr>
                          <a:schemeClr val="dk1"/>
                        </a:buClr>
                        <a:buSzPts val="1100"/>
                        <a:buFont typeface="Arial"/>
                        <a:buNone/>
                      </a:pPr>
                      <a:r>
                        <a:rPr b="1" lang="en" sz="1300" u="none" cap="none" strike="noStrike">
                          <a:latin typeface="Karla"/>
                          <a:ea typeface="Karla"/>
                          <a:cs typeface="Karla"/>
                          <a:sym typeface="Karla"/>
                        </a:rPr>
                        <a:t>Logistic Regression</a:t>
                      </a:r>
                      <a:endParaRPr b="1" sz="1300" u="none" cap="none" strike="noStrike">
                        <a:solidFill>
                          <a:schemeClr val="dk1"/>
                        </a:solidFill>
                        <a:latin typeface="Karla"/>
                        <a:ea typeface="Karla"/>
                        <a:cs typeface="Karla"/>
                        <a:sym typeface="Karla"/>
                      </a:endParaRPr>
                    </a:p>
                  </a:txBody>
                  <a:tcPr marT="91425" marB="91425" marR="91425" marL="91425" anchor="ctr">
                    <a:lnL cap="flat" cmpd="sng" w="9525">
                      <a:solidFill>
                        <a:schemeClr val="dk1"/>
                      </a:solidFill>
                      <a:prstDash val="dash"/>
                      <a:round/>
                      <a:headEnd len="sm" w="sm" type="none"/>
                      <a:tailEnd len="sm" w="sm" type="none"/>
                    </a:lnL>
                    <a:lnR cap="flat" cmpd="sng" w="9525">
                      <a:solidFill>
                        <a:schemeClr val="dk1"/>
                      </a:solidFill>
                      <a:prstDash val="dash"/>
                      <a:round/>
                      <a:headEnd len="sm" w="sm" type="none"/>
                      <a:tailEnd len="sm" w="sm" type="none"/>
                    </a:lnR>
                    <a:lnT cap="flat" cmpd="sng" w="9525">
                      <a:solidFill>
                        <a:schemeClr val="dk1"/>
                      </a:solidFill>
                      <a:prstDash val="dash"/>
                      <a:round/>
                      <a:headEnd len="sm" w="sm" type="none"/>
                      <a:tailEnd len="sm" w="sm" type="none"/>
                    </a:lnT>
                    <a:lnB cap="flat" cmpd="sng" w="9525">
                      <a:solidFill>
                        <a:schemeClr val="dk1"/>
                      </a:solidFill>
                      <a:prstDash val="dash"/>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300"/>
                        <a:buFont typeface="Arial"/>
                        <a:buNone/>
                      </a:pPr>
                      <a:r>
                        <a:rPr lang="en" sz="1300" u="none" cap="none" strike="noStrike">
                          <a:latin typeface="Karla"/>
                          <a:ea typeface="Karla"/>
                          <a:cs typeface="Karla"/>
                          <a:sym typeface="Karla"/>
                        </a:rPr>
                        <a:t>22.24% </a:t>
                      </a:r>
                      <a:endParaRPr sz="1300" u="none" cap="none" strike="noStrike">
                        <a:latin typeface="Karla"/>
                        <a:ea typeface="Karla"/>
                        <a:cs typeface="Karla"/>
                        <a:sym typeface="Karla"/>
                      </a:endParaRPr>
                    </a:p>
                  </a:txBody>
                  <a:tcPr marT="91425" marB="91425" marR="91425" marL="91425" anchor="ctr">
                    <a:lnL cap="flat" cmpd="sng" w="9525">
                      <a:solidFill>
                        <a:schemeClr val="dk1"/>
                      </a:solidFill>
                      <a:prstDash val="dash"/>
                      <a:round/>
                      <a:headEnd len="sm" w="sm" type="none"/>
                      <a:tailEnd len="sm" w="sm" type="none"/>
                    </a:lnL>
                    <a:lnR cap="flat" cmpd="sng" w="9525">
                      <a:solidFill>
                        <a:srgbClr val="325D79"/>
                      </a:solidFill>
                      <a:prstDash val="dash"/>
                      <a:round/>
                      <a:headEnd len="sm" w="sm" type="none"/>
                      <a:tailEnd len="sm" w="sm" type="none"/>
                    </a:lnR>
                    <a:lnT cap="flat" cmpd="sng" w="9525">
                      <a:solidFill>
                        <a:schemeClr val="dk1"/>
                      </a:solidFill>
                      <a:prstDash val="dash"/>
                      <a:round/>
                      <a:headEnd len="sm" w="sm" type="none"/>
                      <a:tailEnd len="sm" w="sm" type="none"/>
                    </a:lnT>
                    <a:lnB cap="flat" cmpd="sng" w="9525">
                      <a:solidFill>
                        <a:schemeClr val="dk1"/>
                      </a:solidFill>
                      <a:prstDash val="dash"/>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300"/>
                        <a:buFont typeface="Arial"/>
                        <a:buNone/>
                      </a:pPr>
                      <a:r>
                        <a:rPr lang="en" sz="1300" u="none" cap="none" strike="noStrike">
                          <a:latin typeface="Karla"/>
                          <a:ea typeface="Karla"/>
                          <a:cs typeface="Karla"/>
                          <a:sym typeface="Karla"/>
                        </a:rPr>
                        <a:t>6.32%</a:t>
                      </a:r>
                      <a:endParaRPr sz="1300" u="none" cap="none" strike="noStrike">
                        <a:latin typeface="Karla"/>
                        <a:ea typeface="Karla"/>
                        <a:cs typeface="Karla"/>
                        <a:sym typeface="Karla"/>
                      </a:endParaRPr>
                    </a:p>
                  </a:txBody>
                  <a:tcPr marT="91425" marB="91425" marR="91425" marL="91425" anchor="ctr">
                    <a:lnL cap="flat" cmpd="sng" w="9525">
                      <a:solidFill>
                        <a:srgbClr val="325D79"/>
                      </a:solidFill>
                      <a:prstDash val="dash"/>
                      <a:round/>
                      <a:headEnd len="sm" w="sm" type="none"/>
                      <a:tailEnd len="sm" w="sm" type="none"/>
                    </a:lnL>
                    <a:lnR cap="flat" cmpd="sng" w="9525">
                      <a:solidFill>
                        <a:srgbClr val="325D79"/>
                      </a:solidFill>
                      <a:prstDash val="dash"/>
                      <a:round/>
                      <a:headEnd len="sm" w="sm" type="none"/>
                      <a:tailEnd len="sm" w="sm" type="none"/>
                    </a:lnR>
                    <a:lnT cap="flat" cmpd="sng" w="9525">
                      <a:solidFill>
                        <a:srgbClr val="325D79"/>
                      </a:solidFill>
                      <a:prstDash val="dash"/>
                      <a:round/>
                      <a:headEnd len="sm" w="sm" type="none"/>
                      <a:tailEnd len="sm" w="sm" type="none"/>
                    </a:lnT>
                    <a:lnB cap="flat" cmpd="sng" w="9525">
                      <a:solidFill>
                        <a:srgbClr val="325D79"/>
                      </a:solidFill>
                      <a:prstDash val="dash"/>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300"/>
                        <a:buFont typeface="Arial"/>
                        <a:buNone/>
                      </a:pPr>
                      <a:r>
                        <a:rPr lang="en" sz="1300" u="none" cap="none" strike="noStrike">
                          <a:latin typeface="Karla"/>
                          <a:ea typeface="Karla"/>
                          <a:cs typeface="Karla"/>
                          <a:sym typeface="Karla"/>
                        </a:rPr>
                        <a:t>11.19%</a:t>
                      </a:r>
                      <a:endParaRPr sz="1300" u="none" cap="none" strike="noStrike">
                        <a:latin typeface="Karla"/>
                        <a:ea typeface="Karla"/>
                        <a:cs typeface="Karla"/>
                        <a:sym typeface="Karla"/>
                      </a:endParaRPr>
                    </a:p>
                  </a:txBody>
                  <a:tcPr marT="91425" marB="91425" marR="91425" marL="91425" anchor="ctr">
                    <a:lnL cap="flat" cmpd="sng" w="9525">
                      <a:solidFill>
                        <a:srgbClr val="325D79"/>
                      </a:solidFill>
                      <a:prstDash val="dash"/>
                      <a:round/>
                      <a:headEnd len="sm" w="sm" type="none"/>
                      <a:tailEnd len="sm" w="sm" type="none"/>
                    </a:lnL>
                    <a:lnR cap="flat" cmpd="sng" w="9525">
                      <a:solidFill>
                        <a:schemeClr val="dk1"/>
                      </a:solidFill>
                      <a:prstDash val="dash"/>
                      <a:round/>
                      <a:headEnd len="sm" w="sm" type="none"/>
                      <a:tailEnd len="sm" w="sm" type="none"/>
                    </a:lnR>
                    <a:lnT cap="flat" cmpd="sng" w="9525">
                      <a:solidFill>
                        <a:schemeClr val="dk1"/>
                      </a:solidFill>
                      <a:prstDash val="dash"/>
                      <a:round/>
                      <a:headEnd len="sm" w="sm" type="none"/>
                      <a:tailEnd len="sm" w="sm" type="none"/>
                    </a:lnT>
                    <a:lnB cap="flat" cmpd="sng" w="9525">
                      <a:solidFill>
                        <a:schemeClr val="dk1"/>
                      </a:solidFill>
                      <a:prstDash val="dash"/>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300"/>
                        <a:buFont typeface="Arial"/>
                        <a:buNone/>
                      </a:pPr>
                      <a:r>
                        <a:rPr lang="en" sz="1300" u="none" cap="none" strike="noStrike">
                          <a:latin typeface="Karla"/>
                          <a:ea typeface="Karla"/>
                          <a:cs typeface="Karla"/>
                          <a:sym typeface="Karla"/>
                        </a:rPr>
                        <a:t>0.646</a:t>
                      </a:r>
                      <a:endParaRPr sz="1300" u="none" cap="none" strike="noStrike">
                        <a:latin typeface="Karla"/>
                        <a:ea typeface="Karla"/>
                        <a:cs typeface="Karla"/>
                        <a:sym typeface="Karla"/>
                      </a:endParaRPr>
                    </a:p>
                  </a:txBody>
                  <a:tcPr marT="91425" marB="91425" marR="91425" marL="91425" anchor="ctr">
                    <a:lnL cap="flat" cmpd="sng" w="9525">
                      <a:solidFill>
                        <a:schemeClr val="dk1"/>
                      </a:solidFill>
                      <a:prstDash val="dash"/>
                      <a:round/>
                      <a:headEnd len="sm" w="sm" type="none"/>
                      <a:tailEnd len="sm" w="sm" type="none"/>
                    </a:lnL>
                    <a:lnR cap="flat" cmpd="sng" w="9525">
                      <a:solidFill>
                        <a:schemeClr val="dk1"/>
                      </a:solidFill>
                      <a:prstDash val="dash"/>
                      <a:round/>
                      <a:headEnd len="sm" w="sm" type="none"/>
                      <a:tailEnd len="sm" w="sm" type="none"/>
                    </a:lnR>
                    <a:lnT cap="flat" cmpd="sng" w="9525">
                      <a:solidFill>
                        <a:schemeClr val="dk1"/>
                      </a:solidFill>
                      <a:prstDash val="dash"/>
                      <a:round/>
                      <a:headEnd len="sm" w="sm" type="none"/>
                      <a:tailEnd len="sm" w="sm" type="none"/>
                    </a:lnT>
                    <a:lnB cap="flat" cmpd="sng" w="9525">
                      <a:solidFill>
                        <a:schemeClr val="dk1"/>
                      </a:solidFill>
                      <a:prstDash val="dash"/>
                      <a:round/>
                      <a:headEnd len="sm" w="sm" type="none"/>
                      <a:tailEnd len="sm" w="sm" type="none"/>
                    </a:lnB>
                  </a:tcPr>
                </a:tc>
              </a:tr>
              <a:tr h="528150">
                <a:tc>
                  <a:txBody>
                    <a:bodyPr/>
                    <a:lstStyle/>
                    <a:p>
                      <a:pPr indent="0" lvl="0" marL="0" marR="0" rtl="0" algn="ctr">
                        <a:lnSpc>
                          <a:spcPct val="115000"/>
                        </a:lnSpc>
                        <a:spcBef>
                          <a:spcPts val="0"/>
                        </a:spcBef>
                        <a:spcAft>
                          <a:spcPts val="0"/>
                        </a:spcAft>
                        <a:buClr>
                          <a:schemeClr val="dk1"/>
                        </a:buClr>
                        <a:buSzPts val="1100"/>
                        <a:buFont typeface="Arial"/>
                        <a:buNone/>
                      </a:pPr>
                      <a:r>
                        <a:rPr b="1" lang="en" sz="1300" u="none" cap="none" strike="noStrike">
                          <a:solidFill>
                            <a:schemeClr val="dk1"/>
                          </a:solidFill>
                          <a:latin typeface="Karla"/>
                          <a:ea typeface="Karla"/>
                          <a:cs typeface="Karla"/>
                          <a:sym typeface="Karla"/>
                        </a:rPr>
                        <a:t>GBT/XGBoost Tree</a:t>
                      </a:r>
                      <a:endParaRPr b="1" sz="1300" u="none" cap="none" strike="noStrike">
                        <a:latin typeface="Karla"/>
                        <a:ea typeface="Karla"/>
                        <a:cs typeface="Karla"/>
                        <a:sym typeface="Karla"/>
                      </a:endParaRPr>
                    </a:p>
                  </a:txBody>
                  <a:tcPr marT="91425" marB="91425" marR="91425" marL="91425" anchor="ctr">
                    <a:lnL cap="flat" cmpd="sng" w="9525">
                      <a:solidFill>
                        <a:schemeClr val="dk1"/>
                      </a:solidFill>
                      <a:prstDash val="dash"/>
                      <a:round/>
                      <a:headEnd len="sm" w="sm" type="none"/>
                      <a:tailEnd len="sm" w="sm" type="none"/>
                    </a:lnL>
                    <a:lnR cap="flat" cmpd="sng" w="9525">
                      <a:solidFill>
                        <a:schemeClr val="dk1"/>
                      </a:solidFill>
                      <a:prstDash val="dash"/>
                      <a:round/>
                      <a:headEnd len="sm" w="sm" type="none"/>
                      <a:tailEnd len="sm" w="sm" type="none"/>
                    </a:lnR>
                    <a:lnT cap="flat" cmpd="sng" w="9525">
                      <a:solidFill>
                        <a:schemeClr val="dk1"/>
                      </a:solidFill>
                      <a:prstDash val="dash"/>
                      <a:round/>
                      <a:headEnd len="sm" w="sm" type="none"/>
                      <a:tailEnd len="sm" w="sm" type="none"/>
                    </a:lnT>
                    <a:lnB cap="flat" cmpd="sng" w="9525">
                      <a:solidFill>
                        <a:schemeClr val="dk1"/>
                      </a:solidFill>
                      <a:prstDash val="dash"/>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300"/>
                        <a:buFont typeface="Arial"/>
                        <a:buNone/>
                      </a:pPr>
                      <a:r>
                        <a:rPr b="1" lang="en" sz="1300" u="none" cap="none" strike="noStrike">
                          <a:latin typeface="Karla"/>
                          <a:ea typeface="Karla"/>
                          <a:cs typeface="Karla"/>
                          <a:sym typeface="Karla"/>
                        </a:rPr>
                        <a:t>62.44% </a:t>
                      </a:r>
                      <a:endParaRPr b="1" sz="1300" u="none" cap="none" strike="noStrike">
                        <a:latin typeface="Karla"/>
                        <a:ea typeface="Karla"/>
                        <a:cs typeface="Karla"/>
                        <a:sym typeface="Karla"/>
                      </a:endParaRPr>
                    </a:p>
                  </a:txBody>
                  <a:tcPr marT="91425" marB="91425" marR="91425" marL="91425" anchor="ctr">
                    <a:lnL cap="flat" cmpd="sng" w="9525">
                      <a:solidFill>
                        <a:schemeClr val="dk1"/>
                      </a:solidFill>
                      <a:prstDash val="dash"/>
                      <a:round/>
                      <a:headEnd len="sm" w="sm" type="none"/>
                      <a:tailEnd len="sm" w="sm" type="none"/>
                    </a:lnL>
                    <a:lnR cap="flat" cmpd="sng" w="9525">
                      <a:solidFill>
                        <a:srgbClr val="325D79"/>
                      </a:solidFill>
                      <a:prstDash val="dash"/>
                      <a:round/>
                      <a:headEnd len="sm" w="sm" type="none"/>
                      <a:tailEnd len="sm" w="sm" type="none"/>
                    </a:lnR>
                    <a:lnT cap="flat" cmpd="sng" w="9525">
                      <a:solidFill>
                        <a:schemeClr val="dk1"/>
                      </a:solidFill>
                      <a:prstDash val="dash"/>
                      <a:round/>
                      <a:headEnd len="sm" w="sm" type="none"/>
                      <a:tailEnd len="sm" w="sm" type="none"/>
                    </a:lnT>
                    <a:lnB cap="flat" cmpd="sng" w="9525">
                      <a:solidFill>
                        <a:schemeClr val="dk1"/>
                      </a:solidFill>
                      <a:prstDash val="dash"/>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300"/>
                        <a:buFont typeface="Arial"/>
                        <a:buNone/>
                      </a:pPr>
                      <a:r>
                        <a:rPr b="1" lang="en" sz="1300" u="none" cap="none" strike="noStrike">
                          <a:latin typeface="Karla"/>
                          <a:ea typeface="Karla"/>
                          <a:cs typeface="Karla"/>
                          <a:sym typeface="Karla"/>
                        </a:rPr>
                        <a:t>7.12% </a:t>
                      </a:r>
                      <a:endParaRPr b="1" sz="1300" u="none" cap="none" strike="noStrike">
                        <a:latin typeface="Karla"/>
                        <a:ea typeface="Karla"/>
                        <a:cs typeface="Karla"/>
                        <a:sym typeface="Karla"/>
                      </a:endParaRPr>
                    </a:p>
                  </a:txBody>
                  <a:tcPr marT="91425" marB="91425" marR="91425" marL="91425" anchor="ctr">
                    <a:lnL cap="flat" cmpd="sng" w="9525">
                      <a:solidFill>
                        <a:srgbClr val="325D79"/>
                      </a:solidFill>
                      <a:prstDash val="dash"/>
                      <a:round/>
                      <a:headEnd len="sm" w="sm" type="none"/>
                      <a:tailEnd len="sm" w="sm" type="none"/>
                    </a:lnL>
                    <a:lnR cap="flat" cmpd="sng" w="9525">
                      <a:solidFill>
                        <a:srgbClr val="325D79"/>
                      </a:solidFill>
                      <a:prstDash val="dash"/>
                      <a:round/>
                      <a:headEnd len="sm" w="sm" type="none"/>
                      <a:tailEnd len="sm" w="sm" type="none"/>
                    </a:lnR>
                    <a:lnT cap="flat" cmpd="sng" w="9525">
                      <a:solidFill>
                        <a:srgbClr val="325D79"/>
                      </a:solidFill>
                      <a:prstDash val="dash"/>
                      <a:round/>
                      <a:headEnd len="sm" w="sm" type="none"/>
                      <a:tailEnd len="sm" w="sm" type="none"/>
                    </a:lnT>
                    <a:lnB cap="flat" cmpd="sng" w="9525">
                      <a:solidFill>
                        <a:srgbClr val="325D79"/>
                      </a:solidFill>
                      <a:prstDash val="dash"/>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300"/>
                        <a:buFont typeface="Arial"/>
                        <a:buNone/>
                      </a:pPr>
                      <a:r>
                        <a:rPr b="1" lang="en" sz="1300" u="none" cap="none" strike="noStrike">
                          <a:latin typeface="Karla"/>
                          <a:ea typeface="Karla"/>
                          <a:cs typeface="Karla"/>
                          <a:sym typeface="Karla"/>
                        </a:rPr>
                        <a:t>23.89% </a:t>
                      </a:r>
                      <a:endParaRPr b="1" sz="1300" u="none" cap="none" strike="noStrike">
                        <a:latin typeface="Karla"/>
                        <a:ea typeface="Karla"/>
                        <a:cs typeface="Karla"/>
                        <a:sym typeface="Karla"/>
                      </a:endParaRPr>
                    </a:p>
                  </a:txBody>
                  <a:tcPr marT="91425" marB="91425" marR="91425" marL="91425" anchor="ctr">
                    <a:lnL cap="flat" cmpd="sng" w="9525">
                      <a:solidFill>
                        <a:srgbClr val="325D79"/>
                      </a:solidFill>
                      <a:prstDash val="dash"/>
                      <a:round/>
                      <a:headEnd len="sm" w="sm" type="none"/>
                      <a:tailEnd len="sm" w="sm" type="none"/>
                    </a:lnL>
                    <a:lnR cap="flat" cmpd="sng" w="9525">
                      <a:solidFill>
                        <a:schemeClr val="dk1"/>
                      </a:solidFill>
                      <a:prstDash val="dash"/>
                      <a:round/>
                      <a:headEnd len="sm" w="sm" type="none"/>
                      <a:tailEnd len="sm" w="sm" type="none"/>
                    </a:lnR>
                    <a:lnT cap="flat" cmpd="sng" w="9525">
                      <a:solidFill>
                        <a:schemeClr val="dk1"/>
                      </a:solidFill>
                      <a:prstDash val="dash"/>
                      <a:round/>
                      <a:headEnd len="sm" w="sm" type="none"/>
                      <a:tailEnd len="sm" w="sm" type="none"/>
                    </a:lnT>
                    <a:lnB cap="flat" cmpd="sng" w="9525">
                      <a:solidFill>
                        <a:schemeClr val="dk1"/>
                      </a:solidFill>
                      <a:prstDash val="dash"/>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300"/>
                        <a:buFont typeface="Arial"/>
                        <a:buNone/>
                      </a:pPr>
                      <a:r>
                        <a:rPr b="1" lang="en" sz="1300" u="none" cap="none" strike="noStrike">
                          <a:latin typeface="Karla"/>
                          <a:ea typeface="Karla"/>
                          <a:cs typeface="Karla"/>
                          <a:sym typeface="Karla"/>
                        </a:rPr>
                        <a:t>0.776</a:t>
                      </a:r>
                      <a:endParaRPr b="1" sz="1300" u="none" cap="none" strike="noStrike">
                        <a:latin typeface="Karla"/>
                        <a:ea typeface="Karla"/>
                        <a:cs typeface="Karla"/>
                        <a:sym typeface="Karla"/>
                      </a:endParaRPr>
                    </a:p>
                  </a:txBody>
                  <a:tcPr marT="91425" marB="91425" marR="91425" marL="91425" anchor="ctr">
                    <a:lnL cap="flat" cmpd="sng" w="9525">
                      <a:solidFill>
                        <a:schemeClr val="dk1"/>
                      </a:solidFill>
                      <a:prstDash val="dash"/>
                      <a:round/>
                      <a:headEnd len="sm" w="sm" type="none"/>
                      <a:tailEnd len="sm" w="sm" type="none"/>
                    </a:lnL>
                    <a:lnR cap="flat" cmpd="sng" w="9525">
                      <a:solidFill>
                        <a:schemeClr val="dk1"/>
                      </a:solidFill>
                      <a:prstDash val="dash"/>
                      <a:round/>
                      <a:headEnd len="sm" w="sm" type="none"/>
                      <a:tailEnd len="sm" w="sm" type="none"/>
                    </a:lnR>
                    <a:lnT cap="flat" cmpd="sng" w="9525">
                      <a:solidFill>
                        <a:schemeClr val="dk1"/>
                      </a:solidFill>
                      <a:prstDash val="dash"/>
                      <a:round/>
                      <a:headEnd len="sm" w="sm" type="none"/>
                      <a:tailEnd len="sm" w="sm" type="none"/>
                    </a:lnT>
                    <a:lnB cap="flat" cmpd="sng" w="9525">
                      <a:solidFill>
                        <a:schemeClr val="dk1"/>
                      </a:solidFill>
                      <a:prstDash val="dash"/>
                      <a:round/>
                      <a:headEnd len="sm" w="sm" type="none"/>
                      <a:tailEnd len="sm" w="sm" type="none"/>
                    </a:lnB>
                  </a:tcPr>
                </a:tc>
              </a:tr>
              <a:tr h="612225">
                <a:tc>
                  <a:txBody>
                    <a:bodyPr/>
                    <a:lstStyle/>
                    <a:p>
                      <a:pPr indent="0" lvl="0" marL="0" marR="0" rtl="0" algn="ctr">
                        <a:lnSpc>
                          <a:spcPct val="115000"/>
                        </a:lnSpc>
                        <a:spcBef>
                          <a:spcPts val="0"/>
                        </a:spcBef>
                        <a:spcAft>
                          <a:spcPts val="0"/>
                        </a:spcAft>
                        <a:buClr>
                          <a:schemeClr val="dk1"/>
                        </a:buClr>
                        <a:buSzPts val="1100"/>
                        <a:buFont typeface="Arial"/>
                        <a:buNone/>
                      </a:pPr>
                      <a:r>
                        <a:rPr b="1" lang="en" sz="1300" u="none" cap="none" strike="noStrike">
                          <a:latin typeface="Karla"/>
                          <a:ea typeface="Karla"/>
                          <a:cs typeface="Karla"/>
                          <a:sym typeface="Karla"/>
                        </a:rPr>
                        <a:t>Rule-based </a:t>
                      </a:r>
                      <a:endParaRPr b="1" sz="1300" u="none" cap="none" strike="noStrike">
                        <a:latin typeface="Karla"/>
                        <a:ea typeface="Karla"/>
                        <a:cs typeface="Karla"/>
                        <a:sym typeface="Karla"/>
                      </a:endParaRPr>
                    </a:p>
                    <a:p>
                      <a:pPr indent="0" lvl="0" marL="0" marR="0" rtl="0" algn="ctr">
                        <a:lnSpc>
                          <a:spcPct val="115000"/>
                        </a:lnSpc>
                        <a:spcBef>
                          <a:spcPts val="0"/>
                        </a:spcBef>
                        <a:spcAft>
                          <a:spcPts val="0"/>
                        </a:spcAft>
                        <a:buClr>
                          <a:schemeClr val="dk1"/>
                        </a:buClr>
                        <a:buSzPts val="1100"/>
                        <a:buFont typeface="Arial"/>
                        <a:buNone/>
                      </a:pPr>
                      <a:r>
                        <a:rPr b="1" lang="en" sz="1300" u="none" cap="none" strike="noStrike">
                          <a:latin typeface="Karla"/>
                          <a:ea typeface="Karla"/>
                          <a:cs typeface="Karla"/>
                          <a:sym typeface="Karla"/>
                        </a:rPr>
                        <a:t>points score</a:t>
                      </a:r>
                      <a:endParaRPr b="1" sz="1300" u="none" cap="none" strike="noStrike">
                        <a:solidFill>
                          <a:schemeClr val="dk1"/>
                        </a:solidFill>
                        <a:latin typeface="Karla"/>
                        <a:ea typeface="Karla"/>
                        <a:cs typeface="Karla"/>
                        <a:sym typeface="Karla"/>
                      </a:endParaRPr>
                    </a:p>
                  </a:txBody>
                  <a:tcPr marT="91425" marB="91425" marR="91425" marL="91425" anchor="ctr">
                    <a:lnL cap="flat" cmpd="sng" w="9525">
                      <a:solidFill>
                        <a:schemeClr val="dk1"/>
                      </a:solidFill>
                      <a:prstDash val="dash"/>
                      <a:round/>
                      <a:headEnd len="sm" w="sm" type="none"/>
                      <a:tailEnd len="sm" w="sm" type="none"/>
                    </a:lnL>
                    <a:lnR cap="flat" cmpd="sng" w="9525">
                      <a:solidFill>
                        <a:schemeClr val="dk1"/>
                      </a:solidFill>
                      <a:prstDash val="dash"/>
                      <a:round/>
                      <a:headEnd len="sm" w="sm" type="none"/>
                      <a:tailEnd len="sm" w="sm" type="none"/>
                    </a:lnR>
                    <a:lnT cap="flat" cmpd="sng" w="9525">
                      <a:solidFill>
                        <a:schemeClr val="dk1"/>
                      </a:solidFill>
                      <a:prstDash val="dash"/>
                      <a:round/>
                      <a:headEnd len="sm" w="sm" type="none"/>
                      <a:tailEnd len="sm" w="sm" type="none"/>
                    </a:lnT>
                    <a:lnB cap="flat" cmpd="sng" w="9525">
                      <a:solidFill>
                        <a:schemeClr val="dk1"/>
                      </a:solidFill>
                      <a:prstDash val="dash"/>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300"/>
                        <a:buFont typeface="Arial"/>
                        <a:buNone/>
                      </a:pPr>
                      <a:r>
                        <a:rPr lang="en" sz="1300" u="none" cap="none" strike="noStrike">
                          <a:latin typeface="Karla"/>
                          <a:ea typeface="Karla"/>
                          <a:cs typeface="Karla"/>
                          <a:sym typeface="Karla"/>
                        </a:rPr>
                        <a:t>27.48 % </a:t>
                      </a:r>
                      <a:endParaRPr sz="1300" u="none" cap="none" strike="noStrike">
                        <a:latin typeface="Karla"/>
                        <a:ea typeface="Karla"/>
                        <a:cs typeface="Karla"/>
                        <a:sym typeface="Karla"/>
                      </a:endParaRPr>
                    </a:p>
                  </a:txBody>
                  <a:tcPr marT="91425" marB="91425" marR="91425" marL="91425" anchor="ctr">
                    <a:lnL cap="flat" cmpd="sng" w="9525">
                      <a:solidFill>
                        <a:schemeClr val="dk1"/>
                      </a:solidFill>
                      <a:prstDash val="dash"/>
                      <a:round/>
                      <a:headEnd len="sm" w="sm" type="none"/>
                      <a:tailEnd len="sm" w="sm" type="none"/>
                    </a:lnL>
                    <a:lnR cap="flat" cmpd="sng" w="9525">
                      <a:solidFill>
                        <a:schemeClr val="dk1"/>
                      </a:solidFill>
                      <a:prstDash val="dash"/>
                      <a:round/>
                      <a:headEnd len="sm" w="sm" type="none"/>
                      <a:tailEnd len="sm" w="sm" type="none"/>
                    </a:lnR>
                    <a:lnT cap="flat" cmpd="sng" w="9525">
                      <a:solidFill>
                        <a:schemeClr val="dk1"/>
                      </a:solidFill>
                      <a:prstDash val="dash"/>
                      <a:round/>
                      <a:headEnd len="sm" w="sm" type="none"/>
                      <a:tailEnd len="sm" w="sm" type="none"/>
                    </a:lnT>
                    <a:lnB cap="flat" cmpd="sng" w="9525">
                      <a:solidFill>
                        <a:schemeClr val="dk1"/>
                      </a:solidFill>
                      <a:prstDash val="dash"/>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300"/>
                        <a:buFont typeface="Arial"/>
                        <a:buNone/>
                      </a:pPr>
                      <a:r>
                        <a:rPr lang="en" sz="1300" u="none" cap="none" strike="noStrike">
                          <a:latin typeface="Karla"/>
                          <a:ea typeface="Karla"/>
                          <a:cs typeface="Karla"/>
                          <a:sym typeface="Karla"/>
                        </a:rPr>
                        <a:t>7.16% </a:t>
                      </a:r>
                      <a:endParaRPr sz="1300" u="none" cap="none" strike="noStrike">
                        <a:latin typeface="Karla"/>
                        <a:ea typeface="Karla"/>
                        <a:cs typeface="Karla"/>
                        <a:sym typeface="Karla"/>
                      </a:endParaRPr>
                    </a:p>
                  </a:txBody>
                  <a:tcPr marT="91425" marB="91425" marR="91425" marL="91425" anchor="ctr">
                    <a:lnL cap="flat" cmpd="sng" w="9525">
                      <a:solidFill>
                        <a:schemeClr val="dk1"/>
                      </a:solidFill>
                      <a:prstDash val="dash"/>
                      <a:round/>
                      <a:headEnd len="sm" w="sm" type="none"/>
                      <a:tailEnd len="sm" w="sm" type="none"/>
                    </a:lnL>
                    <a:lnR cap="flat" cmpd="sng" w="9525">
                      <a:solidFill>
                        <a:schemeClr val="dk1"/>
                      </a:solidFill>
                      <a:prstDash val="dash"/>
                      <a:round/>
                      <a:headEnd len="sm" w="sm" type="none"/>
                      <a:tailEnd len="sm" w="sm" type="none"/>
                    </a:lnR>
                    <a:lnT cap="flat" cmpd="sng" w="9525">
                      <a:solidFill>
                        <a:srgbClr val="325D79"/>
                      </a:solidFill>
                      <a:prstDash val="dash"/>
                      <a:round/>
                      <a:headEnd len="sm" w="sm" type="none"/>
                      <a:tailEnd len="sm" w="sm" type="none"/>
                    </a:lnT>
                    <a:lnB cap="flat" cmpd="sng" w="9525">
                      <a:solidFill>
                        <a:schemeClr val="dk1"/>
                      </a:solidFill>
                      <a:prstDash val="dash"/>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300"/>
                        <a:buFont typeface="Arial"/>
                        <a:buNone/>
                      </a:pPr>
                      <a:r>
                        <a:rPr lang="en" sz="1300" u="none" cap="none" strike="noStrike">
                          <a:latin typeface="Karla"/>
                          <a:ea typeface="Karla"/>
                          <a:cs typeface="Karla"/>
                          <a:sym typeface="Karla"/>
                        </a:rPr>
                        <a:t>12.09% </a:t>
                      </a:r>
                      <a:endParaRPr sz="1300" u="none" cap="none" strike="noStrike">
                        <a:latin typeface="Karla"/>
                        <a:ea typeface="Karla"/>
                        <a:cs typeface="Karla"/>
                        <a:sym typeface="Karla"/>
                      </a:endParaRPr>
                    </a:p>
                  </a:txBody>
                  <a:tcPr marT="91425" marB="91425" marR="91425" marL="91425" anchor="ctr">
                    <a:lnL cap="flat" cmpd="sng" w="9525">
                      <a:solidFill>
                        <a:schemeClr val="dk1"/>
                      </a:solidFill>
                      <a:prstDash val="dash"/>
                      <a:round/>
                      <a:headEnd len="sm" w="sm" type="none"/>
                      <a:tailEnd len="sm" w="sm" type="none"/>
                    </a:lnL>
                    <a:lnR cap="flat" cmpd="sng" w="9525">
                      <a:solidFill>
                        <a:schemeClr val="dk1"/>
                      </a:solidFill>
                      <a:prstDash val="dash"/>
                      <a:round/>
                      <a:headEnd len="sm" w="sm" type="none"/>
                      <a:tailEnd len="sm" w="sm" type="none"/>
                    </a:lnR>
                    <a:lnT cap="flat" cmpd="sng" w="9525">
                      <a:solidFill>
                        <a:schemeClr val="dk1"/>
                      </a:solidFill>
                      <a:prstDash val="dash"/>
                      <a:round/>
                      <a:headEnd len="sm" w="sm" type="none"/>
                      <a:tailEnd len="sm" w="sm" type="none"/>
                    </a:lnT>
                    <a:lnB cap="flat" cmpd="sng" w="9525">
                      <a:solidFill>
                        <a:schemeClr val="dk1"/>
                      </a:solidFill>
                      <a:prstDash val="dash"/>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300"/>
                        <a:buFont typeface="Arial"/>
                        <a:buNone/>
                      </a:pPr>
                      <a:r>
                        <a:rPr lang="en" sz="1300" u="none" cap="none" strike="noStrike">
                          <a:latin typeface="Karla"/>
                          <a:ea typeface="Karla"/>
                          <a:cs typeface="Karla"/>
                          <a:sym typeface="Karla"/>
                        </a:rPr>
                        <a:t>0.602</a:t>
                      </a:r>
                      <a:endParaRPr sz="1300" u="none" cap="none" strike="noStrike">
                        <a:latin typeface="Karla"/>
                        <a:ea typeface="Karla"/>
                        <a:cs typeface="Karla"/>
                        <a:sym typeface="Karla"/>
                      </a:endParaRPr>
                    </a:p>
                  </a:txBody>
                  <a:tcPr marT="91425" marB="91425" marR="91425" marL="91425" anchor="ctr">
                    <a:lnL cap="flat" cmpd="sng" w="9525">
                      <a:solidFill>
                        <a:schemeClr val="dk1"/>
                      </a:solidFill>
                      <a:prstDash val="dash"/>
                      <a:round/>
                      <a:headEnd len="sm" w="sm" type="none"/>
                      <a:tailEnd len="sm" w="sm" type="none"/>
                    </a:lnL>
                    <a:lnR cap="flat" cmpd="sng" w="9525">
                      <a:solidFill>
                        <a:schemeClr val="dk1"/>
                      </a:solidFill>
                      <a:prstDash val="dash"/>
                      <a:round/>
                      <a:headEnd len="sm" w="sm" type="none"/>
                      <a:tailEnd len="sm" w="sm" type="none"/>
                    </a:lnR>
                    <a:lnT cap="flat" cmpd="sng" w="9525">
                      <a:solidFill>
                        <a:schemeClr val="dk1"/>
                      </a:solidFill>
                      <a:prstDash val="dash"/>
                      <a:round/>
                      <a:headEnd len="sm" w="sm" type="none"/>
                      <a:tailEnd len="sm" w="sm" type="none"/>
                    </a:lnT>
                    <a:lnB cap="flat" cmpd="sng" w="9525">
                      <a:solidFill>
                        <a:schemeClr val="dk1"/>
                      </a:solidFill>
                      <a:prstDash val="dash"/>
                      <a:round/>
                      <a:headEnd len="sm" w="sm" type="none"/>
                      <a:tailEnd len="sm" w="sm" type="none"/>
                    </a:lnB>
                  </a:tcPr>
                </a:tc>
              </a:tr>
              <a:tr h="569825">
                <a:tc>
                  <a:txBody>
                    <a:bodyPr/>
                    <a:lstStyle/>
                    <a:p>
                      <a:pPr indent="0" lvl="0" marL="0" marR="0" rtl="0" algn="ctr">
                        <a:lnSpc>
                          <a:spcPct val="115000"/>
                        </a:lnSpc>
                        <a:spcBef>
                          <a:spcPts val="0"/>
                        </a:spcBef>
                        <a:spcAft>
                          <a:spcPts val="0"/>
                        </a:spcAft>
                        <a:buClr>
                          <a:schemeClr val="dk1"/>
                        </a:buClr>
                        <a:buSzPts val="1100"/>
                        <a:buFont typeface="Arial"/>
                        <a:buNone/>
                      </a:pPr>
                      <a:r>
                        <a:rPr b="1" lang="en" sz="1300" u="none" cap="none" strike="noStrike">
                          <a:latin typeface="Karla"/>
                          <a:ea typeface="Karla"/>
                          <a:cs typeface="Karla"/>
                          <a:sym typeface="Karla"/>
                        </a:rPr>
                        <a:t>H2O Isolation Forest</a:t>
                      </a:r>
                      <a:endParaRPr b="1" sz="1300" u="none" cap="none" strike="noStrike">
                        <a:solidFill>
                          <a:schemeClr val="dk1"/>
                        </a:solidFill>
                        <a:latin typeface="Karla"/>
                        <a:ea typeface="Karla"/>
                        <a:cs typeface="Karla"/>
                        <a:sym typeface="Karla"/>
                      </a:endParaRPr>
                    </a:p>
                  </a:txBody>
                  <a:tcPr marT="91425" marB="91425" marR="91425" marL="91425" anchor="ctr">
                    <a:lnL cap="flat" cmpd="sng" w="9525">
                      <a:solidFill>
                        <a:schemeClr val="dk1"/>
                      </a:solidFill>
                      <a:prstDash val="dash"/>
                      <a:round/>
                      <a:headEnd len="sm" w="sm" type="none"/>
                      <a:tailEnd len="sm" w="sm" type="none"/>
                    </a:lnL>
                    <a:lnR cap="flat" cmpd="sng" w="9525">
                      <a:solidFill>
                        <a:schemeClr val="dk1"/>
                      </a:solidFill>
                      <a:prstDash val="dash"/>
                      <a:round/>
                      <a:headEnd len="sm" w="sm" type="none"/>
                      <a:tailEnd len="sm" w="sm" type="none"/>
                    </a:lnR>
                    <a:lnT cap="flat" cmpd="sng" w="9525">
                      <a:solidFill>
                        <a:schemeClr val="dk1"/>
                      </a:solidFill>
                      <a:prstDash val="dash"/>
                      <a:round/>
                      <a:headEnd len="sm" w="sm" type="none"/>
                      <a:tailEnd len="sm" w="sm" type="none"/>
                    </a:lnT>
                    <a:lnB cap="flat" cmpd="sng" w="9525">
                      <a:solidFill>
                        <a:schemeClr val="dk1"/>
                      </a:solidFill>
                      <a:prstDash val="dash"/>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300"/>
                        <a:buFont typeface="Arial"/>
                        <a:buNone/>
                      </a:pPr>
                      <a:r>
                        <a:rPr lang="en" sz="1300" u="none" cap="none" strike="noStrike">
                          <a:latin typeface="Karla"/>
                          <a:ea typeface="Karla"/>
                          <a:cs typeface="Karla"/>
                          <a:sym typeface="Karla"/>
                        </a:rPr>
                        <a:t>28.96% </a:t>
                      </a:r>
                      <a:endParaRPr sz="1300" u="none" cap="none" strike="noStrike">
                        <a:latin typeface="Karla"/>
                        <a:ea typeface="Karla"/>
                        <a:cs typeface="Karla"/>
                        <a:sym typeface="Karla"/>
                      </a:endParaRPr>
                    </a:p>
                  </a:txBody>
                  <a:tcPr marT="91425" marB="91425" marR="91425" marL="91425" anchor="ctr">
                    <a:lnL cap="flat" cmpd="sng" w="9525">
                      <a:solidFill>
                        <a:schemeClr val="dk1"/>
                      </a:solidFill>
                      <a:prstDash val="dash"/>
                      <a:round/>
                      <a:headEnd len="sm" w="sm" type="none"/>
                      <a:tailEnd len="sm" w="sm" type="none"/>
                    </a:lnL>
                    <a:lnR cap="flat" cmpd="sng" w="9525">
                      <a:solidFill>
                        <a:schemeClr val="dk1"/>
                      </a:solidFill>
                      <a:prstDash val="dash"/>
                      <a:round/>
                      <a:headEnd len="sm" w="sm" type="none"/>
                      <a:tailEnd len="sm" w="sm" type="none"/>
                    </a:lnR>
                    <a:lnT cap="flat" cmpd="sng" w="9525">
                      <a:solidFill>
                        <a:schemeClr val="dk1"/>
                      </a:solidFill>
                      <a:prstDash val="dash"/>
                      <a:round/>
                      <a:headEnd len="sm" w="sm" type="none"/>
                      <a:tailEnd len="sm" w="sm" type="none"/>
                    </a:lnT>
                    <a:lnB cap="flat" cmpd="sng" w="9525">
                      <a:solidFill>
                        <a:schemeClr val="dk1"/>
                      </a:solidFill>
                      <a:prstDash val="dash"/>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300"/>
                        <a:buFont typeface="Arial"/>
                        <a:buNone/>
                      </a:pPr>
                      <a:r>
                        <a:rPr lang="en" sz="1300" u="none" cap="none" strike="noStrike">
                          <a:latin typeface="Karla"/>
                          <a:ea typeface="Karla"/>
                          <a:cs typeface="Karla"/>
                          <a:sym typeface="Karla"/>
                        </a:rPr>
                        <a:t>7.70%</a:t>
                      </a:r>
                      <a:endParaRPr sz="1300" u="none" cap="none" strike="noStrike">
                        <a:latin typeface="Karla"/>
                        <a:ea typeface="Karla"/>
                        <a:cs typeface="Karla"/>
                        <a:sym typeface="Karla"/>
                      </a:endParaRPr>
                    </a:p>
                  </a:txBody>
                  <a:tcPr marT="91425" marB="91425" marR="91425" marL="91425" anchor="ctr">
                    <a:lnL cap="flat" cmpd="sng" w="9525">
                      <a:solidFill>
                        <a:schemeClr val="dk1"/>
                      </a:solidFill>
                      <a:prstDash val="dash"/>
                      <a:round/>
                      <a:headEnd len="sm" w="sm" type="none"/>
                      <a:tailEnd len="sm" w="sm" type="none"/>
                    </a:lnL>
                    <a:lnR cap="flat" cmpd="sng" w="9525">
                      <a:solidFill>
                        <a:schemeClr val="dk1"/>
                      </a:solidFill>
                      <a:prstDash val="dash"/>
                      <a:round/>
                      <a:headEnd len="sm" w="sm" type="none"/>
                      <a:tailEnd len="sm" w="sm" type="none"/>
                    </a:lnR>
                    <a:lnT cap="flat" cmpd="sng" w="9525">
                      <a:solidFill>
                        <a:schemeClr val="dk1"/>
                      </a:solidFill>
                      <a:prstDash val="dash"/>
                      <a:round/>
                      <a:headEnd len="sm" w="sm" type="none"/>
                      <a:tailEnd len="sm" w="sm" type="none"/>
                    </a:lnT>
                    <a:lnB cap="flat" cmpd="sng" w="9525">
                      <a:solidFill>
                        <a:schemeClr val="dk1"/>
                      </a:solidFill>
                      <a:prstDash val="dash"/>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300"/>
                        <a:buFont typeface="Arial"/>
                        <a:buNone/>
                      </a:pPr>
                      <a:r>
                        <a:rPr lang="en" sz="1300" u="none" cap="none" strike="noStrike">
                          <a:solidFill>
                            <a:schemeClr val="dk1"/>
                          </a:solidFill>
                          <a:latin typeface="Karla"/>
                          <a:ea typeface="Karla"/>
                          <a:cs typeface="Karla"/>
                          <a:sym typeface="Karla"/>
                        </a:rPr>
                        <a:t>11.87%</a:t>
                      </a:r>
                      <a:endParaRPr sz="1300" u="none" cap="none" strike="noStrike">
                        <a:latin typeface="Karla"/>
                        <a:ea typeface="Karla"/>
                        <a:cs typeface="Karla"/>
                        <a:sym typeface="Karla"/>
                      </a:endParaRPr>
                    </a:p>
                  </a:txBody>
                  <a:tcPr marT="91425" marB="91425" marR="91425" marL="91425" anchor="ctr">
                    <a:lnL cap="flat" cmpd="sng" w="9525">
                      <a:solidFill>
                        <a:schemeClr val="dk1"/>
                      </a:solidFill>
                      <a:prstDash val="dash"/>
                      <a:round/>
                      <a:headEnd len="sm" w="sm" type="none"/>
                      <a:tailEnd len="sm" w="sm" type="none"/>
                    </a:lnL>
                    <a:lnR cap="flat" cmpd="sng" w="9525">
                      <a:solidFill>
                        <a:schemeClr val="dk1"/>
                      </a:solidFill>
                      <a:prstDash val="dash"/>
                      <a:round/>
                      <a:headEnd len="sm" w="sm" type="none"/>
                      <a:tailEnd len="sm" w="sm" type="none"/>
                    </a:lnR>
                    <a:lnT cap="flat" cmpd="sng" w="9525">
                      <a:solidFill>
                        <a:schemeClr val="dk1"/>
                      </a:solidFill>
                      <a:prstDash val="dash"/>
                      <a:round/>
                      <a:headEnd len="sm" w="sm" type="none"/>
                      <a:tailEnd len="sm" w="sm" type="none"/>
                    </a:lnT>
                    <a:lnB cap="flat" cmpd="sng" w="9525">
                      <a:solidFill>
                        <a:schemeClr val="dk1"/>
                      </a:solidFill>
                      <a:prstDash val="dash"/>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300"/>
                        <a:buFont typeface="Arial"/>
                        <a:buNone/>
                      </a:pPr>
                      <a:r>
                        <a:rPr lang="en" sz="1300" u="none" cap="none" strike="noStrike">
                          <a:latin typeface="Karla"/>
                          <a:ea typeface="Karla"/>
                          <a:cs typeface="Karla"/>
                          <a:sym typeface="Karla"/>
                        </a:rPr>
                        <a:t>0.791</a:t>
                      </a:r>
                      <a:endParaRPr sz="1300" u="none" cap="none" strike="noStrike">
                        <a:latin typeface="Karla"/>
                        <a:ea typeface="Karla"/>
                        <a:cs typeface="Karla"/>
                        <a:sym typeface="Karla"/>
                      </a:endParaRPr>
                    </a:p>
                  </a:txBody>
                  <a:tcPr marT="91425" marB="91425" marR="91425" marL="91425" anchor="ctr">
                    <a:lnL cap="flat" cmpd="sng" w="9525">
                      <a:solidFill>
                        <a:schemeClr val="dk1"/>
                      </a:solidFill>
                      <a:prstDash val="dash"/>
                      <a:round/>
                      <a:headEnd len="sm" w="sm" type="none"/>
                      <a:tailEnd len="sm" w="sm" type="none"/>
                    </a:lnL>
                    <a:lnR cap="flat" cmpd="sng" w="9525">
                      <a:solidFill>
                        <a:schemeClr val="dk1"/>
                      </a:solidFill>
                      <a:prstDash val="dash"/>
                      <a:round/>
                      <a:headEnd len="sm" w="sm" type="none"/>
                      <a:tailEnd len="sm" w="sm" type="none"/>
                    </a:lnR>
                    <a:lnT cap="flat" cmpd="sng" w="9525">
                      <a:solidFill>
                        <a:schemeClr val="dk1"/>
                      </a:solidFill>
                      <a:prstDash val="dash"/>
                      <a:round/>
                      <a:headEnd len="sm" w="sm" type="none"/>
                      <a:tailEnd len="sm" w="sm" type="none"/>
                    </a:lnT>
                    <a:lnB cap="flat" cmpd="sng" w="9525">
                      <a:solidFill>
                        <a:schemeClr val="dk1"/>
                      </a:solidFill>
                      <a:prstDash val="dash"/>
                      <a:round/>
                      <a:headEnd len="sm" w="sm" type="none"/>
                      <a:tailEnd len="sm" w="sm" type="none"/>
                    </a:lnB>
                  </a:tcPr>
                </a:tc>
              </a:tr>
              <a:tr h="569825">
                <a:tc>
                  <a:txBody>
                    <a:bodyPr/>
                    <a:lstStyle/>
                    <a:p>
                      <a:pPr indent="0" lvl="0" marL="0" marR="0" rtl="0" algn="ctr">
                        <a:lnSpc>
                          <a:spcPct val="115000"/>
                        </a:lnSpc>
                        <a:spcBef>
                          <a:spcPts val="0"/>
                        </a:spcBef>
                        <a:spcAft>
                          <a:spcPts val="0"/>
                        </a:spcAft>
                        <a:buClr>
                          <a:srgbClr val="000000"/>
                        </a:buClr>
                        <a:buSzPts val="1300"/>
                        <a:buFont typeface="Arial"/>
                        <a:buNone/>
                      </a:pPr>
                      <a:r>
                        <a:rPr b="1" lang="en" sz="1300" u="none" cap="none" strike="noStrike">
                          <a:latin typeface="Karla"/>
                          <a:ea typeface="Karla"/>
                          <a:cs typeface="Karla"/>
                          <a:sym typeface="Karla"/>
                        </a:rPr>
                        <a:t>Decision Layer</a:t>
                      </a:r>
                      <a:endParaRPr b="1" sz="1300" u="none" cap="none" strike="noStrike">
                        <a:latin typeface="Karla"/>
                        <a:ea typeface="Karla"/>
                        <a:cs typeface="Karla"/>
                        <a:sym typeface="Karla"/>
                      </a:endParaRPr>
                    </a:p>
                  </a:txBody>
                  <a:tcPr marT="91425" marB="91425" marR="91425" marL="91425" anchor="ctr">
                    <a:lnL cap="flat" cmpd="sng" w="9525">
                      <a:solidFill>
                        <a:schemeClr val="dk1"/>
                      </a:solidFill>
                      <a:prstDash val="dash"/>
                      <a:round/>
                      <a:headEnd len="sm" w="sm" type="none"/>
                      <a:tailEnd len="sm" w="sm" type="none"/>
                    </a:lnL>
                    <a:lnR cap="flat" cmpd="sng" w="9525">
                      <a:solidFill>
                        <a:schemeClr val="dk1"/>
                      </a:solidFill>
                      <a:prstDash val="dash"/>
                      <a:round/>
                      <a:headEnd len="sm" w="sm" type="none"/>
                      <a:tailEnd len="sm" w="sm" type="none"/>
                    </a:lnR>
                    <a:lnT cap="flat" cmpd="sng" w="9525">
                      <a:solidFill>
                        <a:schemeClr val="dk1"/>
                      </a:solidFill>
                      <a:prstDash val="dash"/>
                      <a:round/>
                      <a:headEnd len="sm" w="sm" type="none"/>
                      <a:tailEnd len="sm" w="sm" type="none"/>
                    </a:lnT>
                    <a:lnB cap="flat" cmpd="sng" w="9525">
                      <a:solidFill>
                        <a:schemeClr val="dk1"/>
                      </a:solidFill>
                      <a:prstDash val="dash"/>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300" u="none" cap="none" strike="noStrike">
                          <a:latin typeface="Karla"/>
                          <a:ea typeface="Karla"/>
                          <a:cs typeface="Karla"/>
                          <a:sym typeface="Karla"/>
                        </a:rPr>
                        <a:t>36.45%</a:t>
                      </a:r>
                      <a:endParaRPr sz="1300" u="none" cap="none" strike="noStrike">
                        <a:latin typeface="Karla"/>
                        <a:ea typeface="Karla"/>
                        <a:cs typeface="Karla"/>
                        <a:sym typeface="Karla"/>
                      </a:endParaRPr>
                    </a:p>
                  </a:txBody>
                  <a:tcPr marT="91425" marB="91425" marR="91425" marL="91425" anchor="ctr">
                    <a:lnL cap="flat" cmpd="sng" w="9525">
                      <a:solidFill>
                        <a:schemeClr val="dk1"/>
                      </a:solidFill>
                      <a:prstDash val="dash"/>
                      <a:round/>
                      <a:headEnd len="sm" w="sm" type="none"/>
                      <a:tailEnd len="sm" w="sm" type="none"/>
                    </a:lnL>
                    <a:lnR cap="flat" cmpd="sng" w="9525">
                      <a:solidFill>
                        <a:schemeClr val="dk1"/>
                      </a:solidFill>
                      <a:prstDash val="dash"/>
                      <a:round/>
                      <a:headEnd len="sm" w="sm" type="none"/>
                      <a:tailEnd len="sm" w="sm" type="none"/>
                    </a:lnR>
                    <a:lnT cap="flat" cmpd="sng" w="9525">
                      <a:solidFill>
                        <a:schemeClr val="dk1"/>
                      </a:solidFill>
                      <a:prstDash val="dash"/>
                      <a:round/>
                      <a:headEnd len="sm" w="sm" type="none"/>
                      <a:tailEnd len="sm" w="sm" type="none"/>
                    </a:lnT>
                    <a:lnB cap="flat" cmpd="sng" w="9525">
                      <a:solidFill>
                        <a:schemeClr val="dk1"/>
                      </a:solidFill>
                      <a:prstDash val="dash"/>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300"/>
                        <a:buFont typeface="Arial"/>
                        <a:buNone/>
                      </a:pPr>
                      <a:r>
                        <a:rPr lang="en" sz="1300" u="none" cap="none" strike="noStrike">
                          <a:latin typeface="Karla"/>
                          <a:ea typeface="Karla"/>
                          <a:cs typeface="Karla"/>
                          <a:sym typeface="Karla"/>
                        </a:rPr>
                        <a:t>1.04%</a:t>
                      </a:r>
                      <a:endParaRPr sz="1300" u="none" cap="none" strike="noStrike">
                        <a:latin typeface="Karla"/>
                        <a:ea typeface="Karla"/>
                        <a:cs typeface="Karla"/>
                        <a:sym typeface="Karla"/>
                      </a:endParaRPr>
                    </a:p>
                  </a:txBody>
                  <a:tcPr marT="91425" marB="91425" marR="91425" marL="91425" anchor="ctr">
                    <a:lnL cap="flat" cmpd="sng" w="9525">
                      <a:solidFill>
                        <a:schemeClr val="dk1"/>
                      </a:solidFill>
                      <a:prstDash val="dash"/>
                      <a:round/>
                      <a:headEnd len="sm" w="sm" type="none"/>
                      <a:tailEnd len="sm" w="sm" type="none"/>
                    </a:lnL>
                    <a:lnR cap="flat" cmpd="sng" w="9525">
                      <a:solidFill>
                        <a:schemeClr val="dk1"/>
                      </a:solidFill>
                      <a:prstDash val="dash"/>
                      <a:round/>
                      <a:headEnd len="sm" w="sm" type="none"/>
                      <a:tailEnd len="sm" w="sm" type="none"/>
                    </a:lnR>
                    <a:lnT cap="flat" cmpd="sng" w="9525">
                      <a:solidFill>
                        <a:schemeClr val="dk1"/>
                      </a:solidFill>
                      <a:prstDash val="dash"/>
                      <a:round/>
                      <a:headEnd len="sm" w="sm" type="none"/>
                      <a:tailEnd len="sm" w="sm" type="none"/>
                    </a:lnT>
                    <a:lnB cap="flat" cmpd="sng" w="9525">
                      <a:solidFill>
                        <a:schemeClr val="dk1"/>
                      </a:solidFill>
                      <a:prstDash val="dash"/>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300"/>
                        <a:buFont typeface="Arial"/>
                        <a:buNone/>
                      </a:pPr>
                      <a:r>
                        <a:rPr lang="en" sz="1300" u="none" cap="none" strike="noStrike">
                          <a:solidFill>
                            <a:schemeClr val="dk1"/>
                          </a:solidFill>
                          <a:latin typeface="Karla"/>
                          <a:ea typeface="Karla"/>
                          <a:cs typeface="Karla"/>
                          <a:sym typeface="Karla"/>
                        </a:rPr>
                        <a:t>55.59%</a:t>
                      </a:r>
                      <a:endParaRPr sz="1300" u="none" cap="none" strike="noStrike">
                        <a:solidFill>
                          <a:schemeClr val="dk1"/>
                        </a:solidFill>
                        <a:latin typeface="Karla"/>
                        <a:ea typeface="Karla"/>
                        <a:cs typeface="Karla"/>
                        <a:sym typeface="Karla"/>
                      </a:endParaRPr>
                    </a:p>
                  </a:txBody>
                  <a:tcPr marT="91425" marB="91425" marR="91425" marL="91425" anchor="ctr">
                    <a:lnL cap="flat" cmpd="sng" w="9525">
                      <a:solidFill>
                        <a:schemeClr val="dk1"/>
                      </a:solidFill>
                      <a:prstDash val="dash"/>
                      <a:round/>
                      <a:headEnd len="sm" w="sm" type="none"/>
                      <a:tailEnd len="sm" w="sm" type="none"/>
                    </a:lnL>
                    <a:lnR cap="flat" cmpd="sng" w="9525">
                      <a:solidFill>
                        <a:schemeClr val="dk1"/>
                      </a:solidFill>
                      <a:prstDash val="dash"/>
                      <a:round/>
                      <a:headEnd len="sm" w="sm" type="none"/>
                      <a:tailEnd len="sm" w="sm" type="none"/>
                    </a:lnR>
                    <a:lnT cap="flat" cmpd="sng" w="9525">
                      <a:solidFill>
                        <a:schemeClr val="dk1"/>
                      </a:solidFill>
                      <a:prstDash val="dash"/>
                      <a:round/>
                      <a:headEnd len="sm" w="sm" type="none"/>
                      <a:tailEnd len="sm" w="sm" type="none"/>
                    </a:lnT>
                    <a:lnB cap="flat" cmpd="sng" w="9525">
                      <a:solidFill>
                        <a:schemeClr val="dk1"/>
                      </a:solidFill>
                      <a:prstDash val="dash"/>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300"/>
                        <a:buFont typeface="Arial"/>
                        <a:buNone/>
                      </a:pPr>
                      <a:r>
                        <a:rPr lang="en" sz="1300" u="none" cap="none" strike="noStrike">
                          <a:latin typeface="Karla"/>
                          <a:ea typeface="Karla"/>
                          <a:cs typeface="Karla"/>
                          <a:sym typeface="Karla"/>
                        </a:rPr>
                        <a:t>0.892</a:t>
                      </a:r>
                      <a:endParaRPr sz="1300" u="none" cap="none" strike="noStrike">
                        <a:latin typeface="Karla"/>
                        <a:ea typeface="Karla"/>
                        <a:cs typeface="Karla"/>
                        <a:sym typeface="Karla"/>
                      </a:endParaRPr>
                    </a:p>
                  </a:txBody>
                  <a:tcPr marT="91425" marB="91425" marR="91425" marL="91425" anchor="ctr">
                    <a:lnL cap="flat" cmpd="sng" w="9525">
                      <a:solidFill>
                        <a:schemeClr val="dk1"/>
                      </a:solidFill>
                      <a:prstDash val="dash"/>
                      <a:round/>
                      <a:headEnd len="sm" w="sm" type="none"/>
                      <a:tailEnd len="sm" w="sm" type="none"/>
                    </a:lnL>
                    <a:lnR cap="flat" cmpd="sng" w="9525">
                      <a:solidFill>
                        <a:schemeClr val="dk1"/>
                      </a:solidFill>
                      <a:prstDash val="dash"/>
                      <a:round/>
                      <a:headEnd len="sm" w="sm" type="none"/>
                      <a:tailEnd len="sm" w="sm" type="none"/>
                    </a:lnR>
                    <a:lnT cap="flat" cmpd="sng" w="9525">
                      <a:solidFill>
                        <a:schemeClr val="dk1"/>
                      </a:solidFill>
                      <a:prstDash val="dash"/>
                      <a:round/>
                      <a:headEnd len="sm" w="sm" type="none"/>
                      <a:tailEnd len="sm" w="sm" type="none"/>
                    </a:lnT>
                    <a:lnB cap="flat" cmpd="sng" w="9525">
                      <a:solidFill>
                        <a:schemeClr val="dk1"/>
                      </a:solidFill>
                      <a:prstDash val="dash"/>
                      <a:round/>
                      <a:headEnd len="sm" w="sm" type="none"/>
                      <a:tailEnd len="sm" w="sm" type="none"/>
                    </a:lnB>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6" name="Shape 746"/>
        <p:cNvGrpSpPr/>
        <p:nvPr/>
      </p:nvGrpSpPr>
      <p:grpSpPr>
        <a:xfrm>
          <a:off x="0" y="0"/>
          <a:ext cx="0" cy="0"/>
          <a:chOff x="0" y="0"/>
          <a:chExt cx="0" cy="0"/>
        </a:xfrm>
      </p:grpSpPr>
      <p:sp>
        <p:nvSpPr>
          <p:cNvPr id="747" name="Google Shape;747;p17"/>
          <p:cNvSpPr/>
          <p:nvPr/>
        </p:nvSpPr>
        <p:spPr>
          <a:xfrm>
            <a:off x="1707250" y="3659800"/>
            <a:ext cx="5553000" cy="865200"/>
          </a:xfrm>
          <a:prstGeom prst="roundRect">
            <a:avLst>
              <a:gd fmla="val 16667" name="adj"/>
            </a:avLst>
          </a:prstGeom>
          <a:solidFill>
            <a:srgbClr val="B3C3CE"/>
          </a:solidFill>
          <a:ln cap="flat" cmpd="sng" w="9525">
            <a:solidFill>
              <a:srgbClr val="869FB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Karla"/>
              <a:ea typeface="Karla"/>
              <a:cs typeface="Karla"/>
              <a:sym typeface="Karla"/>
            </a:endParaRPr>
          </a:p>
        </p:txBody>
      </p:sp>
      <p:sp>
        <p:nvSpPr>
          <p:cNvPr id="748" name="Google Shape;748;p17"/>
          <p:cNvSpPr txBox="1"/>
          <p:nvPr>
            <p:ph type="title"/>
          </p:nvPr>
        </p:nvSpPr>
        <p:spPr>
          <a:xfrm>
            <a:off x="961300" y="618500"/>
            <a:ext cx="66627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What This Means for the Issuer  </a:t>
            </a:r>
            <a:endParaRPr/>
          </a:p>
        </p:txBody>
      </p:sp>
      <p:sp>
        <p:nvSpPr>
          <p:cNvPr id="749" name="Google Shape;749;p17"/>
          <p:cNvSpPr/>
          <p:nvPr/>
        </p:nvSpPr>
        <p:spPr>
          <a:xfrm>
            <a:off x="961300" y="1317525"/>
            <a:ext cx="7044900" cy="2232900"/>
          </a:xfrm>
          <a:prstGeom prst="rect">
            <a:avLst/>
          </a:prstGeom>
          <a:solidFill>
            <a:srgbClr val="E3E9ED"/>
          </a:solid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Karla"/>
              <a:ea typeface="Karla"/>
              <a:cs typeface="Karla"/>
              <a:sym typeface="Karla"/>
            </a:endParaRPr>
          </a:p>
        </p:txBody>
      </p:sp>
      <p:sp>
        <p:nvSpPr>
          <p:cNvPr id="750" name="Google Shape;750;p17"/>
          <p:cNvSpPr txBox="1"/>
          <p:nvPr/>
        </p:nvSpPr>
        <p:spPr>
          <a:xfrm>
            <a:off x="1160750" y="1317525"/>
            <a:ext cx="43020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1" i="0" lang="en" sz="1500" u="none" cap="none" strike="noStrike">
                <a:solidFill>
                  <a:srgbClr val="000000"/>
                </a:solidFill>
                <a:latin typeface="Karla"/>
                <a:ea typeface="Karla"/>
                <a:cs typeface="Karla"/>
                <a:sym typeface="Karla"/>
              </a:rPr>
              <a:t>A more practical fraud-screening trade-off </a:t>
            </a:r>
            <a:endParaRPr b="1" i="0" sz="1500" u="none" cap="none" strike="noStrike">
              <a:solidFill>
                <a:srgbClr val="000000"/>
              </a:solidFill>
              <a:latin typeface="Karla"/>
              <a:ea typeface="Karla"/>
              <a:cs typeface="Karla"/>
              <a:sym typeface="Karla"/>
            </a:endParaRPr>
          </a:p>
        </p:txBody>
      </p:sp>
      <p:sp>
        <p:nvSpPr>
          <p:cNvPr id="751" name="Google Shape;751;p17"/>
          <p:cNvSpPr txBox="1"/>
          <p:nvPr/>
        </p:nvSpPr>
        <p:spPr>
          <a:xfrm>
            <a:off x="1193600" y="1733025"/>
            <a:ext cx="6567000" cy="2074384"/>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chemeClr val="dk1"/>
              </a:buClr>
              <a:buSzPts val="1100"/>
              <a:buFont typeface="Arial"/>
              <a:buNone/>
            </a:pPr>
            <a:r>
              <a:rPr b="1" i="0" lang="en" sz="1300" u="none" cap="none" strike="noStrike">
                <a:solidFill>
                  <a:schemeClr val="dk1"/>
                </a:solidFill>
                <a:latin typeface="Karla"/>
                <a:ea typeface="Karla"/>
                <a:cs typeface="Karla"/>
                <a:sym typeface="Karla"/>
              </a:rPr>
              <a:t>36.45% fraud recall</a:t>
            </a:r>
            <a:br>
              <a:rPr b="1" i="0" lang="en" sz="1100" u="none" cap="none" strike="noStrike">
                <a:solidFill>
                  <a:schemeClr val="dk1"/>
                </a:solidFill>
                <a:latin typeface="Karla"/>
                <a:ea typeface="Karla"/>
                <a:cs typeface="Karla"/>
                <a:sym typeface="Karla"/>
              </a:rPr>
            </a:br>
            <a:r>
              <a:rPr b="0" i="0" lang="en" sz="1100" u="none" cap="none" strike="noStrike">
                <a:solidFill>
                  <a:schemeClr val="dk1"/>
                </a:solidFill>
                <a:latin typeface="Karla"/>
                <a:ea typeface="Karla"/>
                <a:cs typeface="Karla"/>
                <a:sym typeface="Karla"/>
              </a:rPr>
              <a:t> The system detects more than the project target of 25% of confirmed fraud.</a:t>
            </a:r>
            <a:endParaRPr b="0" i="0" sz="1100" u="none" cap="none" strike="noStrike">
              <a:solidFill>
                <a:schemeClr val="dk1"/>
              </a:solidFill>
              <a:latin typeface="Karla"/>
              <a:ea typeface="Karla"/>
              <a:cs typeface="Karla"/>
              <a:sym typeface="Karla"/>
            </a:endParaRPr>
          </a:p>
          <a:p>
            <a:pPr indent="0" lvl="0" marL="0" marR="0" rtl="0" algn="l">
              <a:lnSpc>
                <a:spcPct val="115000"/>
              </a:lnSpc>
              <a:spcBef>
                <a:spcPts val="1200"/>
              </a:spcBef>
              <a:spcAft>
                <a:spcPts val="0"/>
              </a:spcAft>
              <a:buClr>
                <a:schemeClr val="dk1"/>
              </a:buClr>
              <a:buSzPts val="1100"/>
              <a:buFont typeface="Arial"/>
              <a:buNone/>
            </a:pPr>
            <a:r>
              <a:rPr b="1" i="0" lang="en" sz="1300" u="none" cap="none" strike="noStrike">
                <a:solidFill>
                  <a:schemeClr val="dk1"/>
                </a:solidFill>
                <a:latin typeface="Karla"/>
                <a:ea typeface="Karla"/>
                <a:cs typeface="Karla"/>
                <a:sym typeface="Karla"/>
              </a:rPr>
              <a:t>1.04% false-positive rate</a:t>
            </a:r>
            <a:br>
              <a:rPr b="1" i="0" lang="en" sz="1100" u="none" cap="none" strike="noStrike">
                <a:solidFill>
                  <a:schemeClr val="dk1"/>
                </a:solidFill>
                <a:latin typeface="Karla"/>
                <a:ea typeface="Karla"/>
                <a:cs typeface="Karla"/>
                <a:sym typeface="Karla"/>
              </a:rPr>
            </a:br>
            <a:r>
              <a:rPr b="0" i="0" lang="en" sz="1100" u="none" cap="none" strike="noStrike">
                <a:solidFill>
                  <a:schemeClr val="dk1"/>
                </a:solidFill>
                <a:latin typeface="Karla"/>
                <a:ea typeface="Karla"/>
                <a:cs typeface="Karla"/>
                <a:sym typeface="Karla"/>
              </a:rPr>
              <a:t> Only a small proportion of legitimate transactions would be unnecessarily challenged or reviewed.</a:t>
            </a:r>
            <a:endParaRPr b="0" i="0" sz="1100" u="none" cap="none" strike="noStrike">
              <a:solidFill>
                <a:schemeClr val="dk1"/>
              </a:solidFill>
              <a:latin typeface="Karla"/>
              <a:ea typeface="Karla"/>
              <a:cs typeface="Karla"/>
              <a:sym typeface="Karla"/>
            </a:endParaRPr>
          </a:p>
          <a:p>
            <a:pPr indent="0" lvl="0" marL="0" marR="0" rtl="0" algn="l">
              <a:lnSpc>
                <a:spcPct val="115000"/>
              </a:lnSpc>
              <a:spcBef>
                <a:spcPts val="1200"/>
              </a:spcBef>
              <a:spcAft>
                <a:spcPts val="1200"/>
              </a:spcAft>
              <a:buClr>
                <a:srgbClr val="000000"/>
              </a:buClr>
              <a:buSzPts val="1300"/>
              <a:buFont typeface="Arial"/>
              <a:buNone/>
            </a:pPr>
            <a:r>
              <a:rPr b="1" i="0" lang="en" sz="1300" u="none" cap="none" strike="noStrike">
                <a:solidFill>
                  <a:schemeClr val="dk1"/>
                </a:solidFill>
                <a:latin typeface="Karla"/>
                <a:ea typeface="Karla"/>
                <a:cs typeface="Karla"/>
                <a:sym typeface="Karla"/>
              </a:rPr>
              <a:t>0.892 AUC</a:t>
            </a:r>
            <a:br>
              <a:rPr b="1" i="0" lang="en" sz="1100" u="none" cap="none" strike="noStrike">
                <a:solidFill>
                  <a:schemeClr val="dk1"/>
                </a:solidFill>
                <a:latin typeface="Karla"/>
                <a:ea typeface="Karla"/>
                <a:cs typeface="Karla"/>
                <a:sym typeface="Karla"/>
              </a:rPr>
            </a:br>
            <a:r>
              <a:rPr b="0" i="0" lang="en" sz="1100" u="none" cap="none" strike="noStrike">
                <a:solidFill>
                  <a:schemeClr val="dk1"/>
                </a:solidFill>
                <a:latin typeface="Karla"/>
                <a:ea typeface="Karla"/>
                <a:cs typeface="Karla"/>
                <a:sym typeface="Karla"/>
              </a:rPr>
              <a:t> The combined score separates higher-risk and lower-risk transactions effectively.</a:t>
            </a:r>
            <a:endParaRPr b="0" i="0" sz="1700" u="none" cap="none" strike="noStrike">
              <a:solidFill>
                <a:srgbClr val="000000"/>
              </a:solidFill>
              <a:latin typeface="Karla"/>
              <a:ea typeface="Karla"/>
              <a:cs typeface="Karla"/>
              <a:sym typeface="Karla"/>
            </a:endParaRPr>
          </a:p>
        </p:txBody>
      </p:sp>
      <p:sp>
        <p:nvSpPr>
          <p:cNvPr id="752" name="Google Shape;752;p17"/>
          <p:cNvSpPr txBox="1"/>
          <p:nvPr/>
        </p:nvSpPr>
        <p:spPr>
          <a:xfrm>
            <a:off x="1731550" y="3676750"/>
            <a:ext cx="5504400" cy="831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Karla"/>
                <a:ea typeface="Karla"/>
                <a:cs typeface="Karla"/>
                <a:sym typeface="Karla"/>
              </a:rPr>
              <a:t>Compared with using XGBoost alone, the decision layer catches fewer fraud cases but reduces false positives substantially, making it more suitable for transaction-time intervention. </a:t>
            </a:r>
            <a:endParaRPr b="0" i="0" sz="1400" u="none" cap="none" strike="noStrike">
              <a:solidFill>
                <a:srgbClr val="000000"/>
              </a:solidFill>
              <a:latin typeface="Karla"/>
              <a:ea typeface="Karla"/>
              <a:cs typeface="Karla"/>
              <a:sym typeface="Karla"/>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sp>
        <p:nvSpPr>
          <p:cNvPr id="757" name="Google Shape;757;p18"/>
          <p:cNvSpPr/>
          <p:nvPr/>
        </p:nvSpPr>
        <p:spPr>
          <a:xfrm>
            <a:off x="1097463" y="2983500"/>
            <a:ext cx="5250600" cy="2160000"/>
          </a:xfrm>
          <a:prstGeom prst="roundRect">
            <a:avLst>
              <a:gd fmla="val 16667" name="adj"/>
            </a:avLst>
          </a:prstGeom>
          <a:noFill/>
          <a:ln cap="flat" cmpd="sng" w="9525">
            <a:solidFill>
              <a:srgbClr val="B3C3C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Karla"/>
              <a:ea typeface="Karla"/>
              <a:cs typeface="Karla"/>
              <a:sym typeface="Karla"/>
            </a:endParaRPr>
          </a:p>
        </p:txBody>
      </p:sp>
      <p:sp>
        <p:nvSpPr>
          <p:cNvPr id="758" name="Google Shape;758;p18"/>
          <p:cNvSpPr txBox="1"/>
          <p:nvPr>
            <p:ph type="title"/>
          </p:nvPr>
        </p:nvSpPr>
        <p:spPr>
          <a:xfrm>
            <a:off x="678675" y="300525"/>
            <a:ext cx="6803700" cy="504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t>Recommendation </a:t>
            </a:r>
            <a:endParaRPr sz="2400">
              <a:solidFill>
                <a:srgbClr val="325D79"/>
              </a:solidFill>
            </a:endParaRPr>
          </a:p>
        </p:txBody>
      </p:sp>
      <p:sp>
        <p:nvSpPr>
          <p:cNvPr id="759" name="Google Shape;759;p18"/>
          <p:cNvSpPr txBox="1"/>
          <p:nvPr/>
        </p:nvSpPr>
        <p:spPr>
          <a:xfrm>
            <a:off x="678675" y="845325"/>
            <a:ext cx="5790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DM Serif Display"/>
                <a:ea typeface="DM Serif Display"/>
                <a:cs typeface="DM Serif Display"/>
                <a:sym typeface="DM Serif Display"/>
              </a:rPr>
              <a:t>Use the combined system for step-up decisions</a:t>
            </a:r>
            <a:r>
              <a:rPr b="0" i="0" lang="en" sz="1400" u="none" cap="none" strike="noStrike">
                <a:solidFill>
                  <a:srgbClr val="000000"/>
                </a:solidFill>
                <a:latin typeface="DM Serif Display"/>
                <a:ea typeface="DM Serif Display"/>
                <a:cs typeface="DM Serif Display"/>
                <a:sym typeface="DM Serif Display"/>
              </a:rPr>
              <a:t> </a:t>
            </a:r>
            <a:endParaRPr b="0" i="0" sz="1400" u="none" cap="none" strike="noStrike">
              <a:solidFill>
                <a:srgbClr val="000000"/>
              </a:solidFill>
              <a:latin typeface="DM Serif Display"/>
              <a:ea typeface="DM Serif Display"/>
              <a:cs typeface="DM Serif Display"/>
              <a:sym typeface="DM Serif Display"/>
            </a:endParaRPr>
          </a:p>
        </p:txBody>
      </p:sp>
      <p:grpSp>
        <p:nvGrpSpPr>
          <p:cNvPr id="760" name="Google Shape;760;p18"/>
          <p:cNvGrpSpPr/>
          <p:nvPr/>
        </p:nvGrpSpPr>
        <p:grpSpPr>
          <a:xfrm rot="8339490">
            <a:off x="2813656" y="2040534"/>
            <a:ext cx="1013630" cy="1062420"/>
            <a:chOff x="1098644" y="2109823"/>
            <a:chExt cx="1581347" cy="1657464"/>
          </a:xfrm>
        </p:grpSpPr>
        <p:sp>
          <p:nvSpPr>
            <p:cNvPr id="761" name="Google Shape;761;p18"/>
            <p:cNvSpPr/>
            <p:nvPr/>
          </p:nvSpPr>
          <p:spPr>
            <a:xfrm>
              <a:off x="1972497" y="2792537"/>
              <a:ext cx="534047" cy="687597"/>
            </a:xfrm>
            <a:custGeom>
              <a:rect b="b" l="l" r="r" t="t"/>
              <a:pathLst>
                <a:path extrusionOk="0" h="31113" w="24165">
                  <a:moveTo>
                    <a:pt x="15665" y="0"/>
                  </a:moveTo>
                  <a:lnTo>
                    <a:pt x="0" y="15665"/>
                  </a:lnTo>
                  <a:lnTo>
                    <a:pt x="15448" y="31113"/>
                  </a:lnTo>
                  <a:lnTo>
                    <a:pt x="15572" y="30957"/>
                  </a:lnTo>
                  <a:cubicBezTo>
                    <a:pt x="24133" y="22427"/>
                    <a:pt x="24164" y="8593"/>
                    <a:pt x="15665" y="0"/>
                  </a:cubicBezTo>
                  <a:close/>
                </a:path>
              </a:pathLst>
            </a:custGeom>
            <a:solidFill>
              <a:schemeClr val="accent2"/>
            </a:solidFill>
            <a:ln cap="flat" cmpd="sng" w="9525">
              <a:solidFill>
                <a:schemeClr val="dk2"/>
              </a:solidFill>
              <a:prstDash val="solid"/>
              <a:round/>
              <a:headEnd len="sm" w="sm" type="none"/>
              <a:tailEnd len="sm" w="sm" type="none"/>
            </a:ln>
          </p:spPr>
          <p:txBody>
            <a:bodyPr anchorCtr="0" anchor="ctr" bIns="56275" lIns="56275" spcFirstLastPara="1" rIns="56275" wrap="square" tIns="5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2" name="Google Shape;762;p18"/>
            <p:cNvSpPr/>
            <p:nvPr/>
          </p:nvSpPr>
          <p:spPr>
            <a:xfrm>
              <a:off x="1527454" y="3133888"/>
              <a:ext cx="898424" cy="633399"/>
            </a:xfrm>
            <a:custGeom>
              <a:rect b="b" l="l" r="r" t="t"/>
              <a:pathLst>
                <a:path extrusionOk="0" h="28321" w="40171">
                  <a:moveTo>
                    <a:pt x="20039" y="0"/>
                  </a:moveTo>
                  <a:lnTo>
                    <a:pt x="1" y="20038"/>
                  </a:lnTo>
                  <a:cubicBezTo>
                    <a:pt x="5569" y="25560"/>
                    <a:pt x="12845" y="28321"/>
                    <a:pt x="20124" y="28321"/>
                  </a:cubicBezTo>
                  <a:cubicBezTo>
                    <a:pt x="27362" y="28321"/>
                    <a:pt x="34603" y="25591"/>
                    <a:pt x="40171" y="20131"/>
                  </a:cubicBezTo>
                  <a:lnTo>
                    <a:pt x="20039" y="0"/>
                  </a:lnTo>
                  <a:close/>
                </a:path>
              </a:pathLst>
            </a:custGeom>
            <a:solidFill>
              <a:schemeClr val="lt2"/>
            </a:solidFill>
            <a:ln cap="flat" cmpd="sng" w="9525">
              <a:solidFill>
                <a:schemeClr val="dk2"/>
              </a:solidFill>
              <a:prstDash val="solid"/>
              <a:round/>
              <a:headEnd len="sm" w="sm" type="none"/>
              <a:tailEnd len="sm" w="sm" type="none"/>
            </a:ln>
          </p:spPr>
          <p:txBody>
            <a:bodyPr anchorCtr="0" anchor="ctr" bIns="56275" lIns="56275" spcFirstLastPara="1" rIns="56275" wrap="square" tIns="5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3" name="Google Shape;763;p18"/>
            <p:cNvSpPr/>
            <p:nvPr/>
          </p:nvSpPr>
          <p:spPr>
            <a:xfrm>
              <a:off x="1098644" y="2565619"/>
              <a:ext cx="881995" cy="1127665"/>
            </a:xfrm>
            <a:custGeom>
              <a:rect b="b" l="l" r="r" t="t"/>
              <a:pathLst>
                <a:path extrusionOk="0" h="50500" w="39178">
                  <a:moveTo>
                    <a:pt x="13773" y="0"/>
                  </a:moveTo>
                  <a:cubicBezTo>
                    <a:pt x="0" y="14021"/>
                    <a:pt x="124" y="36479"/>
                    <a:pt x="13990" y="50375"/>
                  </a:cubicBezTo>
                  <a:cubicBezTo>
                    <a:pt x="14021" y="50406"/>
                    <a:pt x="14083" y="50437"/>
                    <a:pt x="14114" y="50500"/>
                  </a:cubicBezTo>
                  <a:lnTo>
                    <a:pt x="39177" y="25436"/>
                  </a:lnTo>
                  <a:lnTo>
                    <a:pt x="13773" y="0"/>
                  </a:lnTo>
                  <a:close/>
                </a:path>
              </a:pathLst>
            </a:custGeom>
            <a:solidFill>
              <a:schemeClr val="accent5"/>
            </a:solidFill>
            <a:ln cap="flat" cmpd="sng" w="9525">
              <a:solidFill>
                <a:schemeClr val="dk2"/>
              </a:solidFill>
              <a:prstDash val="solid"/>
              <a:round/>
              <a:headEnd len="sm" w="sm" type="none"/>
              <a:tailEnd len="sm" w="sm" type="none"/>
            </a:ln>
          </p:spPr>
          <p:txBody>
            <a:bodyPr anchorCtr="0" anchor="ctr" bIns="56275" lIns="56275" spcFirstLastPara="1" rIns="56275" wrap="square" tIns="5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4" name="Google Shape;764;p18"/>
            <p:cNvSpPr/>
            <p:nvPr/>
          </p:nvSpPr>
          <p:spPr>
            <a:xfrm>
              <a:off x="1268464" y="2109823"/>
              <a:ext cx="1411527" cy="1057108"/>
            </a:xfrm>
            <a:custGeom>
              <a:rect b="b" l="l" r="r" t="t"/>
              <a:pathLst>
                <a:path extrusionOk="0" h="45282" w="63870">
                  <a:moveTo>
                    <a:pt x="31997" y="1"/>
                  </a:moveTo>
                  <a:cubicBezTo>
                    <a:pt x="20520" y="1"/>
                    <a:pt x="9043" y="4382"/>
                    <a:pt x="280" y="13145"/>
                  </a:cubicBezTo>
                  <a:lnTo>
                    <a:pt x="1" y="13424"/>
                  </a:lnTo>
                  <a:lnTo>
                    <a:pt x="31857" y="45281"/>
                  </a:lnTo>
                  <a:lnTo>
                    <a:pt x="63869" y="13300"/>
                  </a:lnTo>
                  <a:lnTo>
                    <a:pt x="63714" y="13145"/>
                  </a:lnTo>
                  <a:cubicBezTo>
                    <a:pt x="54951" y="4382"/>
                    <a:pt x="43474" y="1"/>
                    <a:pt x="31997" y="1"/>
                  </a:cubicBezTo>
                  <a:close/>
                </a:path>
              </a:pathLst>
            </a:custGeom>
            <a:solidFill>
              <a:schemeClr val="accent4"/>
            </a:solidFill>
            <a:ln cap="flat" cmpd="sng" w="9525">
              <a:solidFill>
                <a:schemeClr val="dk2"/>
              </a:solidFill>
              <a:prstDash val="solid"/>
              <a:round/>
              <a:headEnd len="sm" w="sm" type="none"/>
              <a:tailEnd len="sm" w="sm" type="none"/>
            </a:ln>
          </p:spPr>
          <p:txBody>
            <a:bodyPr anchorCtr="0" anchor="ctr" bIns="56275" lIns="56275" spcFirstLastPara="1" rIns="56275" wrap="square" tIns="5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5" name="Google Shape;765;p18"/>
            <p:cNvSpPr/>
            <p:nvPr/>
          </p:nvSpPr>
          <p:spPr>
            <a:xfrm>
              <a:off x="1838131" y="2935126"/>
              <a:ext cx="261200" cy="261200"/>
            </a:xfrm>
            <a:custGeom>
              <a:rect b="b" l="l" r="r" t="t"/>
              <a:pathLst>
                <a:path extrusionOk="0" h="11819" w="11819">
                  <a:moveTo>
                    <a:pt x="5894" y="0"/>
                  </a:moveTo>
                  <a:cubicBezTo>
                    <a:pt x="2637" y="0"/>
                    <a:pt x="1" y="2637"/>
                    <a:pt x="1" y="5925"/>
                  </a:cubicBezTo>
                  <a:cubicBezTo>
                    <a:pt x="1" y="9182"/>
                    <a:pt x="2637" y="11819"/>
                    <a:pt x="5894" y="11819"/>
                  </a:cubicBezTo>
                  <a:cubicBezTo>
                    <a:pt x="9182" y="11819"/>
                    <a:pt x="11819" y="9182"/>
                    <a:pt x="11819" y="5925"/>
                  </a:cubicBezTo>
                  <a:cubicBezTo>
                    <a:pt x="11819" y="2637"/>
                    <a:pt x="9182" y="0"/>
                    <a:pt x="5894" y="0"/>
                  </a:cubicBezTo>
                  <a:close/>
                </a:path>
              </a:pathLst>
            </a:custGeom>
            <a:solidFill>
              <a:schemeClr val="lt1"/>
            </a:solidFill>
            <a:ln cap="flat" cmpd="sng" w="9525">
              <a:solidFill>
                <a:schemeClr val="dk2"/>
              </a:solidFill>
              <a:prstDash val="solid"/>
              <a:round/>
              <a:headEnd len="sm" w="sm" type="none"/>
              <a:tailEnd len="sm" w="sm" type="none"/>
            </a:ln>
          </p:spPr>
          <p:txBody>
            <a:bodyPr anchorCtr="0" anchor="ctr" bIns="56275" lIns="56275" spcFirstLastPara="1" rIns="56275" wrap="square" tIns="5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66" name="Google Shape;766;p18"/>
          <p:cNvSpPr/>
          <p:nvPr/>
        </p:nvSpPr>
        <p:spPr>
          <a:xfrm>
            <a:off x="718825" y="1245525"/>
            <a:ext cx="7740300" cy="646500"/>
          </a:xfrm>
          <a:prstGeom prst="roundRect">
            <a:avLst>
              <a:gd fmla="val 16667" name="adj"/>
            </a:avLst>
          </a:prstGeom>
          <a:solidFill>
            <a:srgbClr val="E3E9ED"/>
          </a:solid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Karla"/>
              <a:ea typeface="Karla"/>
              <a:cs typeface="Karla"/>
              <a:sym typeface="Karla"/>
            </a:endParaRPr>
          </a:p>
        </p:txBody>
      </p:sp>
      <p:sp>
        <p:nvSpPr>
          <p:cNvPr id="767" name="Google Shape;767;p18"/>
          <p:cNvSpPr/>
          <p:nvPr/>
        </p:nvSpPr>
        <p:spPr>
          <a:xfrm>
            <a:off x="617625" y="1981125"/>
            <a:ext cx="7933200" cy="2535900"/>
          </a:xfrm>
          <a:prstGeom prst="roundRect">
            <a:avLst>
              <a:gd fmla="val 16667" name="adj"/>
            </a:avLst>
          </a:prstGeom>
          <a:solidFill>
            <a:srgbClr val="CFD9E0"/>
          </a:solidFill>
          <a:ln cap="flat" cmpd="sng" w="9525">
            <a:solidFill>
              <a:srgbClr val="B3C3C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15000"/>
              </a:lnSpc>
              <a:spcBef>
                <a:spcPts val="1200"/>
              </a:spcBef>
              <a:spcAft>
                <a:spcPts val="0"/>
              </a:spcAft>
              <a:buClr>
                <a:schemeClr val="dk1"/>
              </a:buClr>
              <a:buSzPts val="1100"/>
              <a:buFont typeface="Arial"/>
              <a:buNone/>
            </a:pPr>
            <a:r>
              <a:rPr b="1" i="0" lang="en" sz="1100" u="none" cap="none" strike="noStrike">
                <a:solidFill>
                  <a:schemeClr val="dk1"/>
                </a:solidFill>
                <a:latin typeface="Arial"/>
                <a:ea typeface="Arial"/>
                <a:cs typeface="Arial"/>
                <a:sym typeface="Arial"/>
              </a:rPr>
              <a:t>Meets the recall target &amp; Controls customer friction</a:t>
            </a:r>
            <a:br>
              <a:rPr b="1" i="0" lang="en" sz="1100" u="none" cap="none" strike="noStrike">
                <a:solidFill>
                  <a:schemeClr val="dk1"/>
                </a:solidFill>
                <a:latin typeface="Arial"/>
                <a:ea typeface="Arial"/>
                <a:cs typeface="Arial"/>
                <a:sym typeface="Arial"/>
              </a:rPr>
            </a:br>
            <a:r>
              <a:rPr b="0" i="0" lang="en" sz="1100" u="none" cap="none" strike="noStrike">
                <a:solidFill>
                  <a:schemeClr val="dk1"/>
                </a:solidFill>
                <a:latin typeface="Arial"/>
                <a:ea typeface="Arial"/>
                <a:cs typeface="Arial"/>
                <a:sym typeface="Arial"/>
              </a:rPr>
              <a:t> The system catches about 36.5% of fraud, exceeding the 25% target. Also, its 1.04% false-positive rate is much lower than XGBoost alone.</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chemeClr val="dk1"/>
              </a:buClr>
              <a:buSzPts val="1100"/>
              <a:buFont typeface="Arial"/>
              <a:buNone/>
            </a:pPr>
            <a:r>
              <a:rPr b="1" i="0" lang="en" sz="1100" u="none" cap="none" strike="noStrike">
                <a:solidFill>
                  <a:schemeClr val="dk1"/>
                </a:solidFill>
                <a:latin typeface="Arial"/>
                <a:ea typeface="Arial"/>
                <a:cs typeface="Arial"/>
                <a:sym typeface="Arial"/>
              </a:rPr>
              <a:t>Combines complementary evidence</a:t>
            </a:r>
            <a:br>
              <a:rPr b="1" i="0" lang="en" sz="1100" u="none" cap="none" strike="noStrike">
                <a:solidFill>
                  <a:schemeClr val="dk1"/>
                </a:solidFill>
                <a:latin typeface="Arial"/>
                <a:ea typeface="Arial"/>
                <a:cs typeface="Arial"/>
                <a:sym typeface="Arial"/>
              </a:rPr>
            </a:br>
            <a:r>
              <a:rPr b="0" i="0" lang="en" sz="1100" u="none" cap="none" strike="noStrike">
                <a:solidFill>
                  <a:schemeClr val="dk1"/>
                </a:solidFill>
                <a:latin typeface="Arial"/>
                <a:ea typeface="Arial"/>
                <a:cs typeface="Arial"/>
                <a:sym typeface="Arial"/>
              </a:rPr>
              <a:t> XGBoost provides the main predictive signal, while the other pipelines contribute explainability, relationship context and anomaly evidence.</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1200"/>
              </a:spcAft>
              <a:buClr>
                <a:schemeClr val="dk1"/>
              </a:buClr>
              <a:buSzPts val="1100"/>
              <a:buFont typeface="Arial"/>
              <a:buNone/>
            </a:pPr>
            <a:r>
              <a:rPr b="1" i="0" lang="en" sz="1100" u="none" cap="none" strike="noStrike">
                <a:solidFill>
                  <a:schemeClr val="dk1"/>
                </a:solidFill>
                <a:latin typeface="Arial"/>
                <a:ea typeface="Arial"/>
                <a:cs typeface="Arial"/>
                <a:sym typeface="Arial"/>
              </a:rPr>
              <a:t>Avoids over-aggressive declines</a:t>
            </a:r>
            <a:br>
              <a:rPr b="1" i="0" lang="en" sz="1100" u="none" cap="none" strike="noStrike">
                <a:solidFill>
                  <a:schemeClr val="dk1"/>
                </a:solidFill>
                <a:latin typeface="Arial"/>
                <a:ea typeface="Arial"/>
                <a:cs typeface="Arial"/>
                <a:sym typeface="Arial"/>
              </a:rPr>
            </a:br>
            <a:r>
              <a:rPr b="0" i="0" lang="en" sz="1100" u="none" cap="none" strike="noStrike">
                <a:solidFill>
                  <a:schemeClr val="dk1"/>
                </a:solidFill>
                <a:latin typeface="Arial"/>
                <a:ea typeface="Arial"/>
                <a:cs typeface="Arial"/>
                <a:sym typeface="Arial"/>
              </a:rPr>
              <a:t> The output should trigger extra verification rather than automatic rejection because false positives still occur.</a:t>
            </a:r>
            <a:endParaRPr b="1" i="0" sz="1100" u="none" cap="none" strike="noStrike">
              <a:solidFill>
                <a:schemeClr val="dk1"/>
              </a:solidFill>
              <a:latin typeface="Arial"/>
              <a:ea typeface="Arial"/>
              <a:cs typeface="Arial"/>
              <a:sym typeface="Arial"/>
            </a:endParaRPr>
          </a:p>
        </p:txBody>
      </p:sp>
      <p:sp>
        <p:nvSpPr>
          <p:cNvPr id="768" name="Google Shape;768;p18"/>
          <p:cNvSpPr txBox="1"/>
          <p:nvPr/>
        </p:nvSpPr>
        <p:spPr>
          <a:xfrm>
            <a:off x="714075" y="1086810"/>
            <a:ext cx="7740300" cy="10650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chemeClr val="dk1"/>
              </a:buClr>
              <a:buSzPts val="1100"/>
              <a:buFont typeface="Arial"/>
              <a:buNone/>
            </a:pPr>
            <a:r>
              <a:rPr b="1" i="0" lang="en" sz="1400" u="none" cap="none" strike="noStrike">
                <a:solidFill>
                  <a:schemeClr val="dk1"/>
                </a:solidFill>
                <a:latin typeface="Karla"/>
                <a:ea typeface="Karla"/>
                <a:cs typeface="Karla"/>
                <a:sym typeface="Karla"/>
              </a:rPr>
              <a:t>We recommend using the final decision layer to decide whether a transaction should be approved normally or sent for step-up authentication. </a:t>
            </a:r>
            <a:endParaRPr b="0" i="0" sz="1400" u="none" cap="none" strike="noStrike">
              <a:solidFill>
                <a:schemeClr val="dk1"/>
              </a:solidFill>
              <a:latin typeface="Karla"/>
              <a:ea typeface="Karla"/>
              <a:cs typeface="Karla"/>
              <a:sym typeface="Karla"/>
            </a:endParaRPr>
          </a:p>
          <a:p>
            <a:pPr indent="0" lvl="0" marL="0" marR="0" rtl="0" algn="l">
              <a:lnSpc>
                <a:spcPct val="100000"/>
              </a:lnSpc>
              <a:spcBef>
                <a:spcPts val="1200"/>
              </a:spcBef>
              <a:spcAft>
                <a:spcPts val="0"/>
              </a:spcAft>
              <a:buClr>
                <a:srgbClr val="000000"/>
              </a:buClr>
              <a:buSzPts val="1500"/>
              <a:buFont typeface="Arial"/>
              <a:buNone/>
            </a:pPr>
            <a:r>
              <a:rPr b="0" i="0" lang="en" sz="1500" u="none" cap="none" strike="noStrike">
                <a:solidFill>
                  <a:schemeClr val="dk1"/>
                </a:solidFill>
                <a:latin typeface="Arial"/>
                <a:ea typeface="Arial"/>
                <a:cs typeface="Arial"/>
                <a:sym typeface="Arial"/>
              </a:rPr>
              <a:t> </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2" name="Shape 772"/>
        <p:cNvGrpSpPr/>
        <p:nvPr/>
      </p:nvGrpSpPr>
      <p:grpSpPr>
        <a:xfrm>
          <a:off x="0" y="0"/>
          <a:ext cx="0" cy="0"/>
          <a:chOff x="0" y="0"/>
          <a:chExt cx="0" cy="0"/>
        </a:xfrm>
      </p:grpSpPr>
      <p:sp>
        <p:nvSpPr>
          <p:cNvPr id="773" name="Google Shape;773;p19"/>
          <p:cNvSpPr txBox="1"/>
          <p:nvPr>
            <p:ph type="ctrTitle"/>
          </p:nvPr>
        </p:nvSpPr>
        <p:spPr>
          <a:xfrm>
            <a:off x="2863200" y="1742050"/>
            <a:ext cx="3677400" cy="9918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5200"/>
              <a:buNone/>
            </a:pPr>
            <a:r>
              <a:rPr lang="en"/>
              <a:t>Thanks</a:t>
            </a:r>
            <a:endParaRPr/>
          </a:p>
        </p:txBody>
      </p:sp>
      <p:sp>
        <p:nvSpPr>
          <p:cNvPr id="774" name="Google Shape;774;p19"/>
          <p:cNvSpPr/>
          <p:nvPr/>
        </p:nvSpPr>
        <p:spPr>
          <a:xfrm>
            <a:off x="2718600" y="3186900"/>
            <a:ext cx="3822000" cy="9918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Karla"/>
              <a:ea typeface="Karla"/>
              <a:cs typeface="Karla"/>
              <a:sym typeface="Karla"/>
            </a:endParaRPr>
          </a:p>
        </p:txBody>
      </p:sp>
    </p:spTree>
  </p:cSld>
  <p:clrMapOvr>
    <a:masterClrMapping/>
  </p:clrMapOvr>
</p:sld>
</file>

<file path=ppt/theme/theme1.xml><?xml version="1.0" encoding="utf-8"?>
<a:theme xmlns:a="http://schemas.openxmlformats.org/drawingml/2006/main" xmlns:r="http://schemas.openxmlformats.org/officeDocument/2006/relationships" name="Minimalist Hepatitis Clinical Case by Slidesgo">
  <a:themeElements>
    <a:clrScheme name="Simple Light">
      <a:dk1>
        <a:srgbClr val="000000"/>
      </a:dk1>
      <a:lt1>
        <a:srgbClr val="FFFFFF"/>
      </a:lt1>
      <a:dk2>
        <a:srgbClr val="06688E"/>
      </a:dk2>
      <a:lt2>
        <a:srgbClr val="FFFFFF"/>
      </a:lt2>
      <a:accent1>
        <a:srgbClr val="FFFFFF"/>
      </a:accent1>
      <a:accent2>
        <a:srgbClr val="FFFFFF"/>
      </a:accent2>
      <a:accent3>
        <a:srgbClr val="FFFFFF"/>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