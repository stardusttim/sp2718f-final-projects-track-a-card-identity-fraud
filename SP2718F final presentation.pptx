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DM Serif Display"/>
      <p:regular r:id="rId26"/>
      <p:italic r:id="rId27"/>
    </p:embeddedFont>
    <p:embeddedFont>
      <p:font typeface="Karla"/>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4F942A-C269-4141-9DC6-68F5FB5EC288}">
  <a:tblStyle styleId="{1B4F942A-C269-4141-9DC6-68F5FB5EC28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Karla-boldItalic.fntdata"/><Relationship Id="rId30" Type="http://schemas.openxmlformats.org/officeDocument/2006/relationships/font" Target="fonts/Karla-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DMSerifDisplay-regular.fntdata"/><Relationship Id="rId25" Type="http://schemas.openxmlformats.org/officeDocument/2006/relationships/slide" Target="slides/slide19.xml"/><Relationship Id="rId28" Type="http://schemas.openxmlformats.org/officeDocument/2006/relationships/font" Target="fonts/Karla-regular.fntdata"/><Relationship Id="rId27" Type="http://schemas.openxmlformats.org/officeDocument/2006/relationships/font" Target="fonts/DMSerifDisplay-italic.fntdata"/><Relationship Id="rId29" Type="http://schemas.openxmlformats.org/officeDocument/2006/relationships/font" Target="fonts/Karl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a:solidFill>
                  <a:schemeClr val="dk1"/>
                </a:solidFill>
              </a:rPr>
              <a:t>Good morning. We're Track A — Card and Identity Fraud. I'm Zhang Yang, and our team is presenting for the card issuer.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d4db157b9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d4db157b9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Our stakeholder is the issuer — the cardholder's bank. The question we set out to answer: using the card, address, email, and identity-match evidence available </a:t>
            </a:r>
            <a:r>
              <a:rPr lang="en">
                <a:solidFill>
                  <a:srgbClr val="999999"/>
                </a:solidFill>
              </a:rPr>
              <a:t>at the moment of transaction</a:t>
            </a:r>
            <a:r>
              <a:rPr lang="en">
                <a:solidFill>
                  <a:schemeClr val="dk1"/>
                </a:solidFill>
              </a:rPr>
              <a:t>, can the issuer catch at least 25% of fraud while keeping false positives low enough that legitimate customers aren't constantly interrupted?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d3c3787e4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d3c3787e4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That target maps to one operational decision: for every transaction, should the issuer approve it normally, or send it for step-up authentication — an extra verification step, like a one-time code — or manual review?</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d3c3787e4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d3c3787e4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Three things matter here to the issuer: catching more card-not-present fraud, cutting false positives so genuine customers aren't blocked, and staying transparent enough to explain a decision when challenged. </a:t>
            </a:r>
            <a:r>
              <a:rPr lang="en">
                <a:solidFill>
                  <a:srgbClr val="9E9E9E"/>
                </a:solidFill>
              </a:rPr>
              <a:t>So the goal isn't just "detect more frauds" — it's the right balance between fraud loss and customer friction.</a:t>
            </a:r>
            <a:r>
              <a:rPr lang="en">
                <a:solidFill>
                  <a:schemeClr val="dk1"/>
                </a:solidFill>
              </a:rPr>
              <a:t> I'll hand it over to Chen Jian to walk through what we found in the data.</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e468db4b04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e468db4b04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Before we get into the models, I want to walk you through three findings from our exploratory analysis using the first 70% of transactions in time order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The first is: missing match evidence mattered more than we expected. When match information simply wasn't there, that was sometimes a stronger fraud signal than a mismatch. Our theory is that fraudsters can submit information that looks internally consistent, while some legitimate transaction flows just don't generate that verification data at all. So instead of assuming 'mismatch equals fraud,' we treated missing, matched, and failed checks as three separate signals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i="1" lang="en" sz="1400">
                <a:solidFill>
                  <a:schemeClr val="dk1"/>
                </a:solidFill>
              </a:rPr>
              <a:t>Our second finding pushed back on an even more common assumption.</a:t>
            </a:r>
            <a:endParaRPr sz="1400">
              <a:solidFill>
                <a:schemeClr val="dk1"/>
              </a:solidFill>
            </a:endParaRPr>
          </a:p>
          <a:p>
            <a:pPr indent="0" lvl="0" marL="0" rtl="0" algn="l">
              <a:spcBef>
                <a:spcPts val="0"/>
              </a:spcBef>
              <a:spcAft>
                <a:spcPts val="0"/>
              </a:spcAft>
              <a:buNone/>
            </a:pPr>
            <a:r>
              <a:t/>
            </a:r>
            <a:endParaRPr sz="1500">
              <a:solidFill>
                <a:srgbClr val="F4F0EB"/>
              </a:solidFill>
              <a:highlight>
                <a:srgbClr val="252523"/>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f827767f4c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f827767f4c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We assumed a matching email meant safety. But the data disagreed that.  The top chart compares fraud rates with and without a recipient email present — having one actually correlates with </a:t>
            </a:r>
            <a:r>
              <a:rPr i="1" lang="en" sz="1500">
                <a:solidFill>
                  <a:schemeClr val="dk1"/>
                </a:solidFill>
              </a:rPr>
              <a:t>higher</a:t>
            </a:r>
            <a:r>
              <a:rPr lang="en" sz="1500">
                <a:solidFill>
                  <a:schemeClr val="dk1"/>
                </a:solidFill>
              </a:rPr>
              <a:t> fraud. The bottom chart compares matching versus non-matching email domains — again, a match came with a fraud rate nearly three times higher. Same logic as before: consistency can be faked. So a match alone was never treated as proof of safety.</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i="1" lang="en" sz="1500">
                <a:solidFill>
                  <a:schemeClr val="dk1"/>
                </a:solidFill>
              </a:rPr>
              <a:t>And the same pattern showed up a third time.</a:t>
            </a:r>
            <a:endParaRPr sz="15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f827767f4c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f827767f4c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Transactions with identity or device data present had a fraud rate over three times higher than those without it. Likely because these fields show up more in digitally intensive flows — where device reuse or account takeover happens. So we used identity-data presence as </a:t>
            </a:r>
            <a:r>
              <a:rPr i="1" lang="en" sz="1500">
                <a:solidFill>
                  <a:schemeClr val="dk1"/>
                </a:solidFill>
              </a:rPr>
              <a:t>context</a:t>
            </a:r>
            <a:r>
              <a:rPr lang="en" sz="1500">
                <a:solidFill>
                  <a:schemeClr val="dk1"/>
                </a:solidFill>
              </a:rPr>
              <a:t>, never as proof a transaction was safe.</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i="1" lang="en" sz="1500">
                <a:solidFill>
                  <a:schemeClr val="dk1"/>
                </a:solidFill>
              </a:rPr>
              <a:t>With these insights guiding our feature choices, we split the modeling work across four pipelines.</a:t>
            </a:r>
            <a:endParaRPr sz="15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d4db157b90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d4db157b90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We built a logistic regression on the M-pattern summary features. And we also built an XGBoost tree around card-address-email relationships. A transparent rule-based points score is also created. And Isolation Forest to flag unusual transactions.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i="1" lang="en" sz="1500">
                <a:solidFill>
                  <a:schemeClr val="dk1"/>
                </a:solidFill>
              </a:rPr>
              <a:t>Let's zoom into the first of these.</a:t>
            </a:r>
            <a:endParaRPr sz="15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f827767f4c_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f827767f4c_4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This pipeline tested whether the summary patterns from the M-fields could support fraud detection in a simple, explainable model. it separates missing from failed match evidence, shows the direction of each risk signal, and gives us an interpretable way to check whether our reasoning about these features actually holds up. For the issuer, that means it's useful supporting evidence — but on its own, it's not strong enough to drive decisions. That's where the other three pipelines come in.</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f827767f4c_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f827767f4c_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f827767f4c_5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f827767f4c_5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f827767f4c_4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f827767f4c_4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f827767f4c_4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f827767f4c_4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f827767f4c_4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f827767f4c_4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My pipeline is the fourth: an Isolation Forest. It's different from the other three because it doesn't learn from fraud labels at all — it just looks for transactions whose combination of amount, card, address, email, and match signals looks unlike normal traffic. That matters because it can catch cases the supervised models miss, since they don't resemble any fraud we've already labelled. The trade-off: unusual isn't always fraudulent, so we had to control its threshold carefully to avoid flooding the issuer with false positives.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827767f4c_4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f827767f4c_4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a:solidFill>
                  <a:schemeClr val="dk1"/>
                </a:solidFill>
              </a:rPr>
              <a:t>All four pipelines feed one score each — the M-pattern model, the relationship model, the rule-based score, and my anomaly score. We combined them with a logistic regression stacking layer, which weights the strongest signals while still keeping the others as supporting evidence. The output is one consistent number the issuer can act on: approve normally, or send for step-up authentication and review.</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f826737b8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f826737b8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a:solidFill>
                  <a:schemeClr val="dk1"/>
                </a:solidFill>
              </a:rPr>
              <a:t>Here's what that combined system delivers against our baseline — a simple XGBoost model on the raw columns. The baseline caught about 25% of fraud at 73% precision. Our combined decision layer catches 39% of fraud, with a false-positive rate of just 1.2%, and an AUC of 0.892 — the best separation of any single component.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d3c3787e4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d3c3787e4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In plain terms: we exceed the 25% recall target at nearly 39%, while keeping false positives to about 1 in 80 legitimate transactions. Compared to running XGBoost alone, we catch somewhat less fraud, but we cut false positives significantly — which matters, because every false positive is a real customer getting stopped at checkout.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f827767f4c_4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f827767f4c_4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Our recommendation: the issuer should use this combined decision layer to drive the step-up decision, not any single pipeline alone. It clears the recall target, keeps friction low, and combines complementary evidence — XGBoost for raw predictive power, the other three for explainability, relationship context, and anomaly detection. And importantly, its output should trigger extra verification, not an automatic decline — false positives still happen, and a decline is a harder cost to reverse than a step-up.</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d3c3787e4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d3c3787e4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png"/><Relationship Id="rId7"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png"/><Relationship Id="rId7"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9"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12.png"/><Relationship Id="rId8"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0" r="0" t="0"/>
          <a:stretch/>
        </p:blipFill>
        <p:spPr>
          <a:xfrm>
            <a:off x="5600900" y="2715863"/>
            <a:ext cx="4000500" cy="2295525"/>
          </a:xfrm>
          <a:prstGeom prst="rect">
            <a:avLst/>
          </a:prstGeom>
          <a:noFill/>
          <a:ln>
            <a:noFill/>
          </a:ln>
        </p:spPr>
      </p:pic>
      <p:pic>
        <p:nvPicPr>
          <p:cNvPr id="10" name="Google Shape;10;p2"/>
          <p:cNvPicPr preferRelativeResize="0"/>
          <p:nvPr/>
        </p:nvPicPr>
        <p:blipFill rotWithShape="1">
          <a:blip r:embed="rId3">
            <a:alphaModFix/>
          </a:blip>
          <a:srcRect b="0" l="0" r="0" t="0"/>
          <a:stretch/>
        </p:blipFill>
        <p:spPr>
          <a:xfrm>
            <a:off x="1295550" y="184925"/>
            <a:ext cx="3262450" cy="2530950"/>
          </a:xfrm>
          <a:prstGeom prst="rect">
            <a:avLst/>
          </a:prstGeom>
          <a:noFill/>
          <a:ln>
            <a:noFill/>
          </a:ln>
        </p:spPr>
      </p:pic>
      <p:pic>
        <p:nvPicPr>
          <p:cNvPr id="11" name="Google Shape;11;p2"/>
          <p:cNvPicPr preferRelativeResize="0"/>
          <p:nvPr/>
        </p:nvPicPr>
        <p:blipFill rotWithShape="1">
          <a:blip r:embed="rId4">
            <a:alphaModFix/>
          </a:blip>
          <a:srcRect b="0" l="0" r="0" t="0"/>
          <a:stretch/>
        </p:blipFill>
        <p:spPr>
          <a:xfrm>
            <a:off x="337913" y="-438012"/>
            <a:ext cx="2409825" cy="2333625"/>
          </a:xfrm>
          <a:prstGeom prst="rect">
            <a:avLst/>
          </a:prstGeom>
          <a:noFill/>
          <a:ln>
            <a:noFill/>
          </a:ln>
        </p:spPr>
      </p:pic>
      <p:pic>
        <p:nvPicPr>
          <p:cNvPr id="12" name="Google Shape;12;p2"/>
          <p:cNvPicPr preferRelativeResize="0"/>
          <p:nvPr/>
        </p:nvPicPr>
        <p:blipFill rotWithShape="1">
          <a:blip r:embed="rId5">
            <a:alphaModFix/>
          </a:blip>
          <a:srcRect b="0" l="0" r="0" t="0"/>
          <a:stretch/>
        </p:blipFill>
        <p:spPr>
          <a:xfrm rot="5400000">
            <a:off x="6910775" y="206125"/>
            <a:ext cx="4339950" cy="3111650"/>
          </a:xfrm>
          <a:prstGeom prst="rect">
            <a:avLst/>
          </a:prstGeom>
          <a:noFill/>
          <a:ln>
            <a:noFill/>
          </a:ln>
        </p:spPr>
      </p:pic>
      <p:pic>
        <p:nvPicPr>
          <p:cNvPr id="13" name="Google Shape;13;p2"/>
          <p:cNvPicPr preferRelativeResize="0"/>
          <p:nvPr/>
        </p:nvPicPr>
        <p:blipFill rotWithShape="1">
          <a:blip r:embed="rId6">
            <a:alphaModFix/>
          </a:blip>
          <a:srcRect b="0" l="0" r="0" t="0"/>
          <a:stretch/>
        </p:blipFill>
        <p:spPr>
          <a:xfrm rot="5400000">
            <a:off x="941800" y="2746450"/>
            <a:ext cx="1733750" cy="3947449"/>
          </a:xfrm>
          <a:prstGeom prst="rect">
            <a:avLst/>
          </a:prstGeom>
          <a:noFill/>
          <a:ln>
            <a:noFill/>
          </a:ln>
        </p:spPr>
      </p:pic>
      <p:sp>
        <p:nvSpPr>
          <p:cNvPr id="14" name="Google Shape;14;p2"/>
          <p:cNvSpPr txBox="1"/>
          <p:nvPr>
            <p:ph type="ctrTitle"/>
          </p:nvPr>
        </p:nvSpPr>
        <p:spPr>
          <a:xfrm>
            <a:off x="953325" y="1452750"/>
            <a:ext cx="7237500" cy="1814100"/>
          </a:xfrm>
          <a:prstGeom prst="rect">
            <a:avLst/>
          </a:prstGeom>
        </p:spPr>
        <p:txBody>
          <a:bodyPr anchorCtr="0" anchor="t"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1540125" y="3266850"/>
            <a:ext cx="6063900" cy="423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2166450" y="2409795"/>
            <a:ext cx="4811100" cy="8418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 type="subTitle"/>
          </p:nvPr>
        </p:nvSpPr>
        <p:spPr>
          <a:xfrm>
            <a:off x="3293225" y="3165870"/>
            <a:ext cx="2557800" cy="60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 name="Google Shape;19;p3"/>
          <p:cNvSpPr txBox="1"/>
          <p:nvPr>
            <p:ph hasCustomPrompt="1" idx="2" type="title"/>
          </p:nvPr>
        </p:nvSpPr>
        <p:spPr>
          <a:xfrm>
            <a:off x="3334800" y="1047373"/>
            <a:ext cx="2474400" cy="137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0"/>
              <a:buNone/>
              <a:defRPr sz="9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pic>
        <p:nvPicPr>
          <p:cNvPr id="20" name="Google Shape;20;p3"/>
          <p:cNvPicPr preferRelativeResize="0"/>
          <p:nvPr/>
        </p:nvPicPr>
        <p:blipFill rotWithShape="1">
          <a:blip r:embed="rId2">
            <a:alphaModFix/>
          </a:blip>
          <a:srcRect b="0" l="0" r="0" t="0"/>
          <a:stretch/>
        </p:blipFill>
        <p:spPr>
          <a:xfrm rot="3883291">
            <a:off x="-398603" y="1661394"/>
            <a:ext cx="2569104" cy="1474162"/>
          </a:xfrm>
          <a:prstGeom prst="rect">
            <a:avLst/>
          </a:prstGeom>
          <a:noFill/>
          <a:ln>
            <a:noFill/>
          </a:ln>
        </p:spPr>
      </p:pic>
      <p:pic>
        <p:nvPicPr>
          <p:cNvPr id="21" name="Google Shape;21;p3"/>
          <p:cNvPicPr preferRelativeResize="0"/>
          <p:nvPr/>
        </p:nvPicPr>
        <p:blipFill rotWithShape="1">
          <a:blip r:embed="rId3">
            <a:alphaModFix/>
          </a:blip>
          <a:srcRect b="0" l="0" r="0" t="0"/>
          <a:stretch/>
        </p:blipFill>
        <p:spPr>
          <a:xfrm>
            <a:off x="440313" y="163692"/>
            <a:ext cx="1840875" cy="1782665"/>
          </a:xfrm>
          <a:prstGeom prst="rect">
            <a:avLst/>
          </a:prstGeom>
          <a:noFill/>
          <a:ln>
            <a:noFill/>
          </a:ln>
        </p:spPr>
      </p:pic>
      <p:pic>
        <p:nvPicPr>
          <p:cNvPr id="22" name="Google Shape;22;p3"/>
          <p:cNvPicPr preferRelativeResize="0"/>
          <p:nvPr/>
        </p:nvPicPr>
        <p:blipFill rotWithShape="1">
          <a:blip r:embed="rId4">
            <a:alphaModFix/>
          </a:blip>
          <a:srcRect b="0" l="0" r="0" t="0"/>
          <a:stretch/>
        </p:blipFill>
        <p:spPr>
          <a:xfrm rot="-1639246">
            <a:off x="941800" y="2746450"/>
            <a:ext cx="1733751" cy="3947450"/>
          </a:xfrm>
          <a:prstGeom prst="rect">
            <a:avLst/>
          </a:prstGeom>
          <a:noFill/>
          <a:ln>
            <a:noFill/>
          </a:ln>
        </p:spPr>
      </p:pic>
      <p:pic>
        <p:nvPicPr>
          <p:cNvPr id="23" name="Google Shape;23;p3"/>
          <p:cNvPicPr preferRelativeResize="0"/>
          <p:nvPr/>
        </p:nvPicPr>
        <p:blipFill>
          <a:blip r:embed="rId5">
            <a:alphaModFix/>
          </a:blip>
          <a:stretch>
            <a:fillRect/>
          </a:stretch>
        </p:blipFill>
        <p:spPr>
          <a:xfrm>
            <a:off x="7081725" y="3219301"/>
            <a:ext cx="1840875" cy="1700025"/>
          </a:xfrm>
          <a:prstGeom prst="rect">
            <a:avLst/>
          </a:prstGeom>
          <a:noFill/>
          <a:ln>
            <a:noFill/>
          </a:ln>
        </p:spPr>
      </p:pic>
      <p:pic>
        <p:nvPicPr>
          <p:cNvPr id="24" name="Google Shape;24;p3"/>
          <p:cNvPicPr preferRelativeResize="0"/>
          <p:nvPr/>
        </p:nvPicPr>
        <p:blipFill>
          <a:blip r:embed="rId6">
            <a:alphaModFix/>
          </a:blip>
          <a:stretch>
            <a:fillRect/>
          </a:stretch>
        </p:blipFill>
        <p:spPr>
          <a:xfrm>
            <a:off x="7304126" y="609717"/>
            <a:ext cx="2386824" cy="4381382"/>
          </a:xfrm>
          <a:prstGeom prst="rect">
            <a:avLst/>
          </a:prstGeom>
          <a:noFill/>
          <a:ln>
            <a:noFill/>
          </a:ln>
        </p:spPr>
      </p:pic>
      <p:pic>
        <p:nvPicPr>
          <p:cNvPr id="25" name="Google Shape;25;p3"/>
          <p:cNvPicPr preferRelativeResize="0"/>
          <p:nvPr/>
        </p:nvPicPr>
        <p:blipFill rotWithShape="1">
          <a:blip r:embed="rId4">
            <a:alphaModFix/>
          </a:blip>
          <a:srcRect b="0" l="0" r="0" t="0"/>
          <a:stretch/>
        </p:blipFill>
        <p:spPr>
          <a:xfrm rot="-1639246">
            <a:off x="6379675" y="-1850875"/>
            <a:ext cx="1733751" cy="3947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4"/>
          <p:cNvSpPr txBox="1"/>
          <p:nvPr>
            <p:ph idx="1" type="body"/>
          </p:nvPr>
        </p:nvSpPr>
        <p:spPr>
          <a:xfrm>
            <a:off x="713225" y="1187600"/>
            <a:ext cx="77175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pic>
        <p:nvPicPr>
          <p:cNvPr id="29" name="Google Shape;29;p4"/>
          <p:cNvPicPr preferRelativeResize="0"/>
          <p:nvPr/>
        </p:nvPicPr>
        <p:blipFill rotWithShape="1">
          <a:blip r:embed="rId2">
            <a:alphaModFix/>
          </a:blip>
          <a:srcRect b="0" l="0" r="0" t="0"/>
          <a:stretch/>
        </p:blipFill>
        <p:spPr>
          <a:xfrm rot="5400000">
            <a:off x="7018400" y="-1769425"/>
            <a:ext cx="1733750" cy="3947449"/>
          </a:xfrm>
          <a:prstGeom prst="rect">
            <a:avLst/>
          </a:prstGeom>
          <a:noFill/>
          <a:ln>
            <a:noFill/>
          </a:ln>
        </p:spPr>
      </p:pic>
      <p:pic>
        <p:nvPicPr>
          <p:cNvPr id="30" name="Google Shape;30;p4"/>
          <p:cNvPicPr preferRelativeResize="0"/>
          <p:nvPr/>
        </p:nvPicPr>
        <p:blipFill rotWithShape="1">
          <a:blip r:embed="rId3">
            <a:alphaModFix/>
          </a:blip>
          <a:srcRect b="0" l="0" r="0" t="0"/>
          <a:stretch/>
        </p:blipFill>
        <p:spPr>
          <a:xfrm rot="5400000">
            <a:off x="-2143088" y="1694737"/>
            <a:ext cx="3538475" cy="2030400"/>
          </a:xfrm>
          <a:prstGeom prst="rect">
            <a:avLst/>
          </a:prstGeom>
          <a:noFill/>
          <a:ln>
            <a:noFill/>
          </a:ln>
        </p:spPr>
      </p:pic>
      <p:pic>
        <p:nvPicPr>
          <p:cNvPr id="31" name="Google Shape;31;p4"/>
          <p:cNvPicPr preferRelativeResize="0"/>
          <p:nvPr/>
        </p:nvPicPr>
        <p:blipFill rotWithShape="1">
          <a:blip r:embed="rId4">
            <a:alphaModFix/>
          </a:blip>
          <a:srcRect b="0" l="0" r="0" t="0"/>
          <a:stretch/>
        </p:blipFill>
        <p:spPr>
          <a:xfrm>
            <a:off x="8430725" y="2721400"/>
            <a:ext cx="1666150" cy="16134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783350" y="3405826"/>
            <a:ext cx="3556500" cy="9153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5" name="Google Shape;35;p5"/>
          <p:cNvSpPr txBox="1"/>
          <p:nvPr>
            <p:ph idx="2" type="body"/>
          </p:nvPr>
        </p:nvSpPr>
        <p:spPr>
          <a:xfrm>
            <a:off x="4804123" y="3405826"/>
            <a:ext cx="3556500" cy="9153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6" name="Google Shape;36;p5"/>
          <p:cNvSpPr txBox="1"/>
          <p:nvPr>
            <p:ph idx="3" type="title"/>
          </p:nvPr>
        </p:nvSpPr>
        <p:spPr>
          <a:xfrm>
            <a:off x="783498" y="2994425"/>
            <a:ext cx="3556500" cy="572700"/>
          </a:xfrm>
          <a:prstGeom prst="rect">
            <a:avLst/>
          </a:prstGeom>
        </p:spPr>
        <p:txBody>
          <a:bodyPr anchorCtr="0" anchor="b"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800"/>
              <a:buNone/>
              <a:defRPr>
                <a:latin typeface="Karla"/>
                <a:ea typeface="Karla"/>
                <a:cs typeface="Karla"/>
                <a:sym typeface="Karla"/>
              </a:defRPr>
            </a:lvl2pPr>
            <a:lvl3pPr lvl="2">
              <a:spcBef>
                <a:spcPts val="0"/>
              </a:spcBef>
              <a:spcAft>
                <a:spcPts val="0"/>
              </a:spcAft>
              <a:buSzPts val="2800"/>
              <a:buNone/>
              <a:defRPr>
                <a:latin typeface="Karla"/>
                <a:ea typeface="Karla"/>
                <a:cs typeface="Karla"/>
                <a:sym typeface="Karla"/>
              </a:defRPr>
            </a:lvl3pPr>
            <a:lvl4pPr lvl="3">
              <a:spcBef>
                <a:spcPts val="0"/>
              </a:spcBef>
              <a:spcAft>
                <a:spcPts val="0"/>
              </a:spcAft>
              <a:buSzPts val="2800"/>
              <a:buNone/>
              <a:defRPr>
                <a:latin typeface="Karla"/>
                <a:ea typeface="Karla"/>
                <a:cs typeface="Karla"/>
                <a:sym typeface="Karla"/>
              </a:defRPr>
            </a:lvl4pPr>
            <a:lvl5pPr lvl="4">
              <a:spcBef>
                <a:spcPts val="0"/>
              </a:spcBef>
              <a:spcAft>
                <a:spcPts val="0"/>
              </a:spcAft>
              <a:buSzPts val="2800"/>
              <a:buNone/>
              <a:defRPr>
                <a:latin typeface="Karla"/>
                <a:ea typeface="Karla"/>
                <a:cs typeface="Karla"/>
                <a:sym typeface="Karla"/>
              </a:defRPr>
            </a:lvl5pPr>
            <a:lvl6pPr lvl="5">
              <a:spcBef>
                <a:spcPts val="0"/>
              </a:spcBef>
              <a:spcAft>
                <a:spcPts val="0"/>
              </a:spcAft>
              <a:buSzPts val="2800"/>
              <a:buNone/>
              <a:defRPr>
                <a:latin typeface="Karla"/>
                <a:ea typeface="Karla"/>
                <a:cs typeface="Karla"/>
                <a:sym typeface="Karla"/>
              </a:defRPr>
            </a:lvl6pPr>
            <a:lvl7pPr lvl="6">
              <a:spcBef>
                <a:spcPts val="0"/>
              </a:spcBef>
              <a:spcAft>
                <a:spcPts val="0"/>
              </a:spcAft>
              <a:buSzPts val="2800"/>
              <a:buNone/>
              <a:defRPr>
                <a:latin typeface="Karla"/>
                <a:ea typeface="Karla"/>
                <a:cs typeface="Karla"/>
                <a:sym typeface="Karla"/>
              </a:defRPr>
            </a:lvl7pPr>
            <a:lvl8pPr lvl="7">
              <a:spcBef>
                <a:spcPts val="0"/>
              </a:spcBef>
              <a:spcAft>
                <a:spcPts val="0"/>
              </a:spcAft>
              <a:buSzPts val="2800"/>
              <a:buNone/>
              <a:defRPr>
                <a:latin typeface="Karla"/>
                <a:ea typeface="Karla"/>
                <a:cs typeface="Karla"/>
                <a:sym typeface="Karla"/>
              </a:defRPr>
            </a:lvl8pPr>
            <a:lvl9pPr lvl="8">
              <a:spcBef>
                <a:spcPts val="0"/>
              </a:spcBef>
              <a:spcAft>
                <a:spcPts val="0"/>
              </a:spcAft>
              <a:buSzPts val="2800"/>
              <a:buNone/>
              <a:defRPr>
                <a:latin typeface="Karla"/>
                <a:ea typeface="Karla"/>
                <a:cs typeface="Karla"/>
                <a:sym typeface="Karla"/>
              </a:defRPr>
            </a:lvl9pPr>
          </a:lstStyle>
          <a:p/>
        </p:txBody>
      </p:sp>
      <p:sp>
        <p:nvSpPr>
          <p:cNvPr id="37" name="Google Shape;37;p5"/>
          <p:cNvSpPr txBox="1"/>
          <p:nvPr>
            <p:ph idx="4" type="title"/>
          </p:nvPr>
        </p:nvSpPr>
        <p:spPr>
          <a:xfrm>
            <a:off x="4804112" y="2994425"/>
            <a:ext cx="35565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200"/>
              <a:buNone/>
              <a:defRPr sz="2200"/>
            </a:lvl1pPr>
            <a:lvl2pPr lvl="1" rtl="0">
              <a:spcBef>
                <a:spcPts val="0"/>
              </a:spcBef>
              <a:spcAft>
                <a:spcPts val="0"/>
              </a:spcAft>
              <a:buSzPts val="2800"/>
              <a:buNone/>
              <a:defRPr>
                <a:latin typeface="Karla"/>
                <a:ea typeface="Karla"/>
                <a:cs typeface="Karla"/>
                <a:sym typeface="Karla"/>
              </a:defRPr>
            </a:lvl2pPr>
            <a:lvl3pPr lvl="2" rtl="0">
              <a:spcBef>
                <a:spcPts val="0"/>
              </a:spcBef>
              <a:spcAft>
                <a:spcPts val="0"/>
              </a:spcAft>
              <a:buSzPts val="2800"/>
              <a:buNone/>
              <a:defRPr>
                <a:latin typeface="Karla"/>
                <a:ea typeface="Karla"/>
                <a:cs typeface="Karla"/>
                <a:sym typeface="Karla"/>
              </a:defRPr>
            </a:lvl3pPr>
            <a:lvl4pPr lvl="3" rtl="0">
              <a:spcBef>
                <a:spcPts val="0"/>
              </a:spcBef>
              <a:spcAft>
                <a:spcPts val="0"/>
              </a:spcAft>
              <a:buSzPts val="2800"/>
              <a:buNone/>
              <a:defRPr>
                <a:latin typeface="Karla"/>
                <a:ea typeface="Karla"/>
                <a:cs typeface="Karla"/>
                <a:sym typeface="Karla"/>
              </a:defRPr>
            </a:lvl4pPr>
            <a:lvl5pPr lvl="4" rtl="0">
              <a:spcBef>
                <a:spcPts val="0"/>
              </a:spcBef>
              <a:spcAft>
                <a:spcPts val="0"/>
              </a:spcAft>
              <a:buSzPts val="2800"/>
              <a:buNone/>
              <a:defRPr>
                <a:latin typeface="Karla"/>
                <a:ea typeface="Karla"/>
                <a:cs typeface="Karla"/>
                <a:sym typeface="Karla"/>
              </a:defRPr>
            </a:lvl5pPr>
            <a:lvl6pPr lvl="5" rtl="0">
              <a:spcBef>
                <a:spcPts val="0"/>
              </a:spcBef>
              <a:spcAft>
                <a:spcPts val="0"/>
              </a:spcAft>
              <a:buSzPts val="2800"/>
              <a:buNone/>
              <a:defRPr>
                <a:latin typeface="Karla"/>
                <a:ea typeface="Karla"/>
                <a:cs typeface="Karla"/>
                <a:sym typeface="Karla"/>
              </a:defRPr>
            </a:lvl6pPr>
            <a:lvl7pPr lvl="6" rtl="0">
              <a:spcBef>
                <a:spcPts val="0"/>
              </a:spcBef>
              <a:spcAft>
                <a:spcPts val="0"/>
              </a:spcAft>
              <a:buSzPts val="2800"/>
              <a:buNone/>
              <a:defRPr>
                <a:latin typeface="Karla"/>
                <a:ea typeface="Karla"/>
                <a:cs typeface="Karla"/>
                <a:sym typeface="Karla"/>
              </a:defRPr>
            </a:lvl7pPr>
            <a:lvl8pPr lvl="7" rtl="0">
              <a:spcBef>
                <a:spcPts val="0"/>
              </a:spcBef>
              <a:spcAft>
                <a:spcPts val="0"/>
              </a:spcAft>
              <a:buSzPts val="2800"/>
              <a:buNone/>
              <a:defRPr>
                <a:latin typeface="Karla"/>
                <a:ea typeface="Karla"/>
                <a:cs typeface="Karla"/>
                <a:sym typeface="Karla"/>
              </a:defRPr>
            </a:lvl8pPr>
            <a:lvl9pPr lvl="8" rtl="0">
              <a:spcBef>
                <a:spcPts val="0"/>
              </a:spcBef>
              <a:spcAft>
                <a:spcPts val="0"/>
              </a:spcAft>
              <a:buSzPts val="2800"/>
              <a:buNone/>
              <a:defRPr>
                <a:latin typeface="Karla"/>
                <a:ea typeface="Karla"/>
                <a:cs typeface="Karla"/>
                <a:sym typeface="Karla"/>
              </a:defRPr>
            </a:lvl9pPr>
          </a:lstStyle>
          <a:p/>
        </p:txBody>
      </p:sp>
      <p:pic>
        <p:nvPicPr>
          <p:cNvPr id="38" name="Google Shape;38;p5"/>
          <p:cNvPicPr preferRelativeResize="0"/>
          <p:nvPr/>
        </p:nvPicPr>
        <p:blipFill rotWithShape="1">
          <a:blip r:embed="rId2">
            <a:alphaModFix/>
          </a:blip>
          <a:srcRect b="0" l="0" r="0" t="0"/>
          <a:stretch/>
        </p:blipFill>
        <p:spPr>
          <a:xfrm rot="5400000">
            <a:off x="3883875" y="3124800"/>
            <a:ext cx="2192100" cy="4991050"/>
          </a:xfrm>
          <a:prstGeom prst="rect">
            <a:avLst/>
          </a:prstGeom>
          <a:noFill/>
          <a:ln>
            <a:noFill/>
          </a:ln>
        </p:spPr>
      </p:pic>
      <p:pic>
        <p:nvPicPr>
          <p:cNvPr id="39" name="Google Shape;39;p5"/>
          <p:cNvPicPr preferRelativeResize="0"/>
          <p:nvPr/>
        </p:nvPicPr>
        <p:blipFill>
          <a:blip r:embed="rId3">
            <a:alphaModFix/>
          </a:blip>
          <a:stretch>
            <a:fillRect/>
          </a:stretch>
        </p:blipFill>
        <p:spPr>
          <a:xfrm rot="-1650512">
            <a:off x="-592450" y="1481750"/>
            <a:ext cx="1730375" cy="1597974"/>
          </a:xfrm>
          <a:prstGeom prst="rect">
            <a:avLst/>
          </a:prstGeom>
          <a:noFill/>
          <a:ln>
            <a:noFill/>
          </a:ln>
        </p:spPr>
      </p:pic>
      <p:pic>
        <p:nvPicPr>
          <p:cNvPr id="40" name="Google Shape;40;p5"/>
          <p:cNvPicPr preferRelativeResize="0"/>
          <p:nvPr/>
        </p:nvPicPr>
        <p:blipFill rotWithShape="1">
          <a:blip r:embed="rId4">
            <a:alphaModFix/>
          </a:blip>
          <a:srcRect b="0" l="0" r="0" t="0"/>
          <a:stretch/>
        </p:blipFill>
        <p:spPr>
          <a:xfrm rot="-1498519">
            <a:off x="-1548411" y="388075"/>
            <a:ext cx="3031283" cy="2173351"/>
          </a:xfrm>
          <a:prstGeom prst="rect">
            <a:avLst/>
          </a:prstGeom>
          <a:noFill/>
          <a:ln>
            <a:noFill/>
          </a:ln>
        </p:spPr>
      </p:pic>
      <p:pic>
        <p:nvPicPr>
          <p:cNvPr id="41" name="Google Shape;41;p5"/>
          <p:cNvPicPr preferRelativeResize="0"/>
          <p:nvPr/>
        </p:nvPicPr>
        <p:blipFill rotWithShape="1">
          <a:blip r:embed="rId5">
            <a:alphaModFix/>
          </a:blip>
          <a:srcRect b="0" l="0" r="0" t="0"/>
          <a:stretch/>
        </p:blipFill>
        <p:spPr>
          <a:xfrm rot="5400000">
            <a:off x="7725325" y="598500"/>
            <a:ext cx="2131150" cy="16533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6"/>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4" name="Google Shape;44;p6"/>
          <p:cNvPicPr preferRelativeResize="0"/>
          <p:nvPr/>
        </p:nvPicPr>
        <p:blipFill>
          <a:blip r:embed="rId2">
            <a:alphaModFix/>
          </a:blip>
          <a:stretch>
            <a:fillRect/>
          </a:stretch>
        </p:blipFill>
        <p:spPr>
          <a:xfrm rot="7597377">
            <a:off x="-1389774" y="772793"/>
            <a:ext cx="2386824" cy="4381382"/>
          </a:xfrm>
          <a:prstGeom prst="rect">
            <a:avLst/>
          </a:prstGeom>
          <a:noFill/>
          <a:ln>
            <a:noFill/>
          </a:ln>
        </p:spPr>
      </p:pic>
      <p:pic>
        <p:nvPicPr>
          <p:cNvPr id="45" name="Google Shape;45;p6"/>
          <p:cNvPicPr preferRelativeResize="0"/>
          <p:nvPr/>
        </p:nvPicPr>
        <p:blipFill rotWithShape="1">
          <a:blip r:embed="rId3">
            <a:alphaModFix/>
          </a:blip>
          <a:srcRect b="0" l="0" r="0" t="0"/>
          <a:stretch/>
        </p:blipFill>
        <p:spPr>
          <a:xfrm rot="-5400000">
            <a:off x="531525" y="-1746625"/>
            <a:ext cx="1446050" cy="3292450"/>
          </a:xfrm>
          <a:prstGeom prst="rect">
            <a:avLst/>
          </a:prstGeom>
          <a:noFill/>
          <a:ln>
            <a:noFill/>
          </a:ln>
        </p:spPr>
      </p:pic>
      <p:pic>
        <p:nvPicPr>
          <p:cNvPr id="46" name="Google Shape;46;p6"/>
          <p:cNvPicPr preferRelativeResize="0"/>
          <p:nvPr/>
        </p:nvPicPr>
        <p:blipFill>
          <a:blip r:embed="rId4">
            <a:alphaModFix/>
          </a:blip>
          <a:stretch>
            <a:fillRect/>
          </a:stretch>
        </p:blipFill>
        <p:spPr>
          <a:xfrm>
            <a:off x="8180900" y="-333175"/>
            <a:ext cx="1730375" cy="15979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txBox="1"/>
          <p:nvPr>
            <p:ph type="title"/>
          </p:nvPr>
        </p:nvSpPr>
        <p:spPr>
          <a:xfrm>
            <a:off x="4222625" y="1553350"/>
            <a:ext cx="4046400" cy="6018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9" name="Google Shape;49;p7"/>
          <p:cNvSpPr txBox="1"/>
          <p:nvPr>
            <p:ph idx="1" type="body"/>
          </p:nvPr>
        </p:nvSpPr>
        <p:spPr>
          <a:xfrm>
            <a:off x="4222625" y="2214132"/>
            <a:ext cx="4046400" cy="1434900"/>
          </a:xfrm>
          <a:prstGeom prst="rect">
            <a:avLst/>
          </a:prstGeom>
        </p:spPr>
        <p:txBody>
          <a:bodyPr anchorCtr="0" anchor="t" bIns="91425" lIns="91425" spcFirstLastPara="1" rIns="91425" wrap="square" tIns="91425">
            <a:noAutofit/>
          </a:bodyPr>
          <a:lstStyle>
            <a:lvl1pPr indent="-304800" lvl="0" marL="457200" rtl="0" algn="ctr">
              <a:spcBef>
                <a:spcPts val="0"/>
              </a:spcBef>
              <a:spcAft>
                <a:spcPts val="0"/>
              </a:spcAft>
              <a:buSzPts val="1200"/>
              <a:buChar char="●"/>
              <a:defRPr/>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50" name="Google Shape;50;p7"/>
          <p:cNvPicPr preferRelativeResize="0"/>
          <p:nvPr/>
        </p:nvPicPr>
        <p:blipFill rotWithShape="1">
          <a:blip r:embed="rId2">
            <a:alphaModFix/>
          </a:blip>
          <a:srcRect b="0" l="0" r="0" t="0"/>
          <a:stretch/>
        </p:blipFill>
        <p:spPr>
          <a:xfrm rot="3883291">
            <a:off x="6999497" y="-193181"/>
            <a:ext cx="2569104" cy="1474162"/>
          </a:xfrm>
          <a:prstGeom prst="rect">
            <a:avLst/>
          </a:prstGeom>
          <a:noFill/>
          <a:ln>
            <a:noFill/>
          </a:ln>
        </p:spPr>
      </p:pic>
      <p:pic>
        <p:nvPicPr>
          <p:cNvPr id="51" name="Google Shape;51;p7"/>
          <p:cNvPicPr preferRelativeResize="0"/>
          <p:nvPr/>
        </p:nvPicPr>
        <p:blipFill>
          <a:blip r:embed="rId3">
            <a:alphaModFix/>
          </a:blip>
          <a:stretch>
            <a:fillRect/>
          </a:stretch>
        </p:blipFill>
        <p:spPr>
          <a:xfrm>
            <a:off x="6784500" y="3985688"/>
            <a:ext cx="1840875" cy="1700025"/>
          </a:xfrm>
          <a:prstGeom prst="rect">
            <a:avLst/>
          </a:prstGeom>
          <a:noFill/>
          <a:ln>
            <a:noFill/>
          </a:ln>
        </p:spPr>
      </p:pic>
      <p:pic>
        <p:nvPicPr>
          <p:cNvPr id="52" name="Google Shape;52;p7"/>
          <p:cNvPicPr preferRelativeResize="0"/>
          <p:nvPr/>
        </p:nvPicPr>
        <p:blipFill rotWithShape="1">
          <a:blip r:embed="rId4">
            <a:alphaModFix/>
          </a:blip>
          <a:srcRect b="0" l="0" r="0" t="0"/>
          <a:stretch/>
        </p:blipFill>
        <p:spPr>
          <a:xfrm>
            <a:off x="588938" y="-168258"/>
            <a:ext cx="1840875" cy="1782665"/>
          </a:xfrm>
          <a:prstGeom prst="rect">
            <a:avLst/>
          </a:prstGeom>
          <a:noFill/>
          <a:ln>
            <a:noFill/>
          </a:ln>
        </p:spPr>
      </p:pic>
      <p:pic>
        <p:nvPicPr>
          <p:cNvPr id="53" name="Google Shape;53;p7"/>
          <p:cNvPicPr preferRelativeResize="0"/>
          <p:nvPr/>
        </p:nvPicPr>
        <p:blipFill>
          <a:blip r:embed="rId5">
            <a:alphaModFix/>
          </a:blip>
          <a:stretch>
            <a:fillRect/>
          </a:stretch>
        </p:blipFill>
        <p:spPr>
          <a:xfrm>
            <a:off x="175576" y="-881358"/>
            <a:ext cx="2386824" cy="438138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8"/>
          <p:cNvSpPr txBox="1"/>
          <p:nvPr>
            <p:ph type="title"/>
          </p:nvPr>
        </p:nvSpPr>
        <p:spPr>
          <a:xfrm>
            <a:off x="2510100" y="1428750"/>
            <a:ext cx="4123800" cy="22860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pic>
        <p:nvPicPr>
          <p:cNvPr id="56" name="Google Shape;56;p8"/>
          <p:cNvPicPr preferRelativeResize="0"/>
          <p:nvPr/>
        </p:nvPicPr>
        <p:blipFill>
          <a:blip r:embed="rId2">
            <a:alphaModFix/>
          </a:blip>
          <a:stretch>
            <a:fillRect/>
          </a:stretch>
        </p:blipFill>
        <p:spPr>
          <a:xfrm rot="5400000">
            <a:off x="4841551" y="-1829283"/>
            <a:ext cx="2386824" cy="4381382"/>
          </a:xfrm>
          <a:prstGeom prst="rect">
            <a:avLst/>
          </a:prstGeom>
          <a:noFill/>
          <a:ln>
            <a:noFill/>
          </a:ln>
        </p:spPr>
      </p:pic>
      <p:pic>
        <p:nvPicPr>
          <p:cNvPr id="57" name="Google Shape;57;p8"/>
          <p:cNvPicPr preferRelativeResize="0"/>
          <p:nvPr/>
        </p:nvPicPr>
        <p:blipFill rotWithShape="1">
          <a:blip r:embed="rId3">
            <a:alphaModFix/>
          </a:blip>
          <a:srcRect b="0" l="0" r="0" t="0"/>
          <a:stretch/>
        </p:blipFill>
        <p:spPr>
          <a:xfrm rot="-665181">
            <a:off x="3700" y="-621650"/>
            <a:ext cx="1924050" cy="4667250"/>
          </a:xfrm>
          <a:prstGeom prst="rect">
            <a:avLst/>
          </a:prstGeom>
          <a:noFill/>
          <a:ln>
            <a:noFill/>
          </a:ln>
        </p:spPr>
      </p:pic>
      <p:pic>
        <p:nvPicPr>
          <p:cNvPr id="58" name="Google Shape;58;p8"/>
          <p:cNvPicPr preferRelativeResize="0"/>
          <p:nvPr/>
        </p:nvPicPr>
        <p:blipFill rotWithShape="1">
          <a:blip r:embed="rId4">
            <a:alphaModFix/>
          </a:blip>
          <a:srcRect b="0" l="0" r="0" t="0"/>
          <a:stretch/>
        </p:blipFill>
        <p:spPr>
          <a:xfrm rot="-1639250">
            <a:off x="563096" y="1270047"/>
            <a:ext cx="2002458" cy="4559255"/>
          </a:xfrm>
          <a:prstGeom prst="rect">
            <a:avLst/>
          </a:prstGeom>
          <a:noFill/>
          <a:ln>
            <a:noFill/>
          </a:ln>
        </p:spPr>
      </p:pic>
      <p:pic>
        <p:nvPicPr>
          <p:cNvPr id="59" name="Google Shape;59;p8"/>
          <p:cNvPicPr preferRelativeResize="0"/>
          <p:nvPr/>
        </p:nvPicPr>
        <p:blipFill rotWithShape="1">
          <a:blip r:embed="rId5">
            <a:alphaModFix/>
          </a:blip>
          <a:srcRect b="0" l="0" r="0" t="0"/>
          <a:stretch/>
        </p:blipFill>
        <p:spPr>
          <a:xfrm rot="1940574">
            <a:off x="7146222" y="3226169"/>
            <a:ext cx="2569104" cy="1474162"/>
          </a:xfrm>
          <a:prstGeom prst="rect">
            <a:avLst/>
          </a:prstGeom>
          <a:noFill/>
          <a:ln>
            <a:noFill/>
          </a:ln>
        </p:spPr>
      </p:pic>
      <p:pic>
        <p:nvPicPr>
          <p:cNvPr id="60" name="Google Shape;60;p8"/>
          <p:cNvPicPr preferRelativeResize="0"/>
          <p:nvPr/>
        </p:nvPicPr>
        <p:blipFill rotWithShape="1">
          <a:blip r:embed="rId6">
            <a:alphaModFix/>
          </a:blip>
          <a:srcRect b="0" l="0" r="0" t="0"/>
          <a:stretch/>
        </p:blipFill>
        <p:spPr>
          <a:xfrm rot="5400000">
            <a:off x="6687250" y="3507625"/>
            <a:ext cx="1393300" cy="13492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txBox="1"/>
          <p:nvPr>
            <p:ph type="title"/>
          </p:nvPr>
        </p:nvSpPr>
        <p:spPr>
          <a:xfrm>
            <a:off x="2683650" y="1533327"/>
            <a:ext cx="3776700" cy="649200"/>
          </a:xfrm>
          <a:prstGeom prst="rect">
            <a:avLst/>
          </a:prstGeom>
        </p:spPr>
        <p:txBody>
          <a:bodyPr anchorCtr="0" anchor="t"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83500" y="2353900"/>
            <a:ext cx="3777000" cy="1437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64" name="Google Shape;64;p9"/>
          <p:cNvPicPr preferRelativeResize="0"/>
          <p:nvPr/>
        </p:nvPicPr>
        <p:blipFill rotWithShape="1">
          <a:blip r:embed="rId2">
            <a:alphaModFix/>
          </a:blip>
          <a:srcRect b="0" l="0" r="0" t="0"/>
          <a:stretch/>
        </p:blipFill>
        <p:spPr>
          <a:xfrm rot="3905281">
            <a:off x="1835275" y="-2291450"/>
            <a:ext cx="1924050" cy="4667250"/>
          </a:xfrm>
          <a:prstGeom prst="rect">
            <a:avLst/>
          </a:prstGeom>
          <a:noFill/>
          <a:ln>
            <a:noFill/>
          </a:ln>
        </p:spPr>
      </p:pic>
      <p:pic>
        <p:nvPicPr>
          <p:cNvPr id="65" name="Google Shape;65;p9"/>
          <p:cNvPicPr preferRelativeResize="0"/>
          <p:nvPr/>
        </p:nvPicPr>
        <p:blipFill rotWithShape="1">
          <a:blip r:embed="rId3">
            <a:alphaModFix/>
          </a:blip>
          <a:srcRect b="0" l="0" r="0" t="0"/>
          <a:stretch/>
        </p:blipFill>
        <p:spPr>
          <a:xfrm rot="-1">
            <a:off x="618850" y="-1483600"/>
            <a:ext cx="3810950" cy="2732349"/>
          </a:xfrm>
          <a:prstGeom prst="rect">
            <a:avLst/>
          </a:prstGeom>
          <a:noFill/>
          <a:ln>
            <a:noFill/>
          </a:ln>
        </p:spPr>
      </p:pic>
      <p:pic>
        <p:nvPicPr>
          <p:cNvPr id="66" name="Google Shape;66;p9"/>
          <p:cNvPicPr preferRelativeResize="0"/>
          <p:nvPr/>
        </p:nvPicPr>
        <p:blipFill rotWithShape="1">
          <a:blip r:embed="rId4">
            <a:alphaModFix/>
          </a:blip>
          <a:srcRect b="0" l="0" r="0" t="0"/>
          <a:stretch/>
        </p:blipFill>
        <p:spPr>
          <a:xfrm rot="-3282886">
            <a:off x="790253" y="2486470"/>
            <a:ext cx="1774245" cy="4039661"/>
          </a:xfrm>
          <a:prstGeom prst="rect">
            <a:avLst/>
          </a:prstGeom>
          <a:noFill/>
          <a:ln>
            <a:noFill/>
          </a:ln>
        </p:spPr>
      </p:pic>
      <p:pic>
        <p:nvPicPr>
          <p:cNvPr id="67" name="Google Shape;67;p9"/>
          <p:cNvPicPr preferRelativeResize="0"/>
          <p:nvPr/>
        </p:nvPicPr>
        <p:blipFill rotWithShape="1">
          <a:blip r:embed="rId5">
            <a:alphaModFix/>
          </a:blip>
          <a:srcRect b="0" l="0" r="0" t="0"/>
          <a:stretch/>
        </p:blipFill>
        <p:spPr>
          <a:xfrm rot="10800000">
            <a:off x="7253475" y="3556568"/>
            <a:ext cx="2504350" cy="1437030"/>
          </a:xfrm>
          <a:prstGeom prst="rect">
            <a:avLst/>
          </a:prstGeom>
          <a:noFill/>
          <a:ln>
            <a:noFill/>
          </a:ln>
        </p:spPr>
      </p:pic>
      <p:pic>
        <p:nvPicPr>
          <p:cNvPr id="68" name="Google Shape;68;p9"/>
          <p:cNvPicPr preferRelativeResize="0"/>
          <p:nvPr/>
        </p:nvPicPr>
        <p:blipFill rotWithShape="1">
          <a:blip r:embed="rId6">
            <a:alphaModFix/>
          </a:blip>
          <a:srcRect b="0" l="0" r="0" t="0"/>
          <a:stretch/>
        </p:blipFill>
        <p:spPr>
          <a:xfrm rot="4511836">
            <a:off x="7354915" y="2408773"/>
            <a:ext cx="1697478" cy="16438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sp>
        <p:nvSpPr>
          <p:cNvPr id="70" name="Google Shape;70;p10"/>
          <p:cNvSpPr txBox="1"/>
          <p:nvPr>
            <p:ph type="title"/>
          </p:nvPr>
        </p:nvSpPr>
        <p:spPr>
          <a:xfrm>
            <a:off x="713225" y="2423575"/>
            <a:ext cx="2574900" cy="20286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1"/>
          <p:cNvSpPr txBox="1"/>
          <p:nvPr>
            <p:ph hasCustomPrompt="1" type="title"/>
          </p:nvPr>
        </p:nvSpPr>
        <p:spPr>
          <a:xfrm>
            <a:off x="1763725" y="1623625"/>
            <a:ext cx="5616600" cy="1406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96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1"/>
          <p:cNvSpPr txBox="1"/>
          <p:nvPr>
            <p:ph idx="1" type="body"/>
          </p:nvPr>
        </p:nvSpPr>
        <p:spPr>
          <a:xfrm>
            <a:off x="1763725" y="3115134"/>
            <a:ext cx="5616600" cy="4896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pic>
        <p:nvPicPr>
          <p:cNvPr id="74" name="Google Shape;74;p11"/>
          <p:cNvPicPr preferRelativeResize="0"/>
          <p:nvPr/>
        </p:nvPicPr>
        <p:blipFill rotWithShape="1">
          <a:blip r:embed="rId2">
            <a:alphaModFix/>
          </a:blip>
          <a:srcRect b="0" l="0" r="0" t="0"/>
          <a:stretch/>
        </p:blipFill>
        <p:spPr>
          <a:xfrm rot="5400000">
            <a:off x="4921375" y="-318275"/>
            <a:ext cx="1393300" cy="1349250"/>
          </a:xfrm>
          <a:prstGeom prst="rect">
            <a:avLst/>
          </a:prstGeom>
          <a:noFill/>
          <a:ln>
            <a:noFill/>
          </a:ln>
        </p:spPr>
      </p:pic>
      <p:pic>
        <p:nvPicPr>
          <p:cNvPr id="75" name="Google Shape;75;p11"/>
          <p:cNvPicPr preferRelativeResize="0"/>
          <p:nvPr/>
        </p:nvPicPr>
        <p:blipFill>
          <a:blip r:embed="rId3">
            <a:alphaModFix/>
          </a:blip>
          <a:stretch>
            <a:fillRect/>
          </a:stretch>
        </p:blipFill>
        <p:spPr>
          <a:xfrm rot="-5400000">
            <a:off x="49275" y="2964150"/>
            <a:ext cx="1840875" cy="1700025"/>
          </a:xfrm>
          <a:prstGeom prst="rect">
            <a:avLst/>
          </a:prstGeom>
          <a:noFill/>
          <a:ln>
            <a:noFill/>
          </a:ln>
        </p:spPr>
      </p:pic>
      <p:pic>
        <p:nvPicPr>
          <p:cNvPr id="76" name="Google Shape;76;p11"/>
          <p:cNvPicPr preferRelativeResize="0"/>
          <p:nvPr/>
        </p:nvPicPr>
        <p:blipFill rotWithShape="1">
          <a:blip r:embed="rId4">
            <a:alphaModFix/>
          </a:blip>
          <a:srcRect b="0" l="0" r="0" t="0"/>
          <a:stretch/>
        </p:blipFill>
        <p:spPr>
          <a:xfrm rot="530805">
            <a:off x="7413023" y="1140648"/>
            <a:ext cx="1572004" cy="3813303"/>
          </a:xfrm>
          <a:prstGeom prst="rect">
            <a:avLst/>
          </a:prstGeom>
          <a:noFill/>
          <a:ln>
            <a:noFill/>
          </a:ln>
        </p:spPr>
      </p:pic>
      <p:pic>
        <p:nvPicPr>
          <p:cNvPr id="77" name="Google Shape;77;p11"/>
          <p:cNvPicPr preferRelativeResize="0"/>
          <p:nvPr/>
        </p:nvPicPr>
        <p:blipFill rotWithShape="1">
          <a:blip r:embed="rId5">
            <a:alphaModFix/>
          </a:blip>
          <a:srcRect b="0" l="0" r="0" t="0"/>
          <a:stretch/>
        </p:blipFill>
        <p:spPr>
          <a:xfrm flipH="1">
            <a:off x="119700" y="3236551"/>
            <a:ext cx="1572000" cy="2036650"/>
          </a:xfrm>
          <a:prstGeom prst="rect">
            <a:avLst/>
          </a:prstGeom>
          <a:noFill/>
          <a:ln>
            <a:noFill/>
          </a:ln>
        </p:spPr>
      </p:pic>
      <p:pic>
        <p:nvPicPr>
          <p:cNvPr id="78" name="Google Shape;78;p11"/>
          <p:cNvPicPr preferRelativeResize="0"/>
          <p:nvPr/>
        </p:nvPicPr>
        <p:blipFill rotWithShape="1">
          <a:blip r:embed="rId6">
            <a:alphaModFix/>
          </a:blip>
          <a:srcRect b="0" l="0" r="0" t="0"/>
          <a:stretch/>
        </p:blipFill>
        <p:spPr>
          <a:xfrm rot="10800000">
            <a:off x="3243911" y="-457212"/>
            <a:ext cx="2372929" cy="1840875"/>
          </a:xfrm>
          <a:prstGeom prst="rect">
            <a:avLst/>
          </a:prstGeom>
          <a:noFill/>
          <a:ln>
            <a:noFill/>
          </a:ln>
        </p:spPr>
      </p:pic>
      <p:pic>
        <p:nvPicPr>
          <p:cNvPr id="79" name="Google Shape;79;p11"/>
          <p:cNvPicPr preferRelativeResize="0"/>
          <p:nvPr/>
        </p:nvPicPr>
        <p:blipFill rotWithShape="1">
          <a:blip r:embed="rId7">
            <a:alphaModFix/>
          </a:blip>
          <a:srcRect b="0" l="0" r="0" t="0"/>
          <a:stretch/>
        </p:blipFill>
        <p:spPr>
          <a:xfrm rot="-5400008">
            <a:off x="6656995" y="2324373"/>
            <a:ext cx="2002458" cy="455925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81" name="Shape 81"/>
        <p:cNvGrpSpPr/>
        <p:nvPr/>
      </p:nvGrpSpPr>
      <p:grpSpPr>
        <a:xfrm>
          <a:off x="0" y="0"/>
          <a:ext cx="0" cy="0"/>
          <a:chOff x="0" y="0"/>
          <a:chExt cx="0" cy="0"/>
        </a:xfrm>
      </p:grpSpPr>
      <p:sp>
        <p:nvSpPr>
          <p:cNvPr id="82" name="Google Shape;82;p13"/>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3"/>
          <p:cNvSpPr txBox="1"/>
          <p:nvPr>
            <p:ph hasCustomPrompt="1" idx="2" type="title"/>
          </p:nvPr>
        </p:nvSpPr>
        <p:spPr>
          <a:xfrm>
            <a:off x="1002325" y="1180055"/>
            <a:ext cx="19365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84" name="Google Shape;84;p13"/>
          <p:cNvSpPr txBox="1"/>
          <p:nvPr>
            <p:ph idx="3" type="title"/>
          </p:nvPr>
        </p:nvSpPr>
        <p:spPr>
          <a:xfrm>
            <a:off x="713225" y="1825998"/>
            <a:ext cx="2514900" cy="389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2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5" name="Google Shape;85;p13"/>
          <p:cNvSpPr txBox="1"/>
          <p:nvPr>
            <p:ph idx="1" type="subTitle"/>
          </p:nvPr>
        </p:nvSpPr>
        <p:spPr>
          <a:xfrm>
            <a:off x="713225" y="2182181"/>
            <a:ext cx="2514900" cy="6378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86" name="Google Shape;86;p13"/>
          <p:cNvSpPr txBox="1"/>
          <p:nvPr>
            <p:ph hasCustomPrompt="1" idx="4" type="title"/>
          </p:nvPr>
        </p:nvSpPr>
        <p:spPr>
          <a:xfrm>
            <a:off x="3603686" y="1180055"/>
            <a:ext cx="19365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87" name="Google Shape;87;p13"/>
          <p:cNvSpPr txBox="1"/>
          <p:nvPr>
            <p:ph idx="5" type="title"/>
          </p:nvPr>
        </p:nvSpPr>
        <p:spPr>
          <a:xfrm>
            <a:off x="3314587" y="1825998"/>
            <a:ext cx="2514900" cy="38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8" name="Google Shape;88;p13"/>
          <p:cNvSpPr txBox="1"/>
          <p:nvPr>
            <p:ph idx="6" type="subTitle"/>
          </p:nvPr>
        </p:nvSpPr>
        <p:spPr>
          <a:xfrm>
            <a:off x="3314590" y="2182181"/>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89" name="Google Shape;89;p13"/>
          <p:cNvSpPr txBox="1"/>
          <p:nvPr>
            <p:ph hasCustomPrompt="1" idx="7" type="title"/>
          </p:nvPr>
        </p:nvSpPr>
        <p:spPr>
          <a:xfrm>
            <a:off x="6205050" y="1180055"/>
            <a:ext cx="19365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90" name="Google Shape;90;p13"/>
          <p:cNvSpPr txBox="1"/>
          <p:nvPr>
            <p:ph idx="8" type="title"/>
          </p:nvPr>
        </p:nvSpPr>
        <p:spPr>
          <a:xfrm>
            <a:off x="5915950" y="1825999"/>
            <a:ext cx="2514900" cy="38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3"/>
          <p:cNvSpPr txBox="1"/>
          <p:nvPr>
            <p:ph idx="9" type="subTitle"/>
          </p:nvPr>
        </p:nvSpPr>
        <p:spPr>
          <a:xfrm>
            <a:off x="5915954" y="2182182"/>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92" name="Google Shape;92;p13"/>
          <p:cNvSpPr txBox="1"/>
          <p:nvPr>
            <p:ph hasCustomPrompt="1" idx="13" type="title"/>
          </p:nvPr>
        </p:nvSpPr>
        <p:spPr>
          <a:xfrm>
            <a:off x="2303000" y="2961254"/>
            <a:ext cx="19365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93" name="Google Shape;93;p13"/>
          <p:cNvSpPr txBox="1"/>
          <p:nvPr>
            <p:ph idx="14" type="title"/>
          </p:nvPr>
        </p:nvSpPr>
        <p:spPr>
          <a:xfrm>
            <a:off x="2013874" y="3611809"/>
            <a:ext cx="2514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3"/>
          <p:cNvSpPr txBox="1"/>
          <p:nvPr>
            <p:ph idx="15" type="subTitle"/>
          </p:nvPr>
        </p:nvSpPr>
        <p:spPr>
          <a:xfrm>
            <a:off x="2013863" y="3967993"/>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95" name="Google Shape;95;p13"/>
          <p:cNvSpPr txBox="1"/>
          <p:nvPr>
            <p:ph hasCustomPrompt="1" idx="16" type="title"/>
          </p:nvPr>
        </p:nvSpPr>
        <p:spPr>
          <a:xfrm>
            <a:off x="4904284" y="2961254"/>
            <a:ext cx="1936800" cy="7608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96" name="Google Shape;96;p13"/>
          <p:cNvSpPr txBox="1"/>
          <p:nvPr>
            <p:ph idx="17" type="title"/>
          </p:nvPr>
        </p:nvSpPr>
        <p:spPr>
          <a:xfrm>
            <a:off x="4615140" y="3611809"/>
            <a:ext cx="2514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3"/>
          <p:cNvSpPr txBox="1"/>
          <p:nvPr>
            <p:ph idx="18" type="subTitle"/>
          </p:nvPr>
        </p:nvSpPr>
        <p:spPr>
          <a:xfrm>
            <a:off x="4615137" y="3967993"/>
            <a:ext cx="2514900" cy="63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98" name="Google Shape;98;p13"/>
          <p:cNvPicPr preferRelativeResize="0"/>
          <p:nvPr/>
        </p:nvPicPr>
        <p:blipFill rotWithShape="1">
          <a:blip r:embed="rId2">
            <a:alphaModFix/>
          </a:blip>
          <a:srcRect b="0" l="0" r="0" t="0"/>
          <a:stretch/>
        </p:blipFill>
        <p:spPr>
          <a:xfrm flipH="1" rot="395882">
            <a:off x="-158200" y="-709517"/>
            <a:ext cx="1572000" cy="3813267"/>
          </a:xfrm>
          <a:prstGeom prst="rect">
            <a:avLst/>
          </a:prstGeom>
          <a:noFill/>
          <a:ln>
            <a:noFill/>
          </a:ln>
        </p:spPr>
      </p:pic>
      <p:pic>
        <p:nvPicPr>
          <p:cNvPr id="99" name="Google Shape;99;p13"/>
          <p:cNvPicPr preferRelativeResize="0"/>
          <p:nvPr/>
        </p:nvPicPr>
        <p:blipFill rotWithShape="1">
          <a:blip r:embed="rId3">
            <a:alphaModFix/>
          </a:blip>
          <a:srcRect b="0" l="0" r="0" t="0"/>
          <a:stretch/>
        </p:blipFill>
        <p:spPr>
          <a:xfrm flipH="1">
            <a:off x="-106925" y="3556777"/>
            <a:ext cx="1187150" cy="1538046"/>
          </a:xfrm>
          <a:prstGeom prst="rect">
            <a:avLst/>
          </a:prstGeom>
          <a:noFill/>
          <a:ln>
            <a:noFill/>
          </a:ln>
        </p:spPr>
      </p:pic>
      <p:pic>
        <p:nvPicPr>
          <p:cNvPr id="100" name="Google Shape;100;p13"/>
          <p:cNvPicPr preferRelativeResize="0"/>
          <p:nvPr/>
        </p:nvPicPr>
        <p:blipFill rotWithShape="1">
          <a:blip r:embed="rId4">
            <a:alphaModFix/>
          </a:blip>
          <a:srcRect b="0" l="0" r="0" t="0"/>
          <a:stretch/>
        </p:blipFill>
        <p:spPr>
          <a:xfrm rot="399011">
            <a:off x="8224735" y="801160"/>
            <a:ext cx="1889979" cy="430318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7">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rot="-5400000">
            <a:off x="-548200" y="3673200"/>
            <a:ext cx="1840875" cy="1700025"/>
          </a:xfrm>
          <a:prstGeom prst="rect">
            <a:avLst/>
          </a:prstGeom>
          <a:noFill/>
          <a:ln>
            <a:noFill/>
          </a:ln>
        </p:spPr>
      </p:pic>
      <p:pic>
        <p:nvPicPr>
          <p:cNvPr id="103" name="Google Shape;103;p14"/>
          <p:cNvPicPr preferRelativeResize="0"/>
          <p:nvPr/>
        </p:nvPicPr>
        <p:blipFill rotWithShape="1">
          <a:blip r:embed="rId3">
            <a:alphaModFix/>
          </a:blip>
          <a:srcRect b="0" l="0" r="0" t="0"/>
          <a:stretch/>
        </p:blipFill>
        <p:spPr>
          <a:xfrm rot="530805">
            <a:off x="7413023" y="1140648"/>
            <a:ext cx="1572004" cy="3813303"/>
          </a:xfrm>
          <a:prstGeom prst="rect">
            <a:avLst/>
          </a:prstGeom>
          <a:noFill/>
          <a:ln>
            <a:noFill/>
          </a:ln>
        </p:spPr>
      </p:pic>
      <p:pic>
        <p:nvPicPr>
          <p:cNvPr id="104" name="Google Shape;104;p14"/>
          <p:cNvPicPr preferRelativeResize="0"/>
          <p:nvPr/>
        </p:nvPicPr>
        <p:blipFill rotWithShape="1">
          <a:blip r:embed="rId4">
            <a:alphaModFix/>
          </a:blip>
          <a:srcRect b="0" l="0" r="0" t="0"/>
          <a:stretch/>
        </p:blipFill>
        <p:spPr>
          <a:xfrm flipH="1">
            <a:off x="-477775" y="3945601"/>
            <a:ext cx="1572000" cy="2036650"/>
          </a:xfrm>
          <a:prstGeom prst="rect">
            <a:avLst/>
          </a:prstGeom>
          <a:noFill/>
          <a:ln>
            <a:noFill/>
          </a:ln>
        </p:spPr>
      </p:pic>
      <p:pic>
        <p:nvPicPr>
          <p:cNvPr id="105" name="Google Shape;105;p14"/>
          <p:cNvPicPr preferRelativeResize="0"/>
          <p:nvPr/>
        </p:nvPicPr>
        <p:blipFill rotWithShape="1">
          <a:blip r:embed="rId5">
            <a:alphaModFix/>
          </a:blip>
          <a:srcRect b="0" l="0" r="0" t="0"/>
          <a:stretch/>
        </p:blipFill>
        <p:spPr>
          <a:xfrm rot="10800000">
            <a:off x="-681239" y="-949837"/>
            <a:ext cx="2372929" cy="1840875"/>
          </a:xfrm>
          <a:prstGeom prst="rect">
            <a:avLst/>
          </a:prstGeom>
          <a:noFill/>
          <a:ln>
            <a:noFill/>
          </a:ln>
        </p:spPr>
      </p:pic>
      <p:sp>
        <p:nvSpPr>
          <p:cNvPr id="106" name="Google Shape;106;p14"/>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7" name="Google Shape;107;p14"/>
          <p:cNvSpPr txBox="1"/>
          <p:nvPr>
            <p:ph hasCustomPrompt="1" idx="2" type="title"/>
          </p:nvPr>
        </p:nvSpPr>
        <p:spPr>
          <a:xfrm>
            <a:off x="1955890" y="1156200"/>
            <a:ext cx="2447100" cy="760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108" name="Google Shape;108;p14"/>
          <p:cNvSpPr txBox="1"/>
          <p:nvPr>
            <p:ph idx="3" type="title"/>
          </p:nvPr>
        </p:nvSpPr>
        <p:spPr>
          <a:xfrm>
            <a:off x="1955890" y="1811680"/>
            <a:ext cx="2447100" cy="389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9" name="Google Shape;109;p14"/>
          <p:cNvSpPr txBox="1"/>
          <p:nvPr>
            <p:ph idx="1" type="subTitle"/>
          </p:nvPr>
        </p:nvSpPr>
        <p:spPr>
          <a:xfrm>
            <a:off x="1955890" y="2182175"/>
            <a:ext cx="2447100" cy="637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0" name="Google Shape;110;p14"/>
          <p:cNvSpPr txBox="1"/>
          <p:nvPr>
            <p:ph hasCustomPrompt="1" idx="4" type="title"/>
          </p:nvPr>
        </p:nvSpPr>
        <p:spPr>
          <a:xfrm>
            <a:off x="4741010" y="1156200"/>
            <a:ext cx="2447100" cy="760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111" name="Google Shape;111;p14"/>
          <p:cNvSpPr txBox="1"/>
          <p:nvPr>
            <p:ph idx="5" type="title"/>
          </p:nvPr>
        </p:nvSpPr>
        <p:spPr>
          <a:xfrm>
            <a:off x="4741010" y="1811680"/>
            <a:ext cx="2447100" cy="389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2" name="Google Shape;112;p14"/>
          <p:cNvSpPr txBox="1"/>
          <p:nvPr>
            <p:ph idx="6" type="subTitle"/>
          </p:nvPr>
        </p:nvSpPr>
        <p:spPr>
          <a:xfrm>
            <a:off x="4741010" y="2182175"/>
            <a:ext cx="2447100" cy="637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3" name="Google Shape;113;p14"/>
          <p:cNvSpPr txBox="1"/>
          <p:nvPr>
            <p:ph hasCustomPrompt="1" idx="7" type="title"/>
          </p:nvPr>
        </p:nvSpPr>
        <p:spPr>
          <a:xfrm>
            <a:off x="1955890" y="2932750"/>
            <a:ext cx="2447100" cy="760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114" name="Google Shape;114;p14"/>
          <p:cNvSpPr txBox="1"/>
          <p:nvPr>
            <p:ph idx="8" type="title"/>
          </p:nvPr>
        </p:nvSpPr>
        <p:spPr>
          <a:xfrm>
            <a:off x="1955890" y="3588231"/>
            <a:ext cx="2447100" cy="389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5" name="Google Shape;115;p14"/>
          <p:cNvSpPr txBox="1"/>
          <p:nvPr>
            <p:ph idx="9" type="subTitle"/>
          </p:nvPr>
        </p:nvSpPr>
        <p:spPr>
          <a:xfrm>
            <a:off x="1955890" y="3958725"/>
            <a:ext cx="2447100" cy="637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6" name="Google Shape;116;p14"/>
          <p:cNvSpPr txBox="1"/>
          <p:nvPr>
            <p:ph hasCustomPrompt="1" idx="13" type="title"/>
          </p:nvPr>
        </p:nvSpPr>
        <p:spPr>
          <a:xfrm>
            <a:off x="4741010" y="2932750"/>
            <a:ext cx="2447100" cy="760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117" name="Google Shape;117;p14"/>
          <p:cNvSpPr txBox="1"/>
          <p:nvPr>
            <p:ph idx="14" type="title"/>
          </p:nvPr>
        </p:nvSpPr>
        <p:spPr>
          <a:xfrm>
            <a:off x="4741010" y="3588230"/>
            <a:ext cx="2447100" cy="389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8" name="Google Shape;118;p14"/>
          <p:cNvSpPr txBox="1"/>
          <p:nvPr>
            <p:ph idx="15" type="subTitle"/>
          </p:nvPr>
        </p:nvSpPr>
        <p:spPr>
          <a:xfrm>
            <a:off x="4741010" y="3958725"/>
            <a:ext cx="2447100" cy="637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8">
    <p:spTree>
      <p:nvGrpSpPr>
        <p:cNvPr id="119" name="Shape 119"/>
        <p:cNvGrpSpPr/>
        <p:nvPr/>
      </p:nvGrpSpPr>
      <p:grpSpPr>
        <a:xfrm>
          <a:off x="0" y="0"/>
          <a:ext cx="0" cy="0"/>
          <a:chOff x="0" y="0"/>
          <a:chExt cx="0" cy="0"/>
        </a:xfrm>
      </p:grpSpPr>
      <p:pic>
        <p:nvPicPr>
          <p:cNvPr id="120" name="Google Shape;120;p15"/>
          <p:cNvPicPr preferRelativeResize="0"/>
          <p:nvPr/>
        </p:nvPicPr>
        <p:blipFill rotWithShape="1">
          <a:blip r:embed="rId2">
            <a:alphaModFix/>
          </a:blip>
          <a:srcRect b="0" l="0" r="0" t="0"/>
          <a:stretch/>
        </p:blipFill>
        <p:spPr>
          <a:xfrm rot="-665181">
            <a:off x="3700" y="-621650"/>
            <a:ext cx="1924050" cy="4667250"/>
          </a:xfrm>
          <a:prstGeom prst="rect">
            <a:avLst/>
          </a:prstGeom>
          <a:noFill/>
          <a:ln>
            <a:noFill/>
          </a:ln>
        </p:spPr>
      </p:pic>
      <p:pic>
        <p:nvPicPr>
          <p:cNvPr id="121" name="Google Shape;121;p15"/>
          <p:cNvPicPr preferRelativeResize="0"/>
          <p:nvPr/>
        </p:nvPicPr>
        <p:blipFill rotWithShape="1">
          <a:blip r:embed="rId3">
            <a:alphaModFix/>
          </a:blip>
          <a:srcRect b="0" l="0" r="0" t="0"/>
          <a:stretch/>
        </p:blipFill>
        <p:spPr>
          <a:xfrm rot="-1639250">
            <a:off x="563096" y="1270047"/>
            <a:ext cx="2002458" cy="4559255"/>
          </a:xfrm>
          <a:prstGeom prst="rect">
            <a:avLst/>
          </a:prstGeom>
          <a:noFill/>
          <a:ln>
            <a:noFill/>
          </a:ln>
        </p:spPr>
      </p:pic>
      <p:pic>
        <p:nvPicPr>
          <p:cNvPr id="122" name="Google Shape;122;p15"/>
          <p:cNvPicPr preferRelativeResize="0"/>
          <p:nvPr/>
        </p:nvPicPr>
        <p:blipFill>
          <a:blip r:embed="rId4">
            <a:alphaModFix/>
          </a:blip>
          <a:stretch>
            <a:fillRect/>
          </a:stretch>
        </p:blipFill>
        <p:spPr>
          <a:xfrm rot="-5400000">
            <a:off x="1727850" y="-460650"/>
            <a:ext cx="1840875" cy="1700025"/>
          </a:xfrm>
          <a:prstGeom prst="rect">
            <a:avLst/>
          </a:prstGeom>
          <a:noFill/>
          <a:ln>
            <a:noFill/>
          </a:ln>
        </p:spPr>
      </p:pic>
      <p:pic>
        <p:nvPicPr>
          <p:cNvPr id="123" name="Google Shape;123;p15"/>
          <p:cNvPicPr preferRelativeResize="0"/>
          <p:nvPr/>
        </p:nvPicPr>
        <p:blipFill rotWithShape="1">
          <a:blip r:embed="rId5">
            <a:alphaModFix/>
          </a:blip>
          <a:srcRect b="0" l="0" r="0" t="0"/>
          <a:stretch/>
        </p:blipFill>
        <p:spPr>
          <a:xfrm flipH="1">
            <a:off x="2026875" y="-188249"/>
            <a:ext cx="1572000" cy="2036650"/>
          </a:xfrm>
          <a:prstGeom prst="rect">
            <a:avLst/>
          </a:prstGeom>
          <a:noFill/>
          <a:ln>
            <a:noFill/>
          </a:ln>
        </p:spPr>
      </p:pic>
      <p:sp>
        <p:nvSpPr>
          <p:cNvPr id="124" name="Google Shape;124;p15"/>
          <p:cNvSpPr txBox="1"/>
          <p:nvPr>
            <p:ph type="title"/>
          </p:nvPr>
        </p:nvSpPr>
        <p:spPr>
          <a:xfrm>
            <a:off x="4654575" y="1442965"/>
            <a:ext cx="3776700" cy="649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200"/>
              <a:buNone/>
              <a:defRPr sz="4200"/>
            </a:lvl1pPr>
            <a:lvl2pPr lvl="1" rtl="0" algn="r">
              <a:spcBef>
                <a:spcPts val="0"/>
              </a:spcBef>
              <a:spcAft>
                <a:spcPts val="0"/>
              </a:spcAft>
              <a:buSzPts val="4200"/>
              <a:buNone/>
              <a:defRPr sz="4200"/>
            </a:lvl2pPr>
            <a:lvl3pPr lvl="2" rtl="0" algn="r">
              <a:spcBef>
                <a:spcPts val="0"/>
              </a:spcBef>
              <a:spcAft>
                <a:spcPts val="0"/>
              </a:spcAft>
              <a:buSzPts val="4200"/>
              <a:buNone/>
              <a:defRPr sz="4200"/>
            </a:lvl3pPr>
            <a:lvl4pPr lvl="3" rtl="0" algn="r">
              <a:spcBef>
                <a:spcPts val="0"/>
              </a:spcBef>
              <a:spcAft>
                <a:spcPts val="0"/>
              </a:spcAft>
              <a:buSzPts val="4200"/>
              <a:buNone/>
              <a:defRPr sz="4200"/>
            </a:lvl4pPr>
            <a:lvl5pPr lvl="4" rtl="0" algn="r">
              <a:spcBef>
                <a:spcPts val="0"/>
              </a:spcBef>
              <a:spcAft>
                <a:spcPts val="0"/>
              </a:spcAft>
              <a:buSzPts val="4200"/>
              <a:buNone/>
              <a:defRPr sz="4200"/>
            </a:lvl5pPr>
            <a:lvl6pPr lvl="5" rtl="0" algn="r">
              <a:spcBef>
                <a:spcPts val="0"/>
              </a:spcBef>
              <a:spcAft>
                <a:spcPts val="0"/>
              </a:spcAft>
              <a:buSzPts val="4200"/>
              <a:buNone/>
              <a:defRPr sz="4200"/>
            </a:lvl6pPr>
            <a:lvl7pPr lvl="6" rtl="0" algn="r">
              <a:spcBef>
                <a:spcPts val="0"/>
              </a:spcBef>
              <a:spcAft>
                <a:spcPts val="0"/>
              </a:spcAft>
              <a:buSzPts val="4200"/>
              <a:buNone/>
              <a:defRPr sz="4200"/>
            </a:lvl7pPr>
            <a:lvl8pPr lvl="7" rtl="0" algn="r">
              <a:spcBef>
                <a:spcPts val="0"/>
              </a:spcBef>
              <a:spcAft>
                <a:spcPts val="0"/>
              </a:spcAft>
              <a:buSzPts val="4200"/>
              <a:buNone/>
              <a:defRPr sz="4200"/>
            </a:lvl8pPr>
            <a:lvl9pPr lvl="8" rtl="0" algn="r">
              <a:spcBef>
                <a:spcPts val="0"/>
              </a:spcBef>
              <a:spcAft>
                <a:spcPts val="0"/>
              </a:spcAft>
              <a:buSzPts val="4200"/>
              <a:buNone/>
              <a:defRPr sz="4200"/>
            </a:lvl9pPr>
          </a:lstStyle>
          <a:p/>
        </p:txBody>
      </p:sp>
      <p:sp>
        <p:nvSpPr>
          <p:cNvPr id="125" name="Google Shape;125;p15"/>
          <p:cNvSpPr txBox="1"/>
          <p:nvPr>
            <p:ph idx="1" type="subTitle"/>
          </p:nvPr>
        </p:nvSpPr>
        <p:spPr>
          <a:xfrm>
            <a:off x="4654425" y="2278254"/>
            <a:ext cx="3777000" cy="143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a:lvl1pPr>
            <a:lvl2pPr lvl="1" rtl="0" algn="r">
              <a:lnSpc>
                <a:spcPct val="100000"/>
              </a:lnSpc>
              <a:spcBef>
                <a:spcPts val="0"/>
              </a:spcBef>
              <a:spcAft>
                <a:spcPts val="0"/>
              </a:spcAft>
              <a:buSzPts val="2100"/>
              <a:buNone/>
              <a:defRPr sz="2100"/>
            </a:lvl2pPr>
            <a:lvl3pPr lvl="2" rtl="0" algn="r">
              <a:lnSpc>
                <a:spcPct val="100000"/>
              </a:lnSpc>
              <a:spcBef>
                <a:spcPts val="0"/>
              </a:spcBef>
              <a:spcAft>
                <a:spcPts val="0"/>
              </a:spcAft>
              <a:buSzPts val="2100"/>
              <a:buNone/>
              <a:defRPr sz="2100"/>
            </a:lvl3pPr>
            <a:lvl4pPr lvl="3" rtl="0" algn="r">
              <a:lnSpc>
                <a:spcPct val="100000"/>
              </a:lnSpc>
              <a:spcBef>
                <a:spcPts val="0"/>
              </a:spcBef>
              <a:spcAft>
                <a:spcPts val="0"/>
              </a:spcAft>
              <a:buSzPts val="2100"/>
              <a:buNone/>
              <a:defRPr sz="2100"/>
            </a:lvl4pPr>
            <a:lvl5pPr lvl="4" rtl="0" algn="r">
              <a:lnSpc>
                <a:spcPct val="100000"/>
              </a:lnSpc>
              <a:spcBef>
                <a:spcPts val="0"/>
              </a:spcBef>
              <a:spcAft>
                <a:spcPts val="0"/>
              </a:spcAft>
              <a:buSzPts val="2100"/>
              <a:buNone/>
              <a:defRPr sz="2100"/>
            </a:lvl5pPr>
            <a:lvl6pPr lvl="5" rtl="0" algn="r">
              <a:lnSpc>
                <a:spcPct val="100000"/>
              </a:lnSpc>
              <a:spcBef>
                <a:spcPts val="0"/>
              </a:spcBef>
              <a:spcAft>
                <a:spcPts val="0"/>
              </a:spcAft>
              <a:buSzPts val="2100"/>
              <a:buNone/>
              <a:defRPr sz="2100"/>
            </a:lvl6pPr>
            <a:lvl7pPr lvl="6" rtl="0" algn="r">
              <a:lnSpc>
                <a:spcPct val="100000"/>
              </a:lnSpc>
              <a:spcBef>
                <a:spcPts val="0"/>
              </a:spcBef>
              <a:spcAft>
                <a:spcPts val="0"/>
              </a:spcAft>
              <a:buSzPts val="2100"/>
              <a:buNone/>
              <a:defRPr sz="2100"/>
            </a:lvl7pPr>
            <a:lvl8pPr lvl="7" rtl="0" algn="r">
              <a:lnSpc>
                <a:spcPct val="100000"/>
              </a:lnSpc>
              <a:spcBef>
                <a:spcPts val="0"/>
              </a:spcBef>
              <a:spcAft>
                <a:spcPts val="0"/>
              </a:spcAft>
              <a:buSzPts val="2100"/>
              <a:buNone/>
              <a:defRPr sz="2100"/>
            </a:lvl8pPr>
            <a:lvl9pPr lvl="8" rtl="0" algn="r">
              <a:lnSpc>
                <a:spcPct val="100000"/>
              </a:lnSpc>
              <a:spcBef>
                <a:spcPts val="0"/>
              </a:spcBef>
              <a:spcAft>
                <a:spcPts val="0"/>
              </a:spcAft>
              <a:buSzPts val="2100"/>
              <a:buNone/>
              <a:defRPr sz="2100"/>
            </a:lvl9pPr>
          </a:lstStyle>
          <a:p/>
        </p:txBody>
      </p:sp>
      <p:pic>
        <p:nvPicPr>
          <p:cNvPr id="126" name="Google Shape;126;p15"/>
          <p:cNvPicPr preferRelativeResize="0"/>
          <p:nvPr/>
        </p:nvPicPr>
        <p:blipFill rotWithShape="1">
          <a:blip r:embed="rId6">
            <a:alphaModFix/>
          </a:blip>
          <a:srcRect b="0" l="0" r="0" t="0"/>
          <a:stretch/>
        </p:blipFill>
        <p:spPr>
          <a:xfrm rot="7511709">
            <a:off x="1241850" y="4271705"/>
            <a:ext cx="2504350" cy="1437030"/>
          </a:xfrm>
          <a:prstGeom prst="rect">
            <a:avLst/>
          </a:prstGeom>
          <a:noFill/>
          <a:ln>
            <a:noFill/>
          </a:ln>
        </p:spPr>
      </p:pic>
      <p:pic>
        <p:nvPicPr>
          <p:cNvPr id="127" name="Google Shape;127;p15"/>
          <p:cNvPicPr preferRelativeResize="0"/>
          <p:nvPr/>
        </p:nvPicPr>
        <p:blipFill rotWithShape="1">
          <a:blip r:embed="rId7">
            <a:alphaModFix/>
          </a:blip>
          <a:srcRect b="0" l="0" r="0" t="0"/>
          <a:stretch/>
        </p:blipFill>
        <p:spPr>
          <a:xfrm rot="4511836">
            <a:off x="2521265" y="2057048"/>
            <a:ext cx="1697478" cy="1643807"/>
          </a:xfrm>
          <a:prstGeom prst="rect">
            <a:avLst/>
          </a:prstGeom>
          <a:noFill/>
          <a:ln>
            <a:noFill/>
          </a:ln>
        </p:spPr>
      </p:pic>
      <p:pic>
        <p:nvPicPr>
          <p:cNvPr id="128" name="Google Shape;128;p15"/>
          <p:cNvPicPr preferRelativeResize="0"/>
          <p:nvPr/>
        </p:nvPicPr>
        <p:blipFill rotWithShape="1">
          <a:blip r:embed="rId3">
            <a:alphaModFix/>
          </a:blip>
          <a:srcRect b="0" l="0" r="0" t="0"/>
          <a:stretch/>
        </p:blipFill>
        <p:spPr>
          <a:xfrm rot="-1639250">
            <a:off x="1811646" y="-855003"/>
            <a:ext cx="2002458" cy="4559255"/>
          </a:xfrm>
          <a:prstGeom prst="rect">
            <a:avLst/>
          </a:prstGeom>
          <a:noFill/>
          <a:ln>
            <a:noFill/>
          </a:ln>
        </p:spPr>
      </p:pic>
      <p:pic>
        <p:nvPicPr>
          <p:cNvPr id="129" name="Google Shape;129;p15"/>
          <p:cNvPicPr preferRelativeResize="0"/>
          <p:nvPr/>
        </p:nvPicPr>
        <p:blipFill rotWithShape="1">
          <a:blip r:embed="rId5">
            <a:alphaModFix/>
          </a:blip>
          <a:srcRect b="0" l="0" r="0" t="0"/>
          <a:stretch/>
        </p:blipFill>
        <p:spPr>
          <a:xfrm flipH="1">
            <a:off x="-694950" y="3552826"/>
            <a:ext cx="1572000" cy="20366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9">
    <p:spTree>
      <p:nvGrpSpPr>
        <p:cNvPr id="130" name="Shape 130"/>
        <p:cNvGrpSpPr/>
        <p:nvPr/>
      </p:nvGrpSpPr>
      <p:grpSpPr>
        <a:xfrm>
          <a:off x="0" y="0"/>
          <a:ext cx="0" cy="0"/>
          <a:chOff x="0" y="0"/>
          <a:chExt cx="0" cy="0"/>
        </a:xfrm>
      </p:grpSpPr>
      <p:sp>
        <p:nvSpPr>
          <p:cNvPr id="131" name="Google Shape;131;p16"/>
          <p:cNvSpPr txBox="1"/>
          <p:nvPr>
            <p:ph type="title"/>
          </p:nvPr>
        </p:nvSpPr>
        <p:spPr>
          <a:xfrm>
            <a:off x="2166450" y="1904970"/>
            <a:ext cx="4811100" cy="841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2" name="Google Shape;132;p16"/>
          <p:cNvSpPr txBox="1"/>
          <p:nvPr>
            <p:ph idx="1" type="subTitle"/>
          </p:nvPr>
        </p:nvSpPr>
        <p:spPr>
          <a:xfrm>
            <a:off x="2166450" y="2661050"/>
            <a:ext cx="4241700" cy="60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3" name="Google Shape;133;p16"/>
          <p:cNvSpPr txBox="1"/>
          <p:nvPr>
            <p:ph hasCustomPrompt="1" idx="2" type="title"/>
          </p:nvPr>
        </p:nvSpPr>
        <p:spPr>
          <a:xfrm>
            <a:off x="713225" y="1618875"/>
            <a:ext cx="1427700" cy="1378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12000"/>
              <a:buNone/>
              <a:defRPr sz="9600"/>
            </a:lvl1pPr>
            <a:lvl2pPr lvl="1" rtl="0" algn="l">
              <a:spcBef>
                <a:spcPts val="0"/>
              </a:spcBef>
              <a:spcAft>
                <a:spcPts val="0"/>
              </a:spcAft>
              <a:buSzPts val="12000"/>
              <a:buNone/>
              <a:defRPr sz="12000"/>
            </a:lvl2pPr>
            <a:lvl3pPr lvl="2" rtl="0" algn="l">
              <a:spcBef>
                <a:spcPts val="0"/>
              </a:spcBef>
              <a:spcAft>
                <a:spcPts val="0"/>
              </a:spcAft>
              <a:buSzPts val="12000"/>
              <a:buNone/>
              <a:defRPr sz="12000"/>
            </a:lvl3pPr>
            <a:lvl4pPr lvl="3" rtl="0" algn="l">
              <a:spcBef>
                <a:spcPts val="0"/>
              </a:spcBef>
              <a:spcAft>
                <a:spcPts val="0"/>
              </a:spcAft>
              <a:buSzPts val="12000"/>
              <a:buNone/>
              <a:defRPr sz="12000"/>
            </a:lvl4pPr>
            <a:lvl5pPr lvl="4" rtl="0" algn="l">
              <a:spcBef>
                <a:spcPts val="0"/>
              </a:spcBef>
              <a:spcAft>
                <a:spcPts val="0"/>
              </a:spcAft>
              <a:buSzPts val="12000"/>
              <a:buNone/>
              <a:defRPr sz="12000"/>
            </a:lvl5pPr>
            <a:lvl6pPr lvl="5" rtl="0" algn="l">
              <a:spcBef>
                <a:spcPts val="0"/>
              </a:spcBef>
              <a:spcAft>
                <a:spcPts val="0"/>
              </a:spcAft>
              <a:buSzPts val="12000"/>
              <a:buNone/>
              <a:defRPr sz="12000"/>
            </a:lvl6pPr>
            <a:lvl7pPr lvl="6" rtl="0" algn="l">
              <a:spcBef>
                <a:spcPts val="0"/>
              </a:spcBef>
              <a:spcAft>
                <a:spcPts val="0"/>
              </a:spcAft>
              <a:buSzPts val="12000"/>
              <a:buNone/>
              <a:defRPr sz="12000"/>
            </a:lvl7pPr>
            <a:lvl8pPr lvl="7" rtl="0" algn="l">
              <a:spcBef>
                <a:spcPts val="0"/>
              </a:spcBef>
              <a:spcAft>
                <a:spcPts val="0"/>
              </a:spcAft>
              <a:buSzPts val="12000"/>
              <a:buNone/>
              <a:defRPr sz="12000"/>
            </a:lvl8pPr>
            <a:lvl9pPr lvl="8" rtl="0" algn="l">
              <a:spcBef>
                <a:spcPts val="0"/>
              </a:spcBef>
              <a:spcAft>
                <a:spcPts val="0"/>
              </a:spcAft>
              <a:buSzPts val="12000"/>
              <a:buNone/>
              <a:defRPr sz="12000"/>
            </a:lvl9pPr>
          </a:lstStyle>
          <a:p>
            <a:r>
              <a:t>xx%</a:t>
            </a:r>
          </a:p>
        </p:txBody>
      </p:sp>
      <p:pic>
        <p:nvPicPr>
          <p:cNvPr id="134" name="Google Shape;134;p16"/>
          <p:cNvPicPr preferRelativeResize="0"/>
          <p:nvPr/>
        </p:nvPicPr>
        <p:blipFill rotWithShape="1">
          <a:blip r:embed="rId2">
            <a:alphaModFix/>
          </a:blip>
          <a:srcRect b="0" l="0" r="0" t="0"/>
          <a:stretch/>
        </p:blipFill>
        <p:spPr>
          <a:xfrm rot="3883291">
            <a:off x="6338622" y="3279344"/>
            <a:ext cx="2569104" cy="1474162"/>
          </a:xfrm>
          <a:prstGeom prst="rect">
            <a:avLst/>
          </a:prstGeom>
          <a:noFill/>
          <a:ln>
            <a:noFill/>
          </a:ln>
        </p:spPr>
      </p:pic>
      <p:pic>
        <p:nvPicPr>
          <p:cNvPr id="135" name="Google Shape;135;p16"/>
          <p:cNvPicPr preferRelativeResize="0"/>
          <p:nvPr/>
        </p:nvPicPr>
        <p:blipFill rotWithShape="1">
          <a:blip r:embed="rId3">
            <a:alphaModFix/>
          </a:blip>
          <a:srcRect b="0" l="0" r="0" t="0"/>
          <a:stretch/>
        </p:blipFill>
        <p:spPr>
          <a:xfrm>
            <a:off x="8146288" y="1161667"/>
            <a:ext cx="1840875" cy="1782665"/>
          </a:xfrm>
          <a:prstGeom prst="rect">
            <a:avLst/>
          </a:prstGeom>
          <a:noFill/>
          <a:ln>
            <a:noFill/>
          </a:ln>
        </p:spPr>
      </p:pic>
      <p:pic>
        <p:nvPicPr>
          <p:cNvPr id="136" name="Google Shape;136;p16"/>
          <p:cNvPicPr preferRelativeResize="0"/>
          <p:nvPr/>
        </p:nvPicPr>
        <p:blipFill rotWithShape="1">
          <a:blip r:embed="rId4">
            <a:alphaModFix/>
          </a:blip>
          <a:srcRect b="0" l="0" r="0" t="0"/>
          <a:stretch/>
        </p:blipFill>
        <p:spPr>
          <a:xfrm rot="-1639246">
            <a:off x="7914100" y="3060775"/>
            <a:ext cx="1733751" cy="3947450"/>
          </a:xfrm>
          <a:prstGeom prst="rect">
            <a:avLst/>
          </a:prstGeom>
          <a:noFill/>
          <a:ln>
            <a:noFill/>
          </a:ln>
        </p:spPr>
      </p:pic>
      <p:pic>
        <p:nvPicPr>
          <p:cNvPr id="137" name="Google Shape;137;p16"/>
          <p:cNvPicPr preferRelativeResize="0"/>
          <p:nvPr/>
        </p:nvPicPr>
        <p:blipFill rotWithShape="1">
          <a:blip r:embed="rId3">
            <a:alphaModFix/>
          </a:blip>
          <a:srcRect b="0" l="0" r="0" t="0"/>
          <a:stretch/>
        </p:blipFill>
        <p:spPr>
          <a:xfrm rot="5400000">
            <a:off x="6276800" y="638313"/>
            <a:ext cx="1393300" cy="1349250"/>
          </a:xfrm>
          <a:prstGeom prst="rect">
            <a:avLst/>
          </a:prstGeom>
          <a:noFill/>
          <a:ln>
            <a:noFill/>
          </a:ln>
        </p:spPr>
      </p:pic>
      <p:pic>
        <p:nvPicPr>
          <p:cNvPr id="138" name="Google Shape;138;p16"/>
          <p:cNvPicPr preferRelativeResize="0"/>
          <p:nvPr/>
        </p:nvPicPr>
        <p:blipFill>
          <a:blip r:embed="rId5">
            <a:alphaModFix/>
          </a:blip>
          <a:stretch>
            <a:fillRect/>
          </a:stretch>
        </p:blipFill>
        <p:spPr>
          <a:xfrm rot="7597377">
            <a:off x="4625676" y="-2541707"/>
            <a:ext cx="2386824" cy="4381382"/>
          </a:xfrm>
          <a:prstGeom prst="rect">
            <a:avLst/>
          </a:prstGeom>
          <a:noFill/>
          <a:ln>
            <a:noFill/>
          </a:ln>
        </p:spPr>
      </p:pic>
      <p:pic>
        <p:nvPicPr>
          <p:cNvPr id="139" name="Google Shape;139;p16"/>
          <p:cNvPicPr preferRelativeResize="0"/>
          <p:nvPr/>
        </p:nvPicPr>
        <p:blipFill rotWithShape="1">
          <a:blip r:embed="rId3">
            <a:alphaModFix/>
          </a:blip>
          <a:srcRect b="0" l="0" r="0" t="0"/>
          <a:stretch/>
        </p:blipFill>
        <p:spPr>
          <a:xfrm>
            <a:off x="-275904" y="978148"/>
            <a:ext cx="2416825" cy="2340400"/>
          </a:xfrm>
          <a:prstGeom prst="rect">
            <a:avLst/>
          </a:prstGeom>
          <a:noFill/>
          <a:ln>
            <a:noFill/>
          </a:ln>
        </p:spPr>
      </p:pic>
      <p:pic>
        <p:nvPicPr>
          <p:cNvPr id="140" name="Google Shape;140;p16"/>
          <p:cNvPicPr preferRelativeResize="0"/>
          <p:nvPr/>
        </p:nvPicPr>
        <p:blipFill rotWithShape="1">
          <a:blip r:embed="rId6">
            <a:alphaModFix/>
          </a:blip>
          <a:srcRect b="0" l="0" r="0" t="0"/>
          <a:stretch/>
        </p:blipFill>
        <p:spPr>
          <a:xfrm rot="-3668799">
            <a:off x="930329" y="-1893945"/>
            <a:ext cx="2136318" cy="5182162"/>
          </a:xfrm>
          <a:prstGeom prst="rect">
            <a:avLst/>
          </a:prstGeom>
          <a:noFill/>
          <a:ln>
            <a:noFill/>
          </a:ln>
        </p:spPr>
      </p:pic>
      <p:pic>
        <p:nvPicPr>
          <p:cNvPr id="141" name="Google Shape;141;p16"/>
          <p:cNvPicPr preferRelativeResize="0"/>
          <p:nvPr/>
        </p:nvPicPr>
        <p:blipFill rotWithShape="1">
          <a:blip r:embed="rId4">
            <a:alphaModFix/>
          </a:blip>
          <a:srcRect b="0" l="0" r="0" t="0"/>
          <a:stretch/>
        </p:blipFill>
        <p:spPr>
          <a:xfrm rot="-5156636">
            <a:off x="2909701" y="-1582496"/>
            <a:ext cx="2002458" cy="4559253"/>
          </a:xfrm>
          <a:prstGeom prst="rect">
            <a:avLst/>
          </a:prstGeom>
          <a:noFill/>
          <a:ln>
            <a:noFill/>
          </a:ln>
        </p:spPr>
      </p:pic>
      <p:pic>
        <p:nvPicPr>
          <p:cNvPr id="142" name="Google Shape;142;p16"/>
          <p:cNvPicPr preferRelativeResize="0"/>
          <p:nvPr/>
        </p:nvPicPr>
        <p:blipFill rotWithShape="1">
          <a:blip r:embed="rId4">
            <a:alphaModFix/>
          </a:blip>
          <a:srcRect b="0" l="0" r="0" t="0"/>
          <a:stretch/>
        </p:blipFill>
        <p:spPr>
          <a:xfrm flipH="1" rot="-5643364">
            <a:off x="2952851" y="2578502"/>
            <a:ext cx="2002458" cy="455925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27">
    <p:spTree>
      <p:nvGrpSpPr>
        <p:cNvPr id="143" name="Shape 143"/>
        <p:cNvGrpSpPr/>
        <p:nvPr/>
      </p:nvGrpSpPr>
      <p:grpSpPr>
        <a:xfrm>
          <a:off x="0" y="0"/>
          <a:ext cx="0" cy="0"/>
          <a:chOff x="0" y="0"/>
          <a:chExt cx="0" cy="0"/>
        </a:xfrm>
      </p:grpSpPr>
      <p:sp>
        <p:nvSpPr>
          <p:cNvPr id="144" name="Google Shape;144;p17"/>
          <p:cNvSpPr txBox="1"/>
          <p:nvPr>
            <p:ph type="title"/>
          </p:nvPr>
        </p:nvSpPr>
        <p:spPr>
          <a:xfrm>
            <a:off x="4227250" y="2501200"/>
            <a:ext cx="4203600" cy="8418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145" name="Google Shape;145;p17"/>
          <p:cNvSpPr txBox="1"/>
          <p:nvPr>
            <p:ph idx="1" type="subTitle"/>
          </p:nvPr>
        </p:nvSpPr>
        <p:spPr>
          <a:xfrm>
            <a:off x="4227250" y="3257276"/>
            <a:ext cx="4203600" cy="60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146" name="Google Shape;146;p17"/>
          <p:cNvSpPr txBox="1"/>
          <p:nvPr>
            <p:ph hasCustomPrompt="1" idx="2" type="title"/>
          </p:nvPr>
        </p:nvSpPr>
        <p:spPr>
          <a:xfrm>
            <a:off x="5159950" y="1138775"/>
            <a:ext cx="2338200" cy="13785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9600"/>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pic>
        <p:nvPicPr>
          <p:cNvPr id="147" name="Google Shape;147;p17"/>
          <p:cNvPicPr preferRelativeResize="0"/>
          <p:nvPr/>
        </p:nvPicPr>
        <p:blipFill rotWithShape="1">
          <a:blip r:embed="rId2">
            <a:alphaModFix/>
          </a:blip>
          <a:srcRect b="0" l="0" r="0" t="0"/>
          <a:stretch/>
        </p:blipFill>
        <p:spPr>
          <a:xfrm flipH="1" rot="-10134819">
            <a:off x="3700" y="1321765"/>
            <a:ext cx="1924050" cy="4667250"/>
          </a:xfrm>
          <a:prstGeom prst="rect">
            <a:avLst/>
          </a:prstGeom>
          <a:noFill/>
          <a:ln>
            <a:noFill/>
          </a:ln>
        </p:spPr>
      </p:pic>
      <p:pic>
        <p:nvPicPr>
          <p:cNvPr id="148" name="Google Shape;148;p17"/>
          <p:cNvPicPr preferRelativeResize="0"/>
          <p:nvPr/>
        </p:nvPicPr>
        <p:blipFill rotWithShape="1">
          <a:blip r:embed="rId3">
            <a:alphaModFix/>
          </a:blip>
          <a:srcRect b="0" l="0" r="0" t="0"/>
          <a:stretch/>
        </p:blipFill>
        <p:spPr>
          <a:xfrm flipH="1" rot="-9160750">
            <a:off x="563096" y="-461936"/>
            <a:ext cx="2002458" cy="4559255"/>
          </a:xfrm>
          <a:prstGeom prst="rect">
            <a:avLst/>
          </a:prstGeom>
          <a:noFill/>
          <a:ln>
            <a:noFill/>
          </a:ln>
        </p:spPr>
      </p:pic>
      <p:pic>
        <p:nvPicPr>
          <p:cNvPr id="149" name="Google Shape;149;p17"/>
          <p:cNvPicPr preferRelativeResize="0"/>
          <p:nvPr/>
        </p:nvPicPr>
        <p:blipFill>
          <a:blip r:embed="rId4">
            <a:alphaModFix/>
          </a:blip>
          <a:stretch>
            <a:fillRect/>
          </a:stretch>
        </p:blipFill>
        <p:spPr>
          <a:xfrm flipH="1" rot="-5400000">
            <a:off x="1727850" y="4127990"/>
            <a:ext cx="1840875" cy="1700025"/>
          </a:xfrm>
          <a:prstGeom prst="rect">
            <a:avLst/>
          </a:prstGeom>
          <a:noFill/>
          <a:ln>
            <a:noFill/>
          </a:ln>
        </p:spPr>
      </p:pic>
      <p:pic>
        <p:nvPicPr>
          <p:cNvPr id="150" name="Google Shape;150;p17"/>
          <p:cNvPicPr preferRelativeResize="0"/>
          <p:nvPr/>
        </p:nvPicPr>
        <p:blipFill rotWithShape="1">
          <a:blip r:embed="rId5">
            <a:alphaModFix/>
          </a:blip>
          <a:srcRect b="0" l="0" r="0" t="0"/>
          <a:stretch/>
        </p:blipFill>
        <p:spPr>
          <a:xfrm rot="10800000">
            <a:off x="2026875" y="3518965"/>
            <a:ext cx="1572000" cy="2036650"/>
          </a:xfrm>
          <a:prstGeom prst="rect">
            <a:avLst/>
          </a:prstGeom>
          <a:noFill/>
          <a:ln>
            <a:noFill/>
          </a:ln>
        </p:spPr>
      </p:pic>
      <p:pic>
        <p:nvPicPr>
          <p:cNvPr id="151" name="Google Shape;151;p17"/>
          <p:cNvPicPr preferRelativeResize="0"/>
          <p:nvPr/>
        </p:nvPicPr>
        <p:blipFill rotWithShape="1">
          <a:blip r:embed="rId6">
            <a:alphaModFix/>
          </a:blip>
          <a:srcRect b="0" l="0" r="0" t="0"/>
          <a:stretch/>
        </p:blipFill>
        <p:spPr>
          <a:xfrm flipH="1" rot="3288291">
            <a:off x="1241850" y="-341370"/>
            <a:ext cx="2504350" cy="1437030"/>
          </a:xfrm>
          <a:prstGeom prst="rect">
            <a:avLst/>
          </a:prstGeom>
          <a:noFill/>
          <a:ln>
            <a:noFill/>
          </a:ln>
        </p:spPr>
      </p:pic>
      <p:pic>
        <p:nvPicPr>
          <p:cNvPr id="152" name="Google Shape;152;p17"/>
          <p:cNvPicPr preferRelativeResize="0"/>
          <p:nvPr/>
        </p:nvPicPr>
        <p:blipFill rotWithShape="1">
          <a:blip r:embed="rId7">
            <a:alphaModFix/>
          </a:blip>
          <a:srcRect b="0" l="0" r="0" t="0"/>
          <a:stretch/>
        </p:blipFill>
        <p:spPr>
          <a:xfrm flipH="1" rot="6288164">
            <a:off x="2521265" y="1666511"/>
            <a:ext cx="1697478" cy="1643807"/>
          </a:xfrm>
          <a:prstGeom prst="rect">
            <a:avLst/>
          </a:prstGeom>
          <a:noFill/>
          <a:ln>
            <a:noFill/>
          </a:ln>
        </p:spPr>
      </p:pic>
      <p:pic>
        <p:nvPicPr>
          <p:cNvPr id="153" name="Google Shape;153;p17"/>
          <p:cNvPicPr preferRelativeResize="0"/>
          <p:nvPr/>
        </p:nvPicPr>
        <p:blipFill rotWithShape="1">
          <a:blip r:embed="rId3">
            <a:alphaModFix/>
          </a:blip>
          <a:srcRect b="0" l="0" r="0" t="0"/>
          <a:stretch/>
        </p:blipFill>
        <p:spPr>
          <a:xfrm flipH="1" rot="-9160750">
            <a:off x="1811646" y="1663114"/>
            <a:ext cx="2002458" cy="4559255"/>
          </a:xfrm>
          <a:prstGeom prst="rect">
            <a:avLst/>
          </a:prstGeom>
          <a:noFill/>
          <a:ln>
            <a:noFill/>
          </a:ln>
        </p:spPr>
      </p:pic>
      <p:pic>
        <p:nvPicPr>
          <p:cNvPr id="154" name="Google Shape;154;p17"/>
          <p:cNvPicPr preferRelativeResize="0"/>
          <p:nvPr/>
        </p:nvPicPr>
        <p:blipFill rotWithShape="1">
          <a:blip r:embed="rId5">
            <a:alphaModFix/>
          </a:blip>
          <a:srcRect b="0" l="0" r="0" t="0"/>
          <a:stretch/>
        </p:blipFill>
        <p:spPr>
          <a:xfrm rot="10800000">
            <a:off x="-694950" y="-222110"/>
            <a:ext cx="1572000" cy="20366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55" name="Shape 155"/>
        <p:cNvGrpSpPr/>
        <p:nvPr/>
      </p:nvGrpSpPr>
      <p:grpSpPr>
        <a:xfrm>
          <a:off x="0" y="0"/>
          <a:ext cx="0" cy="0"/>
          <a:chOff x="0" y="0"/>
          <a:chExt cx="0" cy="0"/>
        </a:xfrm>
      </p:grpSpPr>
      <p:sp>
        <p:nvSpPr>
          <p:cNvPr id="156" name="Google Shape;156;p18"/>
          <p:cNvSpPr txBox="1"/>
          <p:nvPr>
            <p:ph type="title"/>
          </p:nvPr>
        </p:nvSpPr>
        <p:spPr>
          <a:xfrm>
            <a:off x="713225" y="1950152"/>
            <a:ext cx="2537700" cy="463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7" name="Google Shape;157;p18"/>
          <p:cNvSpPr txBox="1"/>
          <p:nvPr>
            <p:ph idx="1" type="subTitle"/>
          </p:nvPr>
        </p:nvSpPr>
        <p:spPr>
          <a:xfrm>
            <a:off x="713225" y="2298242"/>
            <a:ext cx="2537700" cy="885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58" name="Google Shape;158;p18"/>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18"/>
          <p:cNvSpPr txBox="1"/>
          <p:nvPr>
            <p:ph idx="3" type="title"/>
          </p:nvPr>
        </p:nvSpPr>
        <p:spPr>
          <a:xfrm>
            <a:off x="5893076" y="2888525"/>
            <a:ext cx="25377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60" name="Google Shape;160;p18"/>
          <p:cNvSpPr txBox="1"/>
          <p:nvPr>
            <p:ph idx="4" type="subTitle"/>
          </p:nvPr>
        </p:nvSpPr>
        <p:spPr>
          <a:xfrm>
            <a:off x="5893075" y="3257026"/>
            <a:ext cx="25377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161" name="Google Shape;161;p18"/>
          <p:cNvPicPr preferRelativeResize="0"/>
          <p:nvPr/>
        </p:nvPicPr>
        <p:blipFill rotWithShape="1">
          <a:blip r:embed="rId2">
            <a:alphaModFix/>
          </a:blip>
          <a:srcRect b="0" l="0" r="0" t="0"/>
          <a:stretch/>
        </p:blipFill>
        <p:spPr>
          <a:xfrm rot="5400000">
            <a:off x="7734125" y="981213"/>
            <a:ext cx="1393300" cy="1349250"/>
          </a:xfrm>
          <a:prstGeom prst="rect">
            <a:avLst/>
          </a:prstGeom>
          <a:noFill/>
          <a:ln>
            <a:noFill/>
          </a:ln>
        </p:spPr>
      </p:pic>
      <p:pic>
        <p:nvPicPr>
          <p:cNvPr id="162" name="Google Shape;162;p18"/>
          <p:cNvPicPr preferRelativeResize="0"/>
          <p:nvPr/>
        </p:nvPicPr>
        <p:blipFill>
          <a:blip r:embed="rId3">
            <a:alphaModFix/>
          </a:blip>
          <a:stretch>
            <a:fillRect/>
          </a:stretch>
        </p:blipFill>
        <p:spPr>
          <a:xfrm rot="-5400000">
            <a:off x="-2150" y="3753987"/>
            <a:ext cx="1840875" cy="1700025"/>
          </a:xfrm>
          <a:prstGeom prst="rect">
            <a:avLst/>
          </a:prstGeom>
          <a:noFill/>
          <a:ln>
            <a:noFill/>
          </a:ln>
        </p:spPr>
      </p:pic>
      <p:pic>
        <p:nvPicPr>
          <p:cNvPr id="163" name="Google Shape;163;p18"/>
          <p:cNvPicPr preferRelativeResize="0"/>
          <p:nvPr/>
        </p:nvPicPr>
        <p:blipFill rotWithShape="1">
          <a:blip r:embed="rId4">
            <a:alphaModFix/>
          </a:blip>
          <a:srcRect b="0" l="0" r="0" t="0"/>
          <a:stretch/>
        </p:blipFill>
        <p:spPr>
          <a:xfrm rot="10800000">
            <a:off x="7557911" y="-473000"/>
            <a:ext cx="2372929" cy="1840875"/>
          </a:xfrm>
          <a:prstGeom prst="rect">
            <a:avLst/>
          </a:prstGeom>
          <a:noFill/>
          <a:ln>
            <a:noFill/>
          </a:ln>
        </p:spPr>
      </p:pic>
      <p:pic>
        <p:nvPicPr>
          <p:cNvPr id="164" name="Google Shape;164;p18"/>
          <p:cNvPicPr preferRelativeResize="0"/>
          <p:nvPr/>
        </p:nvPicPr>
        <p:blipFill>
          <a:blip r:embed="rId5">
            <a:alphaModFix/>
          </a:blip>
          <a:stretch>
            <a:fillRect/>
          </a:stretch>
        </p:blipFill>
        <p:spPr>
          <a:xfrm rot="7597377">
            <a:off x="6083001" y="-2198807"/>
            <a:ext cx="2386824" cy="4381382"/>
          </a:xfrm>
          <a:prstGeom prst="rect">
            <a:avLst/>
          </a:prstGeom>
          <a:noFill/>
          <a:ln>
            <a:noFill/>
          </a:ln>
        </p:spPr>
      </p:pic>
      <p:pic>
        <p:nvPicPr>
          <p:cNvPr id="165" name="Google Shape;165;p18"/>
          <p:cNvPicPr preferRelativeResize="0"/>
          <p:nvPr/>
        </p:nvPicPr>
        <p:blipFill rotWithShape="1">
          <a:blip r:embed="rId6">
            <a:alphaModFix/>
          </a:blip>
          <a:srcRect b="0" l="0" r="0" t="0"/>
          <a:stretch/>
        </p:blipFill>
        <p:spPr>
          <a:xfrm rot="10799990">
            <a:off x="-984822" y="704320"/>
            <a:ext cx="1774244" cy="403966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0">
    <p:spTree>
      <p:nvGrpSpPr>
        <p:cNvPr id="166" name="Shape 166"/>
        <p:cNvGrpSpPr/>
        <p:nvPr/>
      </p:nvGrpSpPr>
      <p:grpSpPr>
        <a:xfrm>
          <a:off x="0" y="0"/>
          <a:ext cx="0" cy="0"/>
          <a:chOff x="0" y="0"/>
          <a:chExt cx="0" cy="0"/>
        </a:xfrm>
      </p:grpSpPr>
      <p:sp>
        <p:nvSpPr>
          <p:cNvPr id="167" name="Google Shape;167;p19"/>
          <p:cNvSpPr txBox="1"/>
          <p:nvPr>
            <p:ph type="title"/>
          </p:nvPr>
        </p:nvSpPr>
        <p:spPr>
          <a:xfrm>
            <a:off x="988581" y="1246806"/>
            <a:ext cx="2169600" cy="4491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68" name="Google Shape;168;p19"/>
          <p:cNvSpPr txBox="1"/>
          <p:nvPr>
            <p:ph idx="1" type="subTitle"/>
          </p:nvPr>
        </p:nvSpPr>
        <p:spPr>
          <a:xfrm>
            <a:off x="988581" y="1603842"/>
            <a:ext cx="21696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69" name="Google Shape;169;p19"/>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0" name="Google Shape;170;p19"/>
          <p:cNvSpPr txBox="1"/>
          <p:nvPr>
            <p:ph idx="3" type="title"/>
          </p:nvPr>
        </p:nvSpPr>
        <p:spPr>
          <a:xfrm>
            <a:off x="988581" y="3123387"/>
            <a:ext cx="2169600" cy="4491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71" name="Google Shape;171;p19"/>
          <p:cNvSpPr txBox="1"/>
          <p:nvPr>
            <p:ph idx="4" type="subTitle"/>
          </p:nvPr>
        </p:nvSpPr>
        <p:spPr>
          <a:xfrm>
            <a:off x="988581" y="3480422"/>
            <a:ext cx="21696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72" name="Google Shape;172;p19"/>
          <p:cNvSpPr txBox="1"/>
          <p:nvPr>
            <p:ph idx="5" type="title"/>
          </p:nvPr>
        </p:nvSpPr>
        <p:spPr>
          <a:xfrm>
            <a:off x="3372606" y="1246819"/>
            <a:ext cx="2169600" cy="4491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73" name="Google Shape;173;p19"/>
          <p:cNvSpPr txBox="1"/>
          <p:nvPr>
            <p:ph idx="6" type="subTitle"/>
          </p:nvPr>
        </p:nvSpPr>
        <p:spPr>
          <a:xfrm>
            <a:off x="3372606" y="1603854"/>
            <a:ext cx="21696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174" name="Google Shape;174;p19"/>
          <p:cNvPicPr preferRelativeResize="0"/>
          <p:nvPr/>
        </p:nvPicPr>
        <p:blipFill rotWithShape="1">
          <a:blip r:embed="rId2">
            <a:alphaModFix/>
          </a:blip>
          <a:srcRect b="0" l="0" r="0" t="0"/>
          <a:stretch/>
        </p:blipFill>
        <p:spPr>
          <a:xfrm rot="3546976">
            <a:off x="-485442" y="-1198569"/>
            <a:ext cx="1796434" cy="4090188"/>
          </a:xfrm>
          <a:prstGeom prst="rect">
            <a:avLst/>
          </a:prstGeom>
          <a:noFill/>
          <a:ln>
            <a:noFill/>
          </a:ln>
        </p:spPr>
      </p:pic>
      <p:pic>
        <p:nvPicPr>
          <p:cNvPr id="175" name="Google Shape;175;p19"/>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sp>
        <p:nvSpPr>
          <p:cNvPr id="176" name="Google Shape;176;p19"/>
          <p:cNvSpPr txBox="1"/>
          <p:nvPr>
            <p:ph idx="7" type="title"/>
          </p:nvPr>
        </p:nvSpPr>
        <p:spPr>
          <a:xfrm>
            <a:off x="3373394" y="3139512"/>
            <a:ext cx="2169600" cy="4491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77" name="Google Shape;177;p19"/>
          <p:cNvSpPr txBox="1"/>
          <p:nvPr>
            <p:ph idx="8" type="subTitle"/>
          </p:nvPr>
        </p:nvSpPr>
        <p:spPr>
          <a:xfrm>
            <a:off x="3373394" y="3496547"/>
            <a:ext cx="21696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178" name="Google Shape;178;p19"/>
          <p:cNvPicPr preferRelativeResize="0"/>
          <p:nvPr/>
        </p:nvPicPr>
        <p:blipFill rotWithShape="1">
          <a:blip r:embed="rId4">
            <a:alphaModFix/>
          </a:blip>
          <a:srcRect b="0" l="0" r="0" t="0"/>
          <a:stretch/>
        </p:blipFill>
        <p:spPr>
          <a:xfrm rot="-6180706">
            <a:off x="5385563" y="2105288"/>
            <a:ext cx="2059525" cy="49958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
    <p:spTree>
      <p:nvGrpSpPr>
        <p:cNvPr id="179" name="Shape 179"/>
        <p:cNvGrpSpPr/>
        <p:nvPr/>
      </p:nvGrpSpPr>
      <p:grpSpPr>
        <a:xfrm>
          <a:off x="0" y="0"/>
          <a:ext cx="0" cy="0"/>
          <a:chOff x="0" y="0"/>
          <a:chExt cx="0" cy="0"/>
        </a:xfrm>
      </p:grpSpPr>
      <p:sp>
        <p:nvSpPr>
          <p:cNvPr id="180" name="Google Shape;180;p20"/>
          <p:cNvSpPr txBox="1"/>
          <p:nvPr>
            <p:ph idx="1" type="subTitle"/>
          </p:nvPr>
        </p:nvSpPr>
        <p:spPr>
          <a:xfrm>
            <a:off x="727575" y="2064075"/>
            <a:ext cx="3701100" cy="2025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181" name="Google Shape;181;p20"/>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2" name="Google Shape;182;p20"/>
          <p:cNvSpPr txBox="1"/>
          <p:nvPr>
            <p:ph idx="2" type="subTitle"/>
          </p:nvPr>
        </p:nvSpPr>
        <p:spPr>
          <a:xfrm>
            <a:off x="4729750" y="2064075"/>
            <a:ext cx="3701100" cy="2025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pic>
        <p:nvPicPr>
          <p:cNvPr id="183" name="Google Shape;183;p20"/>
          <p:cNvPicPr preferRelativeResize="0"/>
          <p:nvPr/>
        </p:nvPicPr>
        <p:blipFill rotWithShape="1">
          <a:blip r:embed="rId2">
            <a:alphaModFix/>
          </a:blip>
          <a:srcRect b="0" l="0" r="0" t="0"/>
          <a:stretch/>
        </p:blipFill>
        <p:spPr>
          <a:xfrm rot="10800000">
            <a:off x="-698700" y="376250"/>
            <a:ext cx="1812850" cy="1406350"/>
          </a:xfrm>
          <a:prstGeom prst="rect">
            <a:avLst/>
          </a:prstGeom>
          <a:noFill/>
          <a:ln>
            <a:noFill/>
          </a:ln>
        </p:spPr>
      </p:pic>
      <p:pic>
        <p:nvPicPr>
          <p:cNvPr id="184" name="Google Shape;184;p20"/>
          <p:cNvPicPr preferRelativeResize="0"/>
          <p:nvPr/>
        </p:nvPicPr>
        <p:blipFill rotWithShape="1">
          <a:blip r:embed="rId3">
            <a:alphaModFix/>
          </a:blip>
          <a:srcRect b="0" l="0" r="0" t="0"/>
          <a:stretch/>
        </p:blipFill>
        <p:spPr>
          <a:xfrm flipH="1" rot="10800000">
            <a:off x="8093575" y="70425"/>
            <a:ext cx="1209425" cy="1566900"/>
          </a:xfrm>
          <a:prstGeom prst="rect">
            <a:avLst/>
          </a:prstGeom>
          <a:noFill/>
          <a:ln>
            <a:noFill/>
          </a:ln>
        </p:spPr>
      </p:pic>
      <p:pic>
        <p:nvPicPr>
          <p:cNvPr id="185" name="Google Shape;185;p20"/>
          <p:cNvPicPr preferRelativeResize="0"/>
          <p:nvPr/>
        </p:nvPicPr>
        <p:blipFill rotWithShape="1">
          <a:blip r:embed="rId4">
            <a:alphaModFix/>
          </a:blip>
          <a:srcRect b="0" l="0" r="0" t="0"/>
          <a:stretch/>
        </p:blipFill>
        <p:spPr>
          <a:xfrm rot="5400007">
            <a:off x="2889925" y="3276801"/>
            <a:ext cx="1271700" cy="3084848"/>
          </a:xfrm>
          <a:prstGeom prst="rect">
            <a:avLst/>
          </a:prstGeom>
          <a:noFill/>
          <a:ln>
            <a:noFill/>
          </a:ln>
        </p:spPr>
      </p:pic>
      <p:pic>
        <p:nvPicPr>
          <p:cNvPr id="186" name="Google Shape;186;p20"/>
          <p:cNvPicPr preferRelativeResize="0"/>
          <p:nvPr/>
        </p:nvPicPr>
        <p:blipFill rotWithShape="1">
          <a:blip r:embed="rId5">
            <a:alphaModFix/>
          </a:blip>
          <a:srcRect b="0" l="0" r="0" t="0"/>
          <a:stretch/>
        </p:blipFill>
        <p:spPr>
          <a:xfrm rot="-5400008">
            <a:off x="4467345" y="3044473"/>
            <a:ext cx="2002458" cy="455925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1">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981375" y="1998708"/>
            <a:ext cx="4061700" cy="193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189" name="Google Shape;189;p21"/>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90" name="Google Shape;190;p21"/>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191" name="Google Shape;191;p21"/>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pic>
        <p:nvPicPr>
          <p:cNvPr id="192" name="Google Shape;192;p21"/>
          <p:cNvPicPr preferRelativeResize="0"/>
          <p:nvPr/>
        </p:nvPicPr>
        <p:blipFill rotWithShape="1">
          <a:blip r:embed="rId4">
            <a:alphaModFix/>
          </a:blip>
          <a:srcRect b="0" l="0" r="0" t="0"/>
          <a:stretch/>
        </p:blipFill>
        <p:spPr>
          <a:xfrm rot="-5400000">
            <a:off x="2031350" y="3095450"/>
            <a:ext cx="1724400" cy="4182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9">
    <p:spTree>
      <p:nvGrpSpPr>
        <p:cNvPr id="193" name="Shape 193"/>
        <p:cNvGrpSpPr/>
        <p:nvPr/>
      </p:nvGrpSpPr>
      <p:grpSpPr>
        <a:xfrm>
          <a:off x="0" y="0"/>
          <a:ext cx="0" cy="0"/>
          <a:chOff x="0" y="0"/>
          <a:chExt cx="0" cy="0"/>
        </a:xfrm>
      </p:grpSpPr>
      <p:sp>
        <p:nvSpPr>
          <p:cNvPr id="194" name="Google Shape;194;p22"/>
          <p:cNvSpPr txBox="1"/>
          <p:nvPr>
            <p:ph idx="1" type="subTitle"/>
          </p:nvPr>
        </p:nvSpPr>
        <p:spPr>
          <a:xfrm>
            <a:off x="4029375" y="1998708"/>
            <a:ext cx="4061700" cy="193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195" name="Google Shape;195;p22"/>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96" name="Google Shape;196;p22"/>
          <p:cNvPicPr preferRelativeResize="0"/>
          <p:nvPr/>
        </p:nvPicPr>
        <p:blipFill rotWithShape="1">
          <a:blip r:embed="rId2">
            <a:alphaModFix/>
          </a:blip>
          <a:srcRect b="0" l="0" r="0" t="0"/>
          <a:stretch/>
        </p:blipFill>
        <p:spPr>
          <a:xfrm flipH="1" rot="-3546976">
            <a:off x="7847308" y="-893769"/>
            <a:ext cx="1796434" cy="4090188"/>
          </a:xfrm>
          <a:prstGeom prst="rect">
            <a:avLst/>
          </a:prstGeom>
          <a:noFill/>
          <a:ln>
            <a:noFill/>
          </a:ln>
        </p:spPr>
      </p:pic>
      <p:pic>
        <p:nvPicPr>
          <p:cNvPr id="197" name="Google Shape;197;p22"/>
          <p:cNvPicPr preferRelativeResize="0"/>
          <p:nvPr/>
        </p:nvPicPr>
        <p:blipFill rotWithShape="1">
          <a:blip r:embed="rId3">
            <a:alphaModFix/>
          </a:blip>
          <a:srcRect b="0" l="0" r="0" t="0"/>
          <a:stretch/>
        </p:blipFill>
        <p:spPr>
          <a:xfrm rot="10800000">
            <a:off x="-203200" y="-310000"/>
            <a:ext cx="1572000" cy="2036650"/>
          </a:xfrm>
          <a:prstGeom prst="rect">
            <a:avLst/>
          </a:prstGeom>
          <a:noFill/>
          <a:ln>
            <a:noFill/>
          </a:ln>
        </p:spPr>
      </p:pic>
      <p:pic>
        <p:nvPicPr>
          <p:cNvPr id="198" name="Google Shape;198;p22"/>
          <p:cNvPicPr preferRelativeResize="0"/>
          <p:nvPr/>
        </p:nvPicPr>
        <p:blipFill rotWithShape="1">
          <a:blip r:embed="rId4">
            <a:alphaModFix/>
          </a:blip>
          <a:srcRect b="0" l="0" r="0" t="0"/>
          <a:stretch/>
        </p:blipFill>
        <p:spPr>
          <a:xfrm rot="-5400000">
            <a:off x="5650100" y="3034450"/>
            <a:ext cx="1724400" cy="4182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199" name="Shape 199"/>
        <p:cNvGrpSpPr/>
        <p:nvPr/>
      </p:nvGrpSpPr>
      <p:grpSpPr>
        <a:xfrm>
          <a:off x="0" y="0"/>
          <a:ext cx="0" cy="0"/>
          <a:chOff x="0" y="0"/>
          <a:chExt cx="0" cy="0"/>
        </a:xfrm>
      </p:grpSpPr>
      <p:sp>
        <p:nvSpPr>
          <p:cNvPr id="200" name="Google Shape;200;p23"/>
          <p:cNvSpPr txBox="1"/>
          <p:nvPr>
            <p:ph type="title"/>
          </p:nvPr>
        </p:nvSpPr>
        <p:spPr>
          <a:xfrm>
            <a:off x="909400" y="23635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1" name="Google Shape;201;p23"/>
          <p:cNvSpPr txBox="1"/>
          <p:nvPr>
            <p:ph idx="1" type="subTitle"/>
          </p:nvPr>
        </p:nvSpPr>
        <p:spPr>
          <a:xfrm>
            <a:off x="909400" y="27205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02" name="Google Shape;202;p23"/>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3"/>
          <p:cNvSpPr txBox="1"/>
          <p:nvPr>
            <p:ph idx="3" type="title"/>
          </p:nvPr>
        </p:nvSpPr>
        <p:spPr>
          <a:xfrm>
            <a:off x="3487100" y="23635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4" name="Google Shape;204;p23"/>
          <p:cNvSpPr txBox="1"/>
          <p:nvPr>
            <p:ph idx="4" type="subTitle"/>
          </p:nvPr>
        </p:nvSpPr>
        <p:spPr>
          <a:xfrm>
            <a:off x="3487100" y="27205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05" name="Google Shape;205;p23"/>
          <p:cNvSpPr txBox="1"/>
          <p:nvPr>
            <p:ph idx="5" type="title"/>
          </p:nvPr>
        </p:nvSpPr>
        <p:spPr>
          <a:xfrm>
            <a:off x="6064800" y="23635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6" name="Google Shape;206;p23"/>
          <p:cNvSpPr txBox="1"/>
          <p:nvPr>
            <p:ph idx="6" type="subTitle"/>
          </p:nvPr>
        </p:nvSpPr>
        <p:spPr>
          <a:xfrm>
            <a:off x="6064801" y="27205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07" name="Google Shape;207;p23"/>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208" name="Google Shape;208;p23"/>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pic>
        <p:nvPicPr>
          <p:cNvPr id="209" name="Google Shape;209;p23"/>
          <p:cNvPicPr preferRelativeResize="0"/>
          <p:nvPr/>
        </p:nvPicPr>
        <p:blipFill rotWithShape="1">
          <a:blip r:embed="rId4">
            <a:alphaModFix/>
          </a:blip>
          <a:srcRect b="0" l="0" r="0" t="0"/>
          <a:stretch/>
        </p:blipFill>
        <p:spPr>
          <a:xfrm rot="-5400000">
            <a:off x="2031350" y="3095450"/>
            <a:ext cx="1724400" cy="41829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28">
    <p:spTree>
      <p:nvGrpSpPr>
        <p:cNvPr id="210" name="Shape 210"/>
        <p:cNvGrpSpPr/>
        <p:nvPr/>
      </p:nvGrpSpPr>
      <p:grpSpPr>
        <a:xfrm>
          <a:off x="0" y="0"/>
          <a:ext cx="0" cy="0"/>
          <a:chOff x="0" y="0"/>
          <a:chExt cx="0" cy="0"/>
        </a:xfrm>
      </p:grpSpPr>
      <p:sp>
        <p:nvSpPr>
          <p:cNvPr id="211" name="Google Shape;211;p24"/>
          <p:cNvSpPr txBox="1"/>
          <p:nvPr>
            <p:ph type="title"/>
          </p:nvPr>
        </p:nvSpPr>
        <p:spPr>
          <a:xfrm>
            <a:off x="2198350" y="2233731"/>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2" name="Google Shape;212;p24"/>
          <p:cNvSpPr txBox="1"/>
          <p:nvPr>
            <p:ph idx="1" type="subTitle"/>
          </p:nvPr>
        </p:nvSpPr>
        <p:spPr>
          <a:xfrm>
            <a:off x="2198350" y="2590767"/>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13" name="Google Shape;213;p24"/>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4" name="Google Shape;214;p24"/>
          <p:cNvSpPr txBox="1"/>
          <p:nvPr>
            <p:ph idx="3" type="title"/>
          </p:nvPr>
        </p:nvSpPr>
        <p:spPr>
          <a:xfrm>
            <a:off x="4776050" y="2233731"/>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24"/>
          <p:cNvSpPr txBox="1"/>
          <p:nvPr>
            <p:ph idx="4" type="subTitle"/>
          </p:nvPr>
        </p:nvSpPr>
        <p:spPr>
          <a:xfrm>
            <a:off x="4776050" y="2590767"/>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16" name="Google Shape;216;p24"/>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217" name="Google Shape;217;p24"/>
          <p:cNvPicPr preferRelativeResize="0"/>
          <p:nvPr/>
        </p:nvPicPr>
        <p:blipFill rotWithShape="1">
          <a:blip r:embed="rId3">
            <a:alphaModFix/>
          </a:blip>
          <a:srcRect b="0" l="0" r="0" t="0"/>
          <a:stretch/>
        </p:blipFill>
        <p:spPr>
          <a:xfrm rot="5400000">
            <a:off x="3365525" y="4494600"/>
            <a:ext cx="1393300" cy="1349250"/>
          </a:xfrm>
          <a:prstGeom prst="rect">
            <a:avLst/>
          </a:prstGeom>
          <a:noFill/>
          <a:ln>
            <a:noFill/>
          </a:ln>
        </p:spPr>
      </p:pic>
      <p:pic>
        <p:nvPicPr>
          <p:cNvPr id="218" name="Google Shape;218;p24"/>
          <p:cNvPicPr preferRelativeResize="0"/>
          <p:nvPr/>
        </p:nvPicPr>
        <p:blipFill>
          <a:blip r:embed="rId4">
            <a:alphaModFix/>
          </a:blip>
          <a:stretch>
            <a:fillRect/>
          </a:stretch>
        </p:blipFill>
        <p:spPr>
          <a:xfrm rot="-5400000">
            <a:off x="7742762" y="3134200"/>
            <a:ext cx="1659025" cy="1532125"/>
          </a:xfrm>
          <a:prstGeom prst="rect">
            <a:avLst/>
          </a:prstGeom>
          <a:noFill/>
          <a:ln>
            <a:noFill/>
          </a:ln>
        </p:spPr>
      </p:pic>
      <p:pic>
        <p:nvPicPr>
          <p:cNvPr id="219" name="Google Shape;219;p24"/>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20" name="Google Shape;220;p24"/>
          <p:cNvPicPr preferRelativeResize="0"/>
          <p:nvPr/>
        </p:nvPicPr>
        <p:blipFill rotWithShape="1">
          <a:blip r:embed="rId2">
            <a:alphaModFix/>
          </a:blip>
          <a:srcRect b="0" l="0" r="0" t="0"/>
          <a:stretch/>
        </p:blipFill>
        <p:spPr>
          <a:xfrm rot="-5400008">
            <a:off x="7571045" y="-1740127"/>
            <a:ext cx="2002458" cy="4559254"/>
          </a:xfrm>
          <a:prstGeom prst="rect">
            <a:avLst/>
          </a:prstGeom>
          <a:noFill/>
          <a:ln>
            <a:noFill/>
          </a:ln>
        </p:spPr>
      </p:pic>
      <p:pic>
        <p:nvPicPr>
          <p:cNvPr id="221" name="Google Shape;221;p24"/>
          <p:cNvPicPr preferRelativeResize="0"/>
          <p:nvPr/>
        </p:nvPicPr>
        <p:blipFill>
          <a:blip r:embed="rId4">
            <a:alphaModFix/>
          </a:blip>
          <a:stretch>
            <a:fillRect/>
          </a:stretch>
        </p:blipFill>
        <p:spPr>
          <a:xfrm flipH="1" rot="5400000">
            <a:off x="-309963" y="3134200"/>
            <a:ext cx="1659025" cy="153212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0">
    <p:spTree>
      <p:nvGrpSpPr>
        <p:cNvPr id="222" name="Shape 222"/>
        <p:cNvGrpSpPr/>
        <p:nvPr/>
      </p:nvGrpSpPr>
      <p:grpSpPr>
        <a:xfrm>
          <a:off x="0" y="0"/>
          <a:ext cx="0" cy="0"/>
          <a:chOff x="0" y="0"/>
          <a:chExt cx="0" cy="0"/>
        </a:xfrm>
      </p:grpSpPr>
      <p:sp>
        <p:nvSpPr>
          <p:cNvPr id="223" name="Google Shape;223;p25"/>
          <p:cNvSpPr txBox="1"/>
          <p:nvPr>
            <p:ph type="title"/>
          </p:nvPr>
        </p:nvSpPr>
        <p:spPr>
          <a:xfrm>
            <a:off x="2198350" y="26683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24" name="Google Shape;224;p25"/>
          <p:cNvSpPr txBox="1"/>
          <p:nvPr>
            <p:ph idx="1" type="subTitle"/>
          </p:nvPr>
        </p:nvSpPr>
        <p:spPr>
          <a:xfrm>
            <a:off x="2198350" y="30253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25" name="Google Shape;225;p25"/>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6" name="Google Shape;226;p25"/>
          <p:cNvSpPr txBox="1"/>
          <p:nvPr>
            <p:ph idx="3" type="title"/>
          </p:nvPr>
        </p:nvSpPr>
        <p:spPr>
          <a:xfrm>
            <a:off x="4776050" y="26683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27" name="Google Shape;227;p25"/>
          <p:cNvSpPr txBox="1"/>
          <p:nvPr>
            <p:ph idx="4" type="subTitle"/>
          </p:nvPr>
        </p:nvSpPr>
        <p:spPr>
          <a:xfrm>
            <a:off x="4776050" y="3025358"/>
            <a:ext cx="2169600" cy="8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28" name="Google Shape;228;p25"/>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229" name="Google Shape;229;p25"/>
          <p:cNvPicPr preferRelativeResize="0"/>
          <p:nvPr/>
        </p:nvPicPr>
        <p:blipFill rotWithShape="1">
          <a:blip r:embed="rId3">
            <a:alphaModFix/>
          </a:blip>
          <a:srcRect b="0" l="0" r="0" t="0"/>
          <a:stretch/>
        </p:blipFill>
        <p:spPr>
          <a:xfrm rot="5400000">
            <a:off x="3365525" y="4494600"/>
            <a:ext cx="1393300" cy="1349250"/>
          </a:xfrm>
          <a:prstGeom prst="rect">
            <a:avLst/>
          </a:prstGeom>
          <a:noFill/>
          <a:ln>
            <a:noFill/>
          </a:ln>
        </p:spPr>
      </p:pic>
      <p:pic>
        <p:nvPicPr>
          <p:cNvPr id="230" name="Google Shape;230;p25"/>
          <p:cNvPicPr preferRelativeResize="0"/>
          <p:nvPr/>
        </p:nvPicPr>
        <p:blipFill>
          <a:blip r:embed="rId4">
            <a:alphaModFix/>
          </a:blip>
          <a:stretch>
            <a:fillRect/>
          </a:stretch>
        </p:blipFill>
        <p:spPr>
          <a:xfrm rot="-5400000">
            <a:off x="8218200" y="3327325"/>
            <a:ext cx="1659025" cy="1532125"/>
          </a:xfrm>
          <a:prstGeom prst="rect">
            <a:avLst/>
          </a:prstGeom>
          <a:noFill/>
          <a:ln>
            <a:noFill/>
          </a:ln>
        </p:spPr>
      </p:pic>
      <p:pic>
        <p:nvPicPr>
          <p:cNvPr id="231" name="Google Shape;231;p25"/>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32" name="Google Shape;232;p25"/>
          <p:cNvPicPr preferRelativeResize="0"/>
          <p:nvPr/>
        </p:nvPicPr>
        <p:blipFill rotWithShape="1">
          <a:blip r:embed="rId2">
            <a:alphaModFix/>
          </a:blip>
          <a:srcRect b="0" l="0" r="0" t="0"/>
          <a:stretch/>
        </p:blipFill>
        <p:spPr>
          <a:xfrm rot="-5400008">
            <a:off x="7571045" y="-1740127"/>
            <a:ext cx="2002458" cy="455925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233" name="Shape 233"/>
        <p:cNvGrpSpPr/>
        <p:nvPr/>
      </p:nvGrpSpPr>
      <p:grpSpPr>
        <a:xfrm>
          <a:off x="0" y="0"/>
          <a:ext cx="0" cy="0"/>
          <a:chOff x="0" y="0"/>
          <a:chExt cx="0" cy="0"/>
        </a:xfrm>
      </p:grpSpPr>
      <p:pic>
        <p:nvPicPr>
          <p:cNvPr id="234" name="Google Shape;234;p26"/>
          <p:cNvPicPr preferRelativeResize="0"/>
          <p:nvPr/>
        </p:nvPicPr>
        <p:blipFill rotWithShape="1">
          <a:blip r:embed="rId2">
            <a:alphaModFix/>
          </a:blip>
          <a:srcRect b="0" l="0" r="0" t="0"/>
          <a:stretch/>
        </p:blipFill>
        <p:spPr>
          <a:xfrm rot="10800000">
            <a:off x="-698700" y="376250"/>
            <a:ext cx="1812850" cy="1406350"/>
          </a:xfrm>
          <a:prstGeom prst="rect">
            <a:avLst/>
          </a:prstGeom>
          <a:noFill/>
          <a:ln>
            <a:noFill/>
          </a:ln>
        </p:spPr>
      </p:pic>
      <p:pic>
        <p:nvPicPr>
          <p:cNvPr id="235" name="Google Shape;235;p26"/>
          <p:cNvPicPr preferRelativeResize="0"/>
          <p:nvPr/>
        </p:nvPicPr>
        <p:blipFill rotWithShape="1">
          <a:blip r:embed="rId3">
            <a:alphaModFix/>
          </a:blip>
          <a:srcRect b="0" l="0" r="0" t="0"/>
          <a:stretch/>
        </p:blipFill>
        <p:spPr>
          <a:xfrm flipH="1" rot="10800000">
            <a:off x="8093575" y="70425"/>
            <a:ext cx="1209425" cy="1566900"/>
          </a:xfrm>
          <a:prstGeom prst="rect">
            <a:avLst/>
          </a:prstGeom>
          <a:noFill/>
          <a:ln>
            <a:noFill/>
          </a:ln>
        </p:spPr>
      </p:pic>
      <p:pic>
        <p:nvPicPr>
          <p:cNvPr id="236" name="Google Shape;236;p26"/>
          <p:cNvPicPr preferRelativeResize="0"/>
          <p:nvPr/>
        </p:nvPicPr>
        <p:blipFill rotWithShape="1">
          <a:blip r:embed="rId4">
            <a:alphaModFix/>
          </a:blip>
          <a:srcRect b="0" l="0" r="0" t="0"/>
          <a:stretch/>
        </p:blipFill>
        <p:spPr>
          <a:xfrm rot="6202858">
            <a:off x="3893650" y="3376778"/>
            <a:ext cx="1271700" cy="3084848"/>
          </a:xfrm>
          <a:prstGeom prst="rect">
            <a:avLst/>
          </a:prstGeom>
          <a:noFill/>
          <a:ln>
            <a:noFill/>
          </a:ln>
        </p:spPr>
      </p:pic>
      <p:pic>
        <p:nvPicPr>
          <p:cNvPr id="237" name="Google Shape;237;p26"/>
          <p:cNvPicPr preferRelativeResize="0"/>
          <p:nvPr/>
        </p:nvPicPr>
        <p:blipFill rotWithShape="1">
          <a:blip r:embed="rId5">
            <a:alphaModFix/>
          </a:blip>
          <a:srcRect b="0" l="0" r="0" t="0"/>
          <a:stretch/>
        </p:blipFill>
        <p:spPr>
          <a:xfrm rot="-4597155">
            <a:off x="5301490" y="3580353"/>
            <a:ext cx="2002458" cy="4559254"/>
          </a:xfrm>
          <a:prstGeom prst="rect">
            <a:avLst/>
          </a:prstGeom>
          <a:noFill/>
          <a:ln>
            <a:noFill/>
          </a:ln>
        </p:spPr>
      </p:pic>
      <p:sp>
        <p:nvSpPr>
          <p:cNvPr id="238" name="Google Shape;238;p26"/>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CUSTOM_12">
    <p:spTree>
      <p:nvGrpSpPr>
        <p:cNvPr id="239" name="Shape 239"/>
        <p:cNvGrpSpPr/>
        <p:nvPr/>
      </p:nvGrpSpPr>
      <p:grpSpPr>
        <a:xfrm>
          <a:off x="0" y="0"/>
          <a:ext cx="0" cy="0"/>
          <a:chOff x="0" y="0"/>
          <a:chExt cx="0" cy="0"/>
        </a:xfrm>
      </p:grpSpPr>
      <p:pic>
        <p:nvPicPr>
          <p:cNvPr id="240" name="Google Shape;240;p27"/>
          <p:cNvPicPr preferRelativeResize="0"/>
          <p:nvPr/>
        </p:nvPicPr>
        <p:blipFill rotWithShape="1">
          <a:blip r:embed="rId2">
            <a:alphaModFix/>
          </a:blip>
          <a:srcRect b="0" l="0" r="0" t="0"/>
          <a:stretch/>
        </p:blipFill>
        <p:spPr>
          <a:xfrm rot="4734819">
            <a:off x="6034912" y="1086136"/>
            <a:ext cx="1924050" cy="4667250"/>
          </a:xfrm>
          <a:prstGeom prst="rect">
            <a:avLst/>
          </a:prstGeom>
          <a:noFill/>
          <a:ln>
            <a:noFill/>
          </a:ln>
        </p:spPr>
      </p:pic>
      <p:pic>
        <p:nvPicPr>
          <p:cNvPr id="241" name="Google Shape;241;p27"/>
          <p:cNvPicPr preferRelativeResize="0"/>
          <p:nvPr/>
        </p:nvPicPr>
        <p:blipFill rotWithShape="1">
          <a:blip r:embed="rId3">
            <a:alphaModFix/>
          </a:blip>
          <a:srcRect b="0" l="0" r="0" t="0"/>
          <a:stretch/>
        </p:blipFill>
        <p:spPr>
          <a:xfrm rot="3760750">
            <a:off x="3687884" y="2197658"/>
            <a:ext cx="2002458" cy="4559255"/>
          </a:xfrm>
          <a:prstGeom prst="rect">
            <a:avLst/>
          </a:prstGeom>
          <a:noFill/>
          <a:ln>
            <a:noFill/>
          </a:ln>
        </p:spPr>
      </p:pic>
      <p:pic>
        <p:nvPicPr>
          <p:cNvPr id="242" name="Google Shape;242;p27"/>
          <p:cNvPicPr preferRelativeResize="0"/>
          <p:nvPr/>
        </p:nvPicPr>
        <p:blipFill>
          <a:blip r:embed="rId4">
            <a:alphaModFix/>
          </a:blip>
          <a:stretch>
            <a:fillRect/>
          </a:stretch>
        </p:blipFill>
        <p:spPr>
          <a:xfrm>
            <a:off x="7399112" y="4252310"/>
            <a:ext cx="1840875" cy="1700025"/>
          </a:xfrm>
          <a:prstGeom prst="rect">
            <a:avLst/>
          </a:prstGeom>
          <a:noFill/>
          <a:ln>
            <a:noFill/>
          </a:ln>
        </p:spPr>
      </p:pic>
      <p:pic>
        <p:nvPicPr>
          <p:cNvPr id="243" name="Google Shape;243;p27"/>
          <p:cNvPicPr preferRelativeResize="0"/>
          <p:nvPr/>
        </p:nvPicPr>
        <p:blipFill rotWithShape="1">
          <a:blip r:embed="rId5">
            <a:alphaModFix/>
          </a:blip>
          <a:srcRect b="0" l="0" r="0" t="0"/>
          <a:stretch/>
        </p:blipFill>
        <p:spPr>
          <a:xfrm flipH="1" rot="5400000">
            <a:off x="7092837" y="4248586"/>
            <a:ext cx="1572000" cy="2036650"/>
          </a:xfrm>
          <a:prstGeom prst="rect">
            <a:avLst/>
          </a:prstGeom>
          <a:noFill/>
          <a:ln>
            <a:noFill/>
          </a:ln>
        </p:spPr>
      </p:pic>
      <p:pic>
        <p:nvPicPr>
          <p:cNvPr id="244" name="Google Shape;244;p27"/>
          <p:cNvPicPr preferRelativeResize="0"/>
          <p:nvPr/>
        </p:nvPicPr>
        <p:blipFill rotWithShape="1">
          <a:blip r:embed="rId6">
            <a:alphaModFix/>
          </a:blip>
          <a:srcRect b="0" l="0" r="0" t="0"/>
          <a:stretch/>
        </p:blipFill>
        <p:spPr>
          <a:xfrm rot="-8688291">
            <a:off x="2466517" y="4229545"/>
            <a:ext cx="2504350" cy="1437030"/>
          </a:xfrm>
          <a:prstGeom prst="rect">
            <a:avLst/>
          </a:prstGeom>
          <a:noFill/>
          <a:ln>
            <a:noFill/>
          </a:ln>
        </p:spPr>
      </p:pic>
      <p:pic>
        <p:nvPicPr>
          <p:cNvPr id="245" name="Google Shape;245;p27"/>
          <p:cNvPicPr preferRelativeResize="0"/>
          <p:nvPr/>
        </p:nvPicPr>
        <p:blipFill rotWithShape="1">
          <a:blip r:embed="rId7">
            <a:alphaModFix/>
          </a:blip>
          <a:srcRect b="0" l="0" r="0" t="0"/>
          <a:stretch/>
        </p:blipFill>
        <p:spPr>
          <a:xfrm rot="9911836">
            <a:off x="4981222" y="5002136"/>
            <a:ext cx="1697478" cy="1643807"/>
          </a:xfrm>
          <a:prstGeom prst="rect">
            <a:avLst/>
          </a:prstGeom>
          <a:noFill/>
          <a:ln>
            <a:noFill/>
          </a:ln>
        </p:spPr>
      </p:pic>
      <p:pic>
        <p:nvPicPr>
          <p:cNvPr id="246" name="Google Shape;246;p27"/>
          <p:cNvPicPr preferRelativeResize="0"/>
          <p:nvPr/>
        </p:nvPicPr>
        <p:blipFill rotWithShape="1">
          <a:blip r:embed="rId3">
            <a:alphaModFix/>
          </a:blip>
          <a:srcRect b="0" l="0" r="0" t="0"/>
          <a:stretch/>
        </p:blipFill>
        <p:spPr>
          <a:xfrm rot="3760750">
            <a:off x="6283059" y="2987283"/>
            <a:ext cx="2002458" cy="4559255"/>
          </a:xfrm>
          <a:prstGeom prst="rect">
            <a:avLst/>
          </a:prstGeom>
          <a:noFill/>
          <a:ln>
            <a:noFill/>
          </a:ln>
        </p:spPr>
      </p:pic>
      <p:pic>
        <p:nvPicPr>
          <p:cNvPr id="247" name="Google Shape;247;p27"/>
          <p:cNvPicPr preferRelativeResize="0"/>
          <p:nvPr/>
        </p:nvPicPr>
        <p:blipFill rotWithShape="1">
          <a:blip r:embed="rId5">
            <a:alphaModFix/>
          </a:blip>
          <a:srcRect b="0" l="0" r="0" t="0"/>
          <a:stretch/>
        </p:blipFill>
        <p:spPr>
          <a:xfrm rot="5400000">
            <a:off x="3351762" y="2236811"/>
            <a:ext cx="1572000" cy="2036650"/>
          </a:xfrm>
          <a:prstGeom prst="rect">
            <a:avLst/>
          </a:prstGeom>
          <a:noFill/>
          <a:ln>
            <a:noFill/>
          </a:ln>
        </p:spPr>
      </p:pic>
      <p:pic>
        <p:nvPicPr>
          <p:cNvPr id="248" name="Google Shape;248;p27"/>
          <p:cNvPicPr preferRelativeResize="0"/>
          <p:nvPr/>
        </p:nvPicPr>
        <p:blipFill>
          <a:blip r:embed="rId8">
            <a:alphaModFix/>
          </a:blip>
          <a:stretch>
            <a:fillRect/>
          </a:stretch>
        </p:blipFill>
        <p:spPr>
          <a:xfrm rot="3900296">
            <a:off x="6369868" y="683844"/>
            <a:ext cx="2386824" cy="4381380"/>
          </a:xfrm>
          <a:prstGeom prst="rect">
            <a:avLst/>
          </a:prstGeom>
          <a:noFill/>
          <a:ln>
            <a:noFill/>
          </a:ln>
        </p:spPr>
      </p:pic>
      <p:sp>
        <p:nvSpPr>
          <p:cNvPr id="249" name="Google Shape;249;p27"/>
          <p:cNvSpPr txBox="1"/>
          <p:nvPr>
            <p:ph type="title"/>
          </p:nvPr>
        </p:nvSpPr>
        <p:spPr>
          <a:xfrm flipH="1">
            <a:off x="1117500" y="838200"/>
            <a:ext cx="6909000" cy="1158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pic>
        <p:nvPicPr>
          <p:cNvPr id="250" name="Google Shape;250;p27"/>
          <p:cNvPicPr preferRelativeResize="0"/>
          <p:nvPr/>
        </p:nvPicPr>
        <p:blipFill rotWithShape="1">
          <a:blip r:embed="rId2">
            <a:alphaModFix/>
          </a:blip>
          <a:srcRect b="0" l="0" r="0" t="0"/>
          <a:stretch/>
        </p:blipFill>
        <p:spPr>
          <a:xfrm rot="4734819">
            <a:off x="-861188" y="1086136"/>
            <a:ext cx="1924050" cy="4667250"/>
          </a:xfrm>
          <a:prstGeom prst="rect">
            <a:avLst/>
          </a:prstGeom>
          <a:noFill/>
          <a:ln>
            <a:noFill/>
          </a:ln>
        </p:spPr>
      </p:pic>
      <p:pic>
        <p:nvPicPr>
          <p:cNvPr id="251" name="Google Shape;251;p27"/>
          <p:cNvPicPr preferRelativeResize="0"/>
          <p:nvPr/>
        </p:nvPicPr>
        <p:blipFill>
          <a:blip r:embed="rId4">
            <a:alphaModFix/>
          </a:blip>
          <a:stretch>
            <a:fillRect/>
          </a:stretch>
        </p:blipFill>
        <p:spPr>
          <a:xfrm>
            <a:off x="503012" y="4252310"/>
            <a:ext cx="1840875" cy="1700025"/>
          </a:xfrm>
          <a:prstGeom prst="rect">
            <a:avLst/>
          </a:prstGeom>
          <a:noFill/>
          <a:ln>
            <a:noFill/>
          </a:ln>
        </p:spPr>
      </p:pic>
      <p:pic>
        <p:nvPicPr>
          <p:cNvPr id="252" name="Google Shape;252;p27"/>
          <p:cNvPicPr preferRelativeResize="0"/>
          <p:nvPr/>
        </p:nvPicPr>
        <p:blipFill rotWithShape="1">
          <a:blip r:embed="rId5">
            <a:alphaModFix/>
          </a:blip>
          <a:srcRect b="0" l="0" r="0" t="0"/>
          <a:stretch/>
        </p:blipFill>
        <p:spPr>
          <a:xfrm flipH="1" rot="5400000">
            <a:off x="196737" y="4248586"/>
            <a:ext cx="1572000" cy="2036650"/>
          </a:xfrm>
          <a:prstGeom prst="rect">
            <a:avLst/>
          </a:prstGeom>
          <a:noFill/>
          <a:ln>
            <a:noFill/>
          </a:ln>
        </p:spPr>
      </p:pic>
      <p:pic>
        <p:nvPicPr>
          <p:cNvPr id="253" name="Google Shape;253;p27"/>
          <p:cNvPicPr preferRelativeResize="0"/>
          <p:nvPr/>
        </p:nvPicPr>
        <p:blipFill rotWithShape="1">
          <a:blip r:embed="rId3">
            <a:alphaModFix/>
          </a:blip>
          <a:srcRect b="0" l="0" r="0" t="0"/>
          <a:stretch/>
        </p:blipFill>
        <p:spPr>
          <a:xfrm rot="3760750">
            <a:off x="-1204804" y="1537658"/>
            <a:ext cx="2002458" cy="455925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2">
    <p:spTree>
      <p:nvGrpSpPr>
        <p:cNvPr id="254" name="Shape 254"/>
        <p:cNvGrpSpPr/>
        <p:nvPr/>
      </p:nvGrpSpPr>
      <p:grpSpPr>
        <a:xfrm>
          <a:off x="0" y="0"/>
          <a:ext cx="0" cy="0"/>
          <a:chOff x="0" y="0"/>
          <a:chExt cx="0" cy="0"/>
        </a:xfrm>
      </p:grpSpPr>
      <p:sp>
        <p:nvSpPr>
          <p:cNvPr id="255" name="Google Shape;255;p28"/>
          <p:cNvSpPr txBox="1"/>
          <p:nvPr>
            <p:ph type="title"/>
          </p:nvPr>
        </p:nvSpPr>
        <p:spPr>
          <a:xfrm>
            <a:off x="909400" y="32043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56" name="Google Shape;256;p28"/>
          <p:cNvSpPr txBox="1"/>
          <p:nvPr>
            <p:ph idx="1" type="subTitle"/>
          </p:nvPr>
        </p:nvSpPr>
        <p:spPr>
          <a:xfrm>
            <a:off x="909400" y="35728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57" name="Google Shape;257;p28"/>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8" name="Google Shape;258;p28"/>
          <p:cNvSpPr txBox="1"/>
          <p:nvPr>
            <p:ph idx="3" type="title"/>
          </p:nvPr>
        </p:nvSpPr>
        <p:spPr>
          <a:xfrm>
            <a:off x="3487101" y="32043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59" name="Google Shape;259;p28"/>
          <p:cNvSpPr txBox="1"/>
          <p:nvPr>
            <p:ph idx="4" type="subTitle"/>
          </p:nvPr>
        </p:nvSpPr>
        <p:spPr>
          <a:xfrm>
            <a:off x="3487100" y="35728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60" name="Google Shape;260;p28"/>
          <p:cNvSpPr txBox="1"/>
          <p:nvPr>
            <p:ph idx="5" type="title"/>
          </p:nvPr>
        </p:nvSpPr>
        <p:spPr>
          <a:xfrm>
            <a:off x="6064802" y="32043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61" name="Google Shape;261;p28"/>
          <p:cNvSpPr txBox="1"/>
          <p:nvPr>
            <p:ph idx="6" type="subTitle"/>
          </p:nvPr>
        </p:nvSpPr>
        <p:spPr>
          <a:xfrm>
            <a:off x="6064800" y="35728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62" name="Google Shape;262;p28"/>
          <p:cNvPicPr preferRelativeResize="0"/>
          <p:nvPr/>
        </p:nvPicPr>
        <p:blipFill rotWithShape="1">
          <a:blip r:embed="rId2">
            <a:alphaModFix/>
          </a:blip>
          <a:srcRect b="0" l="0" r="0" t="0"/>
          <a:stretch/>
        </p:blipFill>
        <p:spPr>
          <a:xfrm rot="5400000">
            <a:off x="3365525" y="4494600"/>
            <a:ext cx="1393300" cy="1349250"/>
          </a:xfrm>
          <a:prstGeom prst="rect">
            <a:avLst/>
          </a:prstGeom>
          <a:noFill/>
          <a:ln>
            <a:noFill/>
          </a:ln>
        </p:spPr>
      </p:pic>
      <p:pic>
        <p:nvPicPr>
          <p:cNvPr id="263" name="Google Shape;263;p28"/>
          <p:cNvPicPr preferRelativeResize="0"/>
          <p:nvPr/>
        </p:nvPicPr>
        <p:blipFill>
          <a:blip r:embed="rId3">
            <a:alphaModFix/>
          </a:blip>
          <a:stretch>
            <a:fillRect/>
          </a:stretch>
        </p:blipFill>
        <p:spPr>
          <a:xfrm rot="-5400000">
            <a:off x="8218200" y="3327325"/>
            <a:ext cx="1659025" cy="1532125"/>
          </a:xfrm>
          <a:prstGeom prst="rect">
            <a:avLst/>
          </a:prstGeom>
          <a:noFill/>
          <a:ln>
            <a:noFill/>
          </a:ln>
        </p:spPr>
      </p:pic>
      <p:pic>
        <p:nvPicPr>
          <p:cNvPr id="264" name="Google Shape;264;p28"/>
          <p:cNvPicPr preferRelativeResize="0"/>
          <p:nvPr/>
        </p:nvPicPr>
        <p:blipFill rotWithShape="1">
          <a:blip r:embed="rId4">
            <a:alphaModFix/>
          </a:blip>
          <a:srcRect b="0" l="0" r="0" t="0"/>
          <a:stretch/>
        </p:blipFill>
        <p:spPr>
          <a:xfrm rot="-9355986">
            <a:off x="-232067" y="311450"/>
            <a:ext cx="1328784" cy="3223299"/>
          </a:xfrm>
          <a:prstGeom prst="rect">
            <a:avLst/>
          </a:prstGeom>
          <a:noFill/>
          <a:ln>
            <a:noFill/>
          </a:ln>
        </p:spPr>
      </p:pic>
      <p:pic>
        <p:nvPicPr>
          <p:cNvPr id="265" name="Google Shape;265;p28"/>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66" name="Google Shape;266;p28"/>
          <p:cNvPicPr preferRelativeResize="0"/>
          <p:nvPr/>
        </p:nvPicPr>
        <p:blipFill rotWithShape="1">
          <a:blip r:embed="rId6">
            <a:alphaModFix/>
          </a:blip>
          <a:srcRect b="0" l="0" r="0" t="0"/>
          <a:stretch/>
        </p:blipFill>
        <p:spPr>
          <a:xfrm rot="-5400008">
            <a:off x="7571045" y="-1740127"/>
            <a:ext cx="2002458" cy="455925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2_2_1">
    <p:spTree>
      <p:nvGrpSpPr>
        <p:cNvPr id="267" name="Shape 267"/>
        <p:cNvGrpSpPr/>
        <p:nvPr/>
      </p:nvGrpSpPr>
      <p:grpSpPr>
        <a:xfrm>
          <a:off x="0" y="0"/>
          <a:ext cx="0" cy="0"/>
          <a:chOff x="0" y="0"/>
          <a:chExt cx="0" cy="0"/>
        </a:xfrm>
      </p:grpSpPr>
      <p:sp>
        <p:nvSpPr>
          <p:cNvPr id="268" name="Google Shape;268;p29"/>
          <p:cNvSpPr txBox="1"/>
          <p:nvPr>
            <p:ph type="title"/>
          </p:nvPr>
        </p:nvSpPr>
        <p:spPr>
          <a:xfrm>
            <a:off x="1986650" y="1320550"/>
            <a:ext cx="274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69" name="Google Shape;269;p29"/>
          <p:cNvSpPr txBox="1"/>
          <p:nvPr>
            <p:ph idx="1" type="subTitle"/>
          </p:nvPr>
        </p:nvSpPr>
        <p:spPr>
          <a:xfrm>
            <a:off x="1986650" y="1687090"/>
            <a:ext cx="2748900" cy="677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70" name="Google Shape;270;p29"/>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1" name="Google Shape;271;p29"/>
          <p:cNvSpPr txBox="1"/>
          <p:nvPr>
            <p:ph idx="3" type="title"/>
          </p:nvPr>
        </p:nvSpPr>
        <p:spPr>
          <a:xfrm>
            <a:off x="1986651" y="2410105"/>
            <a:ext cx="274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72" name="Google Shape;272;p29"/>
          <p:cNvSpPr txBox="1"/>
          <p:nvPr>
            <p:ph idx="4" type="subTitle"/>
          </p:nvPr>
        </p:nvSpPr>
        <p:spPr>
          <a:xfrm>
            <a:off x="1986650" y="2767986"/>
            <a:ext cx="2748900" cy="677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73" name="Google Shape;273;p29"/>
          <p:cNvSpPr txBox="1"/>
          <p:nvPr>
            <p:ph idx="5" type="title"/>
          </p:nvPr>
        </p:nvSpPr>
        <p:spPr>
          <a:xfrm>
            <a:off x="1986652" y="3508295"/>
            <a:ext cx="274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74" name="Google Shape;274;p29"/>
          <p:cNvSpPr txBox="1"/>
          <p:nvPr>
            <p:ph idx="6" type="subTitle"/>
          </p:nvPr>
        </p:nvSpPr>
        <p:spPr>
          <a:xfrm>
            <a:off x="1986650" y="3870514"/>
            <a:ext cx="2748900" cy="677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275" name="Google Shape;275;p29"/>
          <p:cNvPicPr preferRelativeResize="0"/>
          <p:nvPr/>
        </p:nvPicPr>
        <p:blipFill rotWithShape="1">
          <a:blip r:embed="rId2">
            <a:alphaModFix/>
          </a:blip>
          <a:srcRect b="0" l="0" r="0" t="0"/>
          <a:stretch/>
        </p:blipFill>
        <p:spPr>
          <a:xfrm rot="-3282886">
            <a:off x="8609178" y="2736320"/>
            <a:ext cx="1774245" cy="4039661"/>
          </a:xfrm>
          <a:prstGeom prst="rect">
            <a:avLst/>
          </a:prstGeom>
          <a:noFill/>
          <a:ln>
            <a:noFill/>
          </a:ln>
        </p:spPr>
      </p:pic>
      <p:pic>
        <p:nvPicPr>
          <p:cNvPr id="276" name="Google Shape;276;p29"/>
          <p:cNvPicPr preferRelativeResize="0"/>
          <p:nvPr/>
        </p:nvPicPr>
        <p:blipFill rotWithShape="1">
          <a:blip r:embed="rId3">
            <a:alphaModFix/>
          </a:blip>
          <a:srcRect b="0" l="0" r="0" t="0"/>
          <a:stretch/>
        </p:blipFill>
        <p:spPr>
          <a:xfrm rot="10800000">
            <a:off x="7797200" y="294118"/>
            <a:ext cx="2504350" cy="1437030"/>
          </a:xfrm>
          <a:prstGeom prst="rect">
            <a:avLst/>
          </a:prstGeom>
          <a:noFill/>
          <a:ln>
            <a:noFill/>
          </a:ln>
        </p:spPr>
      </p:pic>
      <p:pic>
        <p:nvPicPr>
          <p:cNvPr id="277" name="Google Shape;277;p29"/>
          <p:cNvPicPr preferRelativeResize="0"/>
          <p:nvPr/>
        </p:nvPicPr>
        <p:blipFill rotWithShape="1">
          <a:blip r:embed="rId4">
            <a:alphaModFix/>
          </a:blip>
          <a:srcRect b="0" l="0" r="0" t="0"/>
          <a:stretch/>
        </p:blipFill>
        <p:spPr>
          <a:xfrm rot="-4500000">
            <a:off x="-1570436" y="1705650"/>
            <a:ext cx="3031284" cy="217335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4">
    <p:spTree>
      <p:nvGrpSpPr>
        <p:cNvPr id="278" name="Shape 278"/>
        <p:cNvGrpSpPr/>
        <p:nvPr/>
      </p:nvGrpSpPr>
      <p:grpSpPr>
        <a:xfrm>
          <a:off x="0" y="0"/>
          <a:ext cx="0" cy="0"/>
          <a:chOff x="0" y="0"/>
          <a:chExt cx="0" cy="0"/>
        </a:xfrm>
      </p:grpSpPr>
      <p:sp>
        <p:nvSpPr>
          <p:cNvPr id="279" name="Google Shape;279;p30"/>
          <p:cNvSpPr txBox="1"/>
          <p:nvPr>
            <p:ph type="title"/>
          </p:nvPr>
        </p:nvSpPr>
        <p:spPr>
          <a:xfrm>
            <a:off x="757075" y="1306896"/>
            <a:ext cx="2169600" cy="48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280" name="Google Shape;280;p30"/>
          <p:cNvSpPr txBox="1"/>
          <p:nvPr>
            <p:ph idx="1" type="subTitle"/>
          </p:nvPr>
        </p:nvSpPr>
        <p:spPr>
          <a:xfrm>
            <a:off x="757075" y="1706026"/>
            <a:ext cx="2169600" cy="868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81" name="Google Shape;281;p30"/>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2" name="Google Shape;282;p30"/>
          <p:cNvSpPr txBox="1"/>
          <p:nvPr>
            <p:ph idx="3" type="title"/>
          </p:nvPr>
        </p:nvSpPr>
        <p:spPr>
          <a:xfrm>
            <a:off x="757075" y="3304764"/>
            <a:ext cx="2169600" cy="48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283" name="Google Shape;283;p30"/>
          <p:cNvSpPr txBox="1"/>
          <p:nvPr>
            <p:ph idx="4" type="subTitle"/>
          </p:nvPr>
        </p:nvSpPr>
        <p:spPr>
          <a:xfrm>
            <a:off x="757075" y="3703903"/>
            <a:ext cx="2169600" cy="845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84" name="Google Shape;284;p30"/>
          <p:cNvSpPr txBox="1"/>
          <p:nvPr>
            <p:ph idx="5" type="title"/>
          </p:nvPr>
        </p:nvSpPr>
        <p:spPr>
          <a:xfrm>
            <a:off x="6217275" y="1306896"/>
            <a:ext cx="2169600" cy="48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285" name="Google Shape;285;p30"/>
          <p:cNvSpPr txBox="1"/>
          <p:nvPr>
            <p:ph idx="6" type="subTitle"/>
          </p:nvPr>
        </p:nvSpPr>
        <p:spPr>
          <a:xfrm>
            <a:off x="6217275" y="1706026"/>
            <a:ext cx="2169600" cy="86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sp>
        <p:nvSpPr>
          <p:cNvPr id="286" name="Google Shape;286;p30"/>
          <p:cNvSpPr txBox="1"/>
          <p:nvPr>
            <p:ph idx="7" type="title"/>
          </p:nvPr>
        </p:nvSpPr>
        <p:spPr>
          <a:xfrm>
            <a:off x="6217275" y="3304764"/>
            <a:ext cx="2169600" cy="48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287" name="Google Shape;287;p30"/>
          <p:cNvSpPr txBox="1"/>
          <p:nvPr>
            <p:ph idx="8" type="subTitle"/>
          </p:nvPr>
        </p:nvSpPr>
        <p:spPr>
          <a:xfrm>
            <a:off x="6217275" y="3703903"/>
            <a:ext cx="2169600" cy="845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pic>
        <p:nvPicPr>
          <p:cNvPr id="288" name="Google Shape;288;p30"/>
          <p:cNvPicPr preferRelativeResize="0"/>
          <p:nvPr/>
        </p:nvPicPr>
        <p:blipFill rotWithShape="1">
          <a:blip r:embed="rId2">
            <a:alphaModFix/>
          </a:blip>
          <a:srcRect b="0" l="0" r="0" t="0"/>
          <a:stretch/>
        </p:blipFill>
        <p:spPr>
          <a:xfrm flipH="1" rot="5400000">
            <a:off x="-327025" y="-99117"/>
            <a:ext cx="1179500" cy="1528135"/>
          </a:xfrm>
          <a:prstGeom prst="rect">
            <a:avLst/>
          </a:prstGeom>
          <a:noFill/>
          <a:ln>
            <a:noFill/>
          </a:ln>
        </p:spPr>
      </p:pic>
      <p:pic>
        <p:nvPicPr>
          <p:cNvPr id="289" name="Google Shape;289;p30"/>
          <p:cNvPicPr preferRelativeResize="0"/>
          <p:nvPr/>
        </p:nvPicPr>
        <p:blipFill rotWithShape="1">
          <a:blip r:embed="rId3">
            <a:alphaModFix/>
          </a:blip>
          <a:srcRect b="0" l="0" r="0" t="0"/>
          <a:stretch/>
        </p:blipFill>
        <p:spPr>
          <a:xfrm rot="-3">
            <a:off x="8148458" y="2558906"/>
            <a:ext cx="1796434" cy="4090188"/>
          </a:xfrm>
          <a:prstGeom prst="rect">
            <a:avLst/>
          </a:prstGeom>
          <a:noFill/>
          <a:ln>
            <a:noFill/>
          </a:ln>
        </p:spPr>
      </p:pic>
      <p:pic>
        <p:nvPicPr>
          <p:cNvPr id="290" name="Google Shape;290;p30"/>
          <p:cNvPicPr preferRelativeResize="0"/>
          <p:nvPr/>
        </p:nvPicPr>
        <p:blipFill rotWithShape="1">
          <a:blip r:embed="rId4">
            <a:alphaModFix/>
          </a:blip>
          <a:srcRect b="0" l="0" r="0" t="0"/>
          <a:stretch/>
        </p:blipFill>
        <p:spPr>
          <a:xfrm flipH="1" rot="-6873762">
            <a:off x="-762358" y="4141272"/>
            <a:ext cx="2309973" cy="1325469"/>
          </a:xfrm>
          <a:prstGeom prst="rect">
            <a:avLst/>
          </a:prstGeom>
          <a:noFill/>
          <a:ln>
            <a:noFill/>
          </a:ln>
        </p:spPr>
      </p:pic>
      <p:pic>
        <p:nvPicPr>
          <p:cNvPr id="291" name="Google Shape;291;p30"/>
          <p:cNvPicPr preferRelativeResize="0"/>
          <p:nvPr/>
        </p:nvPicPr>
        <p:blipFill rotWithShape="1">
          <a:blip r:embed="rId4">
            <a:alphaModFix/>
          </a:blip>
          <a:srcRect b="0" l="0" r="0" t="0"/>
          <a:stretch/>
        </p:blipFill>
        <p:spPr>
          <a:xfrm flipH="1" rot="-6873762">
            <a:off x="7891692" y="-338928"/>
            <a:ext cx="2309973" cy="1325469"/>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292" name="Shape 292"/>
        <p:cNvGrpSpPr/>
        <p:nvPr/>
      </p:nvGrpSpPr>
      <p:grpSpPr>
        <a:xfrm>
          <a:off x="0" y="0"/>
          <a:ext cx="0" cy="0"/>
          <a:chOff x="0" y="0"/>
          <a:chExt cx="0" cy="0"/>
        </a:xfrm>
      </p:grpSpPr>
      <p:sp>
        <p:nvSpPr>
          <p:cNvPr id="293" name="Google Shape;293;p31"/>
          <p:cNvSpPr txBox="1"/>
          <p:nvPr>
            <p:ph type="title"/>
          </p:nvPr>
        </p:nvSpPr>
        <p:spPr>
          <a:xfrm>
            <a:off x="1624450" y="1629147"/>
            <a:ext cx="2694000" cy="421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4" name="Google Shape;294;p31"/>
          <p:cNvSpPr txBox="1"/>
          <p:nvPr>
            <p:ph idx="1" type="subTitle"/>
          </p:nvPr>
        </p:nvSpPr>
        <p:spPr>
          <a:xfrm>
            <a:off x="1624450" y="1990162"/>
            <a:ext cx="26940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95" name="Google Shape;295;p31"/>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6" name="Google Shape;296;p31"/>
          <p:cNvSpPr txBox="1"/>
          <p:nvPr>
            <p:ph idx="3" type="title"/>
          </p:nvPr>
        </p:nvSpPr>
        <p:spPr>
          <a:xfrm>
            <a:off x="4825396" y="1629147"/>
            <a:ext cx="2694000" cy="421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7" name="Google Shape;297;p31"/>
          <p:cNvSpPr txBox="1"/>
          <p:nvPr>
            <p:ph idx="4" type="subTitle"/>
          </p:nvPr>
        </p:nvSpPr>
        <p:spPr>
          <a:xfrm>
            <a:off x="4825389" y="1990162"/>
            <a:ext cx="2694000" cy="885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98" name="Google Shape;298;p31"/>
          <p:cNvSpPr txBox="1"/>
          <p:nvPr>
            <p:ph idx="5" type="title"/>
          </p:nvPr>
        </p:nvSpPr>
        <p:spPr>
          <a:xfrm>
            <a:off x="1624450" y="2998172"/>
            <a:ext cx="2694000" cy="421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9" name="Google Shape;299;p31"/>
          <p:cNvSpPr txBox="1"/>
          <p:nvPr>
            <p:ph idx="6" type="subTitle"/>
          </p:nvPr>
        </p:nvSpPr>
        <p:spPr>
          <a:xfrm>
            <a:off x="1624450" y="3364383"/>
            <a:ext cx="26940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00" name="Google Shape;300;p31"/>
          <p:cNvSpPr txBox="1"/>
          <p:nvPr>
            <p:ph idx="7" type="title"/>
          </p:nvPr>
        </p:nvSpPr>
        <p:spPr>
          <a:xfrm>
            <a:off x="4825396" y="2998172"/>
            <a:ext cx="2694000" cy="421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1" name="Google Shape;301;p31"/>
          <p:cNvSpPr txBox="1"/>
          <p:nvPr>
            <p:ph idx="8" type="subTitle"/>
          </p:nvPr>
        </p:nvSpPr>
        <p:spPr>
          <a:xfrm>
            <a:off x="4825389" y="3364383"/>
            <a:ext cx="2694000" cy="885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302" name="Google Shape;302;p31"/>
          <p:cNvPicPr preferRelativeResize="0"/>
          <p:nvPr/>
        </p:nvPicPr>
        <p:blipFill rotWithShape="1">
          <a:blip r:embed="rId2">
            <a:alphaModFix/>
          </a:blip>
          <a:srcRect b="0" l="0" r="0" t="0"/>
          <a:stretch/>
        </p:blipFill>
        <p:spPr>
          <a:xfrm rot="7138799">
            <a:off x="7705970" y="-1163991"/>
            <a:ext cx="1449612" cy="3300532"/>
          </a:xfrm>
          <a:prstGeom prst="rect">
            <a:avLst/>
          </a:prstGeom>
          <a:noFill/>
          <a:ln>
            <a:noFill/>
          </a:ln>
        </p:spPr>
      </p:pic>
      <p:pic>
        <p:nvPicPr>
          <p:cNvPr id="303" name="Google Shape;303;p31"/>
          <p:cNvPicPr preferRelativeResize="0"/>
          <p:nvPr/>
        </p:nvPicPr>
        <p:blipFill rotWithShape="1">
          <a:blip r:embed="rId3">
            <a:alphaModFix/>
          </a:blip>
          <a:srcRect b="0" l="0" r="0" t="0"/>
          <a:stretch/>
        </p:blipFill>
        <p:spPr>
          <a:xfrm rot="5400000">
            <a:off x="-616525" y="385275"/>
            <a:ext cx="1393300" cy="1349250"/>
          </a:xfrm>
          <a:prstGeom prst="rect">
            <a:avLst/>
          </a:prstGeom>
          <a:noFill/>
          <a:ln>
            <a:noFill/>
          </a:ln>
        </p:spPr>
      </p:pic>
      <p:pic>
        <p:nvPicPr>
          <p:cNvPr id="304" name="Google Shape;304;p31"/>
          <p:cNvPicPr preferRelativeResize="0"/>
          <p:nvPr/>
        </p:nvPicPr>
        <p:blipFill rotWithShape="1">
          <a:blip r:embed="rId4">
            <a:alphaModFix/>
          </a:blip>
          <a:srcRect b="0" l="0" r="0" t="0"/>
          <a:stretch/>
        </p:blipFill>
        <p:spPr>
          <a:xfrm rot="-5400000">
            <a:off x="5172175" y="3734100"/>
            <a:ext cx="1315650" cy="319145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3">
    <p:spTree>
      <p:nvGrpSpPr>
        <p:cNvPr id="305" name="Shape 305"/>
        <p:cNvGrpSpPr/>
        <p:nvPr/>
      </p:nvGrpSpPr>
      <p:grpSpPr>
        <a:xfrm>
          <a:off x="0" y="0"/>
          <a:ext cx="0" cy="0"/>
          <a:chOff x="0" y="0"/>
          <a:chExt cx="0" cy="0"/>
        </a:xfrm>
      </p:grpSpPr>
      <p:sp>
        <p:nvSpPr>
          <p:cNvPr id="306" name="Google Shape;306;p32"/>
          <p:cNvSpPr txBox="1"/>
          <p:nvPr>
            <p:ph type="title"/>
          </p:nvPr>
        </p:nvSpPr>
        <p:spPr>
          <a:xfrm>
            <a:off x="909500" y="1525322"/>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7" name="Google Shape;307;p32"/>
          <p:cNvSpPr txBox="1"/>
          <p:nvPr>
            <p:ph idx="1" type="subTitle"/>
          </p:nvPr>
        </p:nvSpPr>
        <p:spPr>
          <a:xfrm>
            <a:off x="909500" y="1899670"/>
            <a:ext cx="2169600" cy="69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08" name="Google Shape;308;p32"/>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9" name="Google Shape;309;p32"/>
          <p:cNvSpPr txBox="1"/>
          <p:nvPr>
            <p:ph idx="3" type="title"/>
          </p:nvPr>
        </p:nvSpPr>
        <p:spPr>
          <a:xfrm>
            <a:off x="3487200" y="1525325"/>
            <a:ext cx="2169600" cy="3813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0" name="Google Shape;310;p32"/>
          <p:cNvSpPr txBox="1"/>
          <p:nvPr>
            <p:ph idx="4" type="subTitle"/>
          </p:nvPr>
        </p:nvSpPr>
        <p:spPr>
          <a:xfrm>
            <a:off x="3487200" y="1895925"/>
            <a:ext cx="2169600" cy="69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11" name="Google Shape;311;p32"/>
          <p:cNvSpPr txBox="1"/>
          <p:nvPr>
            <p:ph idx="5" type="title"/>
          </p:nvPr>
        </p:nvSpPr>
        <p:spPr>
          <a:xfrm>
            <a:off x="6064900" y="1525325"/>
            <a:ext cx="2169600" cy="3813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2" name="Google Shape;312;p32"/>
          <p:cNvSpPr txBox="1"/>
          <p:nvPr>
            <p:ph idx="6" type="subTitle"/>
          </p:nvPr>
        </p:nvSpPr>
        <p:spPr>
          <a:xfrm>
            <a:off x="6064900" y="1895925"/>
            <a:ext cx="2169600" cy="69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13" name="Google Shape;313;p32"/>
          <p:cNvSpPr txBox="1"/>
          <p:nvPr>
            <p:ph idx="7" type="title"/>
          </p:nvPr>
        </p:nvSpPr>
        <p:spPr>
          <a:xfrm>
            <a:off x="2198450" y="3023347"/>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4" name="Google Shape;314;p32"/>
          <p:cNvSpPr txBox="1"/>
          <p:nvPr>
            <p:ph idx="8" type="subTitle"/>
          </p:nvPr>
        </p:nvSpPr>
        <p:spPr>
          <a:xfrm>
            <a:off x="2198450" y="3397695"/>
            <a:ext cx="2169600" cy="697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15" name="Google Shape;315;p32"/>
          <p:cNvSpPr txBox="1"/>
          <p:nvPr>
            <p:ph idx="9" type="title"/>
          </p:nvPr>
        </p:nvSpPr>
        <p:spPr>
          <a:xfrm>
            <a:off x="4776150" y="3023347"/>
            <a:ext cx="2169600" cy="449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6" name="Google Shape;316;p32"/>
          <p:cNvSpPr txBox="1"/>
          <p:nvPr>
            <p:ph idx="13" type="subTitle"/>
          </p:nvPr>
        </p:nvSpPr>
        <p:spPr>
          <a:xfrm>
            <a:off x="4776151" y="3397695"/>
            <a:ext cx="2169600" cy="69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317" name="Google Shape;317;p32"/>
          <p:cNvPicPr preferRelativeResize="0"/>
          <p:nvPr/>
        </p:nvPicPr>
        <p:blipFill rotWithShape="1">
          <a:blip r:embed="rId2">
            <a:alphaModFix/>
          </a:blip>
          <a:srcRect b="0" l="0" r="0" t="0"/>
          <a:stretch/>
        </p:blipFill>
        <p:spPr>
          <a:xfrm rot="6199968">
            <a:off x="-234025" y="3712198"/>
            <a:ext cx="1858776" cy="1800008"/>
          </a:xfrm>
          <a:prstGeom prst="rect">
            <a:avLst/>
          </a:prstGeom>
          <a:noFill/>
          <a:ln>
            <a:noFill/>
          </a:ln>
        </p:spPr>
      </p:pic>
      <p:pic>
        <p:nvPicPr>
          <p:cNvPr id="318" name="Google Shape;318;p32"/>
          <p:cNvPicPr preferRelativeResize="0"/>
          <p:nvPr/>
        </p:nvPicPr>
        <p:blipFill rotWithShape="1">
          <a:blip r:embed="rId3">
            <a:alphaModFix/>
          </a:blip>
          <a:srcRect b="0" l="0" r="0" t="0"/>
          <a:stretch/>
        </p:blipFill>
        <p:spPr>
          <a:xfrm rot="-7811237">
            <a:off x="-1300104" y="3696376"/>
            <a:ext cx="3782333" cy="2711845"/>
          </a:xfrm>
          <a:prstGeom prst="rect">
            <a:avLst/>
          </a:prstGeom>
          <a:noFill/>
          <a:ln>
            <a:noFill/>
          </a:ln>
        </p:spPr>
      </p:pic>
      <p:pic>
        <p:nvPicPr>
          <p:cNvPr id="319" name="Google Shape;319;p32"/>
          <p:cNvPicPr preferRelativeResize="0"/>
          <p:nvPr/>
        </p:nvPicPr>
        <p:blipFill rotWithShape="1">
          <a:blip r:embed="rId2">
            <a:alphaModFix/>
          </a:blip>
          <a:srcRect b="0" l="0" r="0" t="0"/>
          <a:stretch/>
        </p:blipFill>
        <p:spPr>
          <a:xfrm flipH="1" rot="-6199968">
            <a:off x="7533836" y="3712198"/>
            <a:ext cx="1858776" cy="1800008"/>
          </a:xfrm>
          <a:prstGeom prst="rect">
            <a:avLst/>
          </a:prstGeom>
          <a:noFill/>
          <a:ln>
            <a:noFill/>
          </a:ln>
        </p:spPr>
      </p:pic>
      <p:pic>
        <p:nvPicPr>
          <p:cNvPr id="320" name="Google Shape;320;p32"/>
          <p:cNvPicPr preferRelativeResize="0"/>
          <p:nvPr/>
        </p:nvPicPr>
        <p:blipFill rotWithShape="1">
          <a:blip r:embed="rId3">
            <a:alphaModFix/>
          </a:blip>
          <a:srcRect b="0" l="0" r="0" t="0"/>
          <a:stretch/>
        </p:blipFill>
        <p:spPr>
          <a:xfrm flipH="1" rot="7811237">
            <a:off x="6676359" y="3696376"/>
            <a:ext cx="3782333" cy="2711845"/>
          </a:xfrm>
          <a:prstGeom prst="rect">
            <a:avLst/>
          </a:prstGeom>
          <a:noFill/>
          <a:ln>
            <a:noFill/>
          </a:ln>
        </p:spPr>
      </p:pic>
      <p:pic>
        <p:nvPicPr>
          <p:cNvPr id="321" name="Google Shape;321;p32"/>
          <p:cNvPicPr preferRelativeResize="0"/>
          <p:nvPr/>
        </p:nvPicPr>
        <p:blipFill rotWithShape="1">
          <a:blip r:embed="rId4">
            <a:alphaModFix/>
          </a:blip>
          <a:srcRect b="0" l="0" r="0" t="0"/>
          <a:stretch/>
        </p:blipFill>
        <p:spPr>
          <a:xfrm flipH="1" rot="10800000">
            <a:off x="7789500" y="-310000"/>
            <a:ext cx="1572000" cy="2036650"/>
          </a:xfrm>
          <a:prstGeom prst="rect">
            <a:avLst/>
          </a:prstGeom>
          <a:noFill/>
          <a:ln>
            <a:noFill/>
          </a:ln>
        </p:spPr>
      </p:pic>
      <p:pic>
        <p:nvPicPr>
          <p:cNvPr id="322" name="Google Shape;322;p32"/>
          <p:cNvPicPr preferRelativeResize="0"/>
          <p:nvPr/>
        </p:nvPicPr>
        <p:blipFill rotWithShape="1">
          <a:blip r:embed="rId5">
            <a:alphaModFix/>
          </a:blip>
          <a:srcRect b="0" l="0" r="0" t="0"/>
          <a:stretch/>
        </p:blipFill>
        <p:spPr>
          <a:xfrm rot="-8859426">
            <a:off x="-497012" y="-346111"/>
            <a:ext cx="2569104" cy="1474162"/>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15">
    <p:spTree>
      <p:nvGrpSpPr>
        <p:cNvPr id="323" name="Shape 323"/>
        <p:cNvGrpSpPr/>
        <p:nvPr/>
      </p:nvGrpSpPr>
      <p:grpSpPr>
        <a:xfrm>
          <a:off x="0" y="0"/>
          <a:ext cx="0" cy="0"/>
          <a:chOff x="0" y="0"/>
          <a:chExt cx="0" cy="0"/>
        </a:xfrm>
      </p:grpSpPr>
      <p:sp>
        <p:nvSpPr>
          <p:cNvPr id="324" name="Google Shape;324;p33"/>
          <p:cNvSpPr txBox="1"/>
          <p:nvPr>
            <p:ph type="title"/>
          </p:nvPr>
        </p:nvSpPr>
        <p:spPr>
          <a:xfrm>
            <a:off x="4984225" y="768100"/>
            <a:ext cx="3446400" cy="11274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25" name="Google Shape;325;p33"/>
          <p:cNvPicPr preferRelativeResize="0"/>
          <p:nvPr/>
        </p:nvPicPr>
        <p:blipFill rotWithShape="1">
          <a:blip r:embed="rId2">
            <a:alphaModFix/>
          </a:blip>
          <a:srcRect b="0" l="0" r="0" t="0"/>
          <a:stretch/>
        </p:blipFill>
        <p:spPr>
          <a:xfrm flipH="1" rot="-10505536">
            <a:off x="6663982" y="1615757"/>
            <a:ext cx="2309973" cy="1325469"/>
          </a:xfrm>
          <a:prstGeom prst="rect">
            <a:avLst/>
          </a:prstGeom>
          <a:noFill/>
          <a:ln>
            <a:noFill/>
          </a:ln>
        </p:spPr>
      </p:pic>
      <p:pic>
        <p:nvPicPr>
          <p:cNvPr id="326" name="Google Shape;326;p33"/>
          <p:cNvPicPr preferRelativeResize="0"/>
          <p:nvPr/>
        </p:nvPicPr>
        <p:blipFill rotWithShape="1">
          <a:blip r:embed="rId3">
            <a:alphaModFix/>
          </a:blip>
          <a:srcRect b="0" l="0" r="0" t="0"/>
          <a:stretch/>
        </p:blipFill>
        <p:spPr>
          <a:xfrm flipH="1" rot="-2231359">
            <a:off x="4793010" y="2004157"/>
            <a:ext cx="1655192" cy="1602859"/>
          </a:xfrm>
          <a:prstGeom prst="rect">
            <a:avLst/>
          </a:prstGeom>
          <a:noFill/>
          <a:ln>
            <a:noFill/>
          </a:ln>
        </p:spPr>
      </p:pic>
      <p:pic>
        <p:nvPicPr>
          <p:cNvPr id="327" name="Google Shape;327;p33"/>
          <p:cNvPicPr preferRelativeResize="0"/>
          <p:nvPr/>
        </p:nvPicPr>
        <p:blipFill rotWithShape="1">
          <a:blip r:embed="rId4">
            <a:alphaModFix/>
          </a:blip>
          <a:srcRect b="0" l="0" r="0" t="0"/>
          <a:stretch/>
        </p:blipFill>
        <p:spPr>
          <a:xfrm flipH="1" rot="-3830222">
            <a:off x="5663599" y="1070997"/>
            <a:ext cx="1733750" cy="3947449"/>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16">
    <p:spTree>
      <p:nvGrpSpPr>
        <p:cNvPr id="328" name="Shape 328"/>
        <p:cNvGrpSpPr/>
        <p:nvPr/>
      </p:nvGrpSpPr>
      <p:grpSpPr>
        <a:xfrm>
          <a:off x="0" y="0"/>
          <a:ext cx="0" cy="0"/>
          <a:chOff x="0" y="0"/>
          <a:chExt cx="0" cy="0"/>
        </a:xfrm>
      </p:grpSpPr>
      <p:sp>
        <p:nvSpPr>
          <p:cNvPr id="329" name="Google Shape;329;p34"/>
          <p:cNvSpPr txBox="1"/>
          <p:nvPr>
            <p:ph type="title"/>
          </p:nvPr>
        </p:nvSpPr>
        <p:spPr>
          <a:xfrm>
            <a:off x="909500" y="2823375"/>
            <a:ext cx="2169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0" name="Google Shape;330;p34"/>
          <p:cNvSpPr txBox="1"/>
          <p:nvPr>
            <p:ph idx="1" type="subTitle"/>
          </p:nvPr>
        </p:nvSpPr>
        <p:spPr>
          <a:xfrm>
            <a:off x="909500" y="3222500"/>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31" name="Google Shape;331;p34"/>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2" name="Google Shape;332;p34"/>
          <p:cNvSpPr txBox="1"/>
          <p:nvPr>
            <p:ph idx="3" type="title"/>
          </p:nvPr>
        </p:nvSpPr>
        <p:spPr>
          <a:xfrm>
            <a:off x="3487200" y="2823375"/>
            <a:ext cx="2169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3" name="Google Shape;333;p34"/>
          <p:cNvSpPr txBox="1"/>
          <p:nvPr>
            <p:ph idx="4" type="subTitle"/>
          </p:nvPr>
        </p:nvSpPr>
        <p:spPr>
          <a:xfrm>
            <a:off x="3487200" y="3222500"/>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34" name="Google Shape;334;p34"/>
          <p:cNvSpPr txBox="1"/>
          <p:nvPr>
            <p:ph idx="5" type="title"/>
          </p:nvPr>
        </p:nvSpPr>
        <p:spPr>
          <a:xfrm>
            <a:off x="6064900" y="2823375"/>
            <a:ext cx="2169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5" name="Google Shape;335;p34"/>
          <p:cNvSpPr txBox="1"/>
          <p:nvPr>
            <p:ph idx="6" type="subTitle"/>
          </p:nvPr>
        </p:nvSpPr>
        <p:spPr>
          <a:xfrm>
            <a:off x="6064900" y="3222500"/>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336" name="Google Shape;336;p34"/>
          <p:cNvPicPr preferRelativeResize="0"/>
          <p:nvPr/>
        </p:nvPicPr>
        <p:blipFill rotWithShape="1">
          <a:blip r:embed="rId2">
            <a:alphaModFix/>
          </a:blip>
          <a:srcRect b="0" l="0" r="0" t="0"/>
          <a:stretch/>
        </p:blipFill>
        <p:spPr>
          <a:xfrm rot="5400000">
            <a:off x="3365525" y="4494600"/>
            <a:ext cx="1393300" cy="1349250"/>
          </a:xfrm>
          <a:prstGeom prst="rect">
            <a:avLst/>
          </a:prstGeom>
          <a:noFill/>
          <a:ln>
            <a:noFill/>
          </a:ln>
        </p:spPr>
      </p:pic>
      <p:pic>
        <p:nvPicPr>
          <p:cNvPr id="337" name="Google Shape;337;p34"/>
          <p:cNvPicPr preferRelativeResize="0"/>
          <p:nvPr/>
        </p:nvPicPr>
        <p:blipFill>
          <a:blip r:embed="rId3">
            <a:alphaModFix/>
          </a:blip>
          <a:stretch>
            <a:fillRect/>
          </a:stretch>
        </p:blipFill>
        <p:spPr>
          <a:xfrm flipH="1" rot="5400000">
            <a:off x="-894996" y="3327325"/>
            <a:ext cx="1659025" cy="1532125"/>
          </a:xfrm>
          <a:prstGeom prst="rect">
            <a:avLst/>
          </a:prstGeom>
          <a:noFill/>
          <a:ln>
            <a:noFill/>
          </a:ln>
        </p:spPr>
      </p:pic>
      <p:pic>
        <p:nvPicPr>
          <p:cNvPr id="338" name="Google Shape;338;p34"/>
          <p:cNvPicPr preferRelativeResize="0"/>
          <p:nvPr/>
        </p:nvPicPr>
        <p:blipFill rotWithShape="1">
          <a:blip r:embed="rId4">
            <a:alphaModFix/>
          </a:blip>
          <a:srcRect b="0" l="0" r="0" t="0"/>
          <a:stretch/>
        </p:blipFill>
        <p:spPr>
          <a:xfrm flipH="1" rot="9355986">
            <a:off x="7885512" y="311450"/>
            <a:ext cx="1328784" cy="3223299"/>
          </a:xfrm>
          <a:prstGeom prst="rect">
            <a:avLst/>
          </a:prstGeom>
          <a:noFill/>
          <a:ln>
            <a:noFill/>
          </a:ln>
        </p:spPr>
      </p:pic>
      <p:pic>
        <p:nvPicPr>
          <p:cNvPr id="339" name="Google Shape;339;p34"/>
          <p:cNvPicPr preferRelativeResize="0"/>
          <p:nvPr/>
        </p:nvPicPr>
        <p:blipFill rotWithShape="1">
          <a:blip r:embed="rId5">
            <a:alphaModFix/>
          </a:blip>
          <a:srcRect b="0" l="0" r="0" t="0"/>
          <a:stretch/>
        </p:blipFill>
        <p:spPr>
          <a:xfrm rot="-5400008">
            <a:off x="-1988630" y="-2484802"/>
            <a:ext cx="2002458" cy="4559254"/>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8">
    <p:spTree>
      <p:nvGrpSpPr>
        <p:cNvPr id="340" name="Shape 340"/>
        <p:cNvGrpSpPr/>
        <p:nvPr/>
      </p:nvGrpSpPr>
      <p:grpSpPr>
        <a:xfrm>
          <a:off x="0" y="0"/>
          <a:ext cx="0" cy="0"/>
          <a:chOff x="0" y="0"/>
          <a:chExt cx="0" cy="0"/>
        </a:xfrm>
      </p:grpSpPr>
      <p:pic>
        <p:nvPicPr>
          <p:cNvPr id="341" name="Google Shape;341;p35"/>
          <p:cNvPicPr preferRelativeResize="0"/>
          <p:nvPr/>
        </p:nvPicPr>
        <p:blipFill rotWithShape="1">
          <a:blip r:embed="rId2">
            <a:alphaModFix/>
          </a:blip>
          <a:srcRect b="0" l="0" r="0" t="0"/>
          <a:stretch/>
        </p:blipFill>
        <p:spPr>
          <a:xfrm rot="3883291">
            <a:off x="6949222" y="2701194"/>
            <a:ext cx="2569104" cy="1474162"/>
          </a:xfrm>
          <a:prstGeom prst="rect">
            <a:avLst/>
          </a:prstGeom>
          <a:noFill/>
          <a:ln>
            <a:noFill/>
          </a:ln>
        </p:spPr>
      </p:pic>
      <p:pic>
        <p:nvPicPr>
          <p:cNvPr id="342" name="Google Shape;342;p35"/>
          <p:cNvPicPr preferRelativeResize="0"/>
          <p:nvPr/>
        </p:nvPicPr>
        <p:blipFill rotWithShape="1">
          <a:blip r:embed="rId3">
            <a:alphaModFix/>
          </a:blip>
          <a:srcRect b="0" l="0" r="0" t="0"/>
          <a:stretch/>
        </p:blipFill>
        <p:spPr>
          <a:xfrm>
            <a:off x="8070088" y="823967"/>
            <a:ext cx="1840875" cy="1782665"/>
          </a:xfrm>
          <a:prstGeom prst="rect">
            <a:avLst/>
          </a:prstGeom>
          <a:noFill/>
          <a:ln>
            <a:noFill/>
          </a:ln>
        </p:spPr>
      </p:pic>
      <p:pic>
        <p:nvPicPr>
          <p:cNvPr id="343" name="Google Shape;343;p35"/>
          <p:cNvPicPr preferRelativeResize="0"/>
          <p:nvPr/>
        </p:nvPicPr>
        <p:blipFill rotWithShape="1">
          <a:blip r:embed="rId4">
            <a:alphaModFix/>
          </a:blip>
          <a:srcRect b="0" l="0" r="0" t="0"/>
          <a:stretch/>
        </p:blipFill>
        <p:spPr>
          <a:xfrm rot="-1639246">
            <a:off x="8218900" y="3060775"/>
            <a:ext cx="1733751" cy="3947450"/>
          </a:xfrm>
          <a:prstGeom prst="rect">
            <a:avLst/>
          </a:prstGeom>
          <a:noFill/>
          <a:ln>
            <a:noFill/>
          </a:ln>
        </p:spPr>
      </p:pic>
      <p:pic>
        <p:nvPicPr>
          <p:cNvPr id="344" name="Google Shape;344;p35"/>
          <p:cNvPicPr preferRelativeResize="0"/>
          <p:nvPr/>
        </p:nvPicPr>
        <p:blipFill rotWithShape="1">
          <a:blip r:embed="rId3">
            <a:alphaModFix/>
          </a:blip>
          <a:srcRect b="0" l="0" r="0" t="0"/>
          <a:stretch/>
        </p:blipFill>
        <p:spPr>
          <a:xfrm rot="5400000">
            <a:off x="5587037" y="3103483"/>
            <a:ext cx="1947425" cy="1885850"/>
          </a:xfrm>
          <a:prstGeom prst="rect">
            <a:avLst/>
          </a:prstGeom>
          <a:noFill/>
          <a:ln>
            <a:noFill/>
          </a:ln>
        </p:spPr>
      </p:pic>
      <p:pic>
        <p:nvPicPr>
          <p:cNvPr id="345" name="Google Shape;345;p35"/>
          <p:cNvPicPr preferRelativeResize="0"/>
          <p:nvPr/>
        </p:nvPicPr>
        <p:blipFill rotWithShape="1">
          <a:blip r:embed="rId5">
            <a:alphaModFix/>
          </a:blip>
          <a:srcRect b="0" l="0" r="0" t="0"/>
          <a:stretch/>
        </p:blipFill>
        <p:spPr>
          <a:xfrm rot="10800000">
            <a:off x="5850653" y="-815900"/>
            <a:ext cx="2927674" cy="2271225"/>
          </a:xfrm>
          <a:prstGeom prst="rect">
            <a:avLst/>
          </a:prstGeom>
          <a:noFill/>
          <a:ln>
            <a:noFill/>
          </a:ln>
        </p:spPr>
      </p:pic>
      <p:pic>
        <p:nvPicPr>
          <p:cNvPr id="346" name="Google Shape;346;p35"/>
          <p:cNvPicPr preferRelativeResize="0"/>
          <p:nvPr/>
        </p:nvPicPr>
        <p:blipFill>
          <a:blip r:embed="rId6">
            <a:alphaModFix/>
          </a:blip>
          <a:stretch>
            <a:fillRect/>
          </a:stretch>
        </p:blipFill>
        <p:spPr>
          <a:xfrm rot="7597377">
            <a:off x="5367339" y="1429880"/>
            <a:ext cx="2386824" cy="4381382"/>
          </a:xfrm>
          <a:prstGeom prst="rect">
            <a:avLst/>
          </a:prstGeom>
          <a:noFill/>
          <a:ln>
            <a:noFill/>
          </a:ln>
        </p:spPr>
      </p:pic>
      <p:sp>
        <p:nvSpPr>
          <p:cNvPr id="347" name="Google Shape;347;p35"/>
          <p:cNvSpPr txBox="1"/>
          <p:nvPr>
            <p:ph hasCustomPrompt="1" type="title"/>
          </p:nvPr>
        </p:nvSpPr>
        <p:spPr>
          <a:xfrm>
            <a:off x="713225" y="1581200"/>
            <a:ext cx="4437000" cy="1406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12000"/>
              <a:buNone/>
              <a:defRPr sz="9600"/>
            </a:lvl1pPr>
            <a:lvl2pPr lvl="1" rtl="0" algn="l">
              <a:spcBef>
                <a:spcPts val="0"/>
              </a:spcBef>
              <a:spcAft>
                <a:spcPts val="0"/>
              </a:spcAft>
              <a:buSzPts val="12000"/>
              <a:buNone/>
              <a:defRPr sz="12000"/>
            </a:lvl2pPr>
            <a:lvl3pPr lvl="2" rtl="0" algn="l">
              <a:spcBef>
                <a:spcPts val="0"/>
              </a:spcBef>
              <a:spcAft>
                <a:spcPts val="0"/>
              </a:spcAft>
              <a:buSzPts val="12000"/>
              <a:buNone/>
              <a:defRPr sz="12000"/>
            </a:lvl3pPr>
            <a:lvl4pPr lvl="3" rtl="0" algn="l">
              <a:spcBef>
                <a:spcPts val="0"/>
              </a:spcBef>
              <a:spcAft>
                <a:spcPts val="0"/>
              </a:spcAft>
              <a:buSzPts val="12000"/>
              <a:buNone/>
              <a:defRPr sz="12000"/>
            </a:lvl4pPr>
            <a:lvl5pPr lvl="4" rtl="0" algn="l">
              <a:spcBef>
                <a:spcPts val="0"/>
              </a:spcBef>
              <a:spcAft>
                <a:spcPts val="0"/>
              </a:spcAft>
              <a:buSzPts val="12000"/>
              <a:buNone/>
              <a:defRPr sz="12000"/>
            </a:lvl5pPr>
            <a:lvl6pPr lvl="5" rtl="0" algn="l">
              <a:spcBef>
                <a:spcPts val="0"/>
              </a:spcBef>
              <a:spcAft>
                <a:spcPts val="0"/>
              </a:spcAft>
              <a:buSzPts val="12000"/>
              <a:buNone/>
              <a:defRPr sz="12000"/>
            </a:lvl6pPr>
            <a:lvl7pPr lvl="6" rtl="0" algn="l">
              <a:spcBef>
                <a:spcPts val="0"/>
              </a:spcBef>
              <a:spcAft>
                <a:spcPts val="0"/>
              </a:spcAft>
              <a:buSzPts val="12000"/>
              <a:buNone/>
              <a:defRPr sz="12000"/>
            </a:lvl7pPr>
            <a:lvl8pPr lvl="7" rtl="0" algn="l">
              <a:spcBef>
                <a:spcPts val="0"/>
              </a:spcBef>
              <a:spcAft>
                <a:spcPts val="0"/>
              </a:spcAft>
              <a:buSzPts val="12000"/>
              <a:buNone/>
              <a:defRPr sz="12000"/>
            </a:lvl8pPr>
            <a:lvl9pPr lvl="8" rtl="0" algn="l">
              <a:spcBef>
                <a:spcPts val="0"/>
              </a:spcBef>
              <a:spcAft>
                <a:spcPts val="0"/>
              </a:spcAft>
              <a:buSzPts val="12000"/>
              <a:buNone/>
              <a:defRPr sz="12000"/>
            </a:lvl9pPr>
          </a:lstStyle>
          <a:p>
            <a:r>
              <a:t>xx%</a:t>
            </a:r>
          </a:p>
        </p:txBody>
      </p:sp>
      <p:sp>
        <p:nvSpPr>
          <p:cNvPr id="348" name="Google Shape;348;p35"/>
          <p:cNvSpPr txBox="1"/>
          <p:nvPr>
            <p:ph idx="1" type="body"/>
          </p:nvPr>
        </p:nvSpPr>
        <p:spPr>
          <a:xfrm>
            <a:off x="713225" y="3072700"/>
            <a:ext cx="4437000" cy="4896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pic>
        <p:nvPicPr>
          <p:cNvPr id="349" name="Google Shape;349;p35"/>
          <p:cNvPicPr preferRelativeResize="0"/>
          <p:nvPr/>
        </p:nvPicPr>
        <p:blipFill rotWithShape="1">
          <a:blip r:embed="rId4">
            <a:alphaModFix/>
          </a:blip>
          <a:srcRect b="0" l="0" r="0" t="0"/>
          <a:stretch/>
        </p:blipFill>
        <p:spPr>
          <a:xfrm rot="-2894983">
            <a:off x="5600400" y="-717375"/>
            <a:ext cx="1733751" cy="39474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9">
    <p:spTree>
      <p:nvGrpSpPr>
        <p:cNvPr id="350" name="Shape 350"/>
        <p:cNvGrpSpPr/>
        <p:nvPr/>
      </p:nvGrpSpPr>
      <p:grpSpPr>
        <a:xfrm>
          <a:off x="0" y="0"/>
          <a:ext cx="0" cy="0"/>
          <a:chOff x="0" y="0"/>
          <a:chExt cx="0" cy="0"/>
        </a:xfrm>
      </p:grpSpPr>
      <p:sp>
        <p:nvSpPr>
          <p:cNvPr id="351" name="Google Shape;351;p36"/>
          <p:cNvSpPr txBox="1"/>
          <p:nvPr>
            <p:ph type="title"/>
          </p:nvPr>
        </p:nvSpPr>
        <p:spPr>
          <a:xfrm>
            <a:off x="2548800" y="2057313"/>
            <a:ext cx="4046400" cy="6018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52" name="Google Shape;352;p36"/>
          <p:cNvSpPr txBox="1"/>
          <p:nvPr>
            <p:ph idx="1" type="body"/>
          </p:nvPr>
        </p:nvSpPr>
        <p:spPr>
          <a:xfrm>
            <a:off x="2548800" y="2718094"/>
            <a:ext cx="4046400" cy="1434900"/>
          </a:xfrm>
          <a:prstGeom prst="rect">
            <a:avLst/>
          </a:prstGeom>
        </p:spPr>
        <p:txBody>
          <a:bodyPr anchorCtr="0" anchor="t" bIns="91425" lIns="91425" spcFirstLastPara="1" rIns="91425" wrap="square" tIns="91425">
            <a:noAutofit/>
          </a:bodyPr>
          <a:lstStyle>
            <a:lvl1pPr indent="-304800" lvl="0" marL="457200" rtl="0" algn="ctr">
              <a:spcBef>
                <a:spcPts val="0"/>
              </a:spcBef>
              <a:spcAft>
                <a:spcPts val="0"/>
              </a:spcAft>
              <a:buSzPts val="1200"/>
              <a:buChar char="●"/>
              <a:defRPr/>
            </a:lvl1pPr>
            <a:lvl2pPr indent="-304800" lvl="1" marL="914400" rtl="0" algn="ctr">
              <a:spcBef>
                <a:spcPts val="0"/>
              </a:spcBef>
              <a:spcAft>
                <a:spcPts val="0"/>
              </a:spcAft>
              <a:buSzPts val="1200"/>
              <a:buChar char="○"/>
              <a:defRPr sz="1200"/>
            </a:lvl2pPr>
            <a:lvl3pPr indent="-304800" lvl="2" marL="1371600" rtl="0" algn="ctr">
              <a:spcBef>
                <a:spcPts val="0"/>
              </a:spcBef>
              <a:spcAft>
                <a:spcPts val="0"/>
              </a:spcAft>
              <a:buSzPts val="1200"/>
              <a:buChar char="■"/>
              <a:defRPr sz="1200"/>
            </a:lvl3pPr>
            <a:lvl4pPr indent="-304800" lvl="3" marL="1828800" rtl="0" algn="ctr">
              <a:spcBef>
                <a:spcPts val="0"/>
              </a:spcBef>
              <a:spcAft>
                <a:spcPts val="0"/>
              </a:spcAft>
              <a:buSzPts val="1200"/>
              <a:buChar char="●"/>
              <a:defRPr sz="1200"/>
            </a:lvl4pPr>
            <a:lvl5pPr indent="-304800" lvl="4" marL="2286000" rtl="0" algn="ctr">
              <a:spcBef>
                <a:spcPts val="0"/>
              </a:spcBef>
              <a:spcAft>
                <a:spcPts val="0"/>
              </a:spcAft>
              <a:buSzPts val="1200"/>
              <a:buChar char="○"/>
              <a:defRPr sz="1200"/>
            </a:lvl5pPr>
            <a:lvl6pPr indent="-304800" lvl="5" marL="2743200" rtl="0" algn="ctr">
              <a:spcBef>
                <a:spcPts val="0"/>
              </a:spcBef>
              <a:spcAft>
                <a:spcPts val="0"/>
              </a:spcAft>
              <a:buSzPts val="1200"/>
              <a:buChar char="■"/>
              <a:defRPr sz="1200"/>
            </a:lvl6pPr>
            <a:lvl7pPr indent="-304800" lvl="6" marL="3200400" rtl="0" algn="ctr">
              <a:spcBef>
                <a:spcPts val="0"/>
              </a:spcBef>
              <a:spcAft>
                <a:spcPts val="0"/>
              </a:spcAft>
              <a:buSzPts val="1200"/>
              <a:buChar char="●"/>
              <a:defRPr sz="1200"/>
            </a:lvl7pPr>
            <a:lvl8pPr indent="-304800" lvl="7" marL="3657600" rtl="0" algn="ctr">
              <a:spcBef>
                <a:spcPts val="0"/>
              </a:spcBef>
              <a:spcAft>
                <a:spcPts val="0"/>
              </a:spcAft>
              <a:buSzPts val="1200"/>
              <a:buChar char="○"/>
              <a:defRPr sz="1200"/>
            </a:lvl8pPr>
            <a:lvl9pPr indent="-304800" lvl="8" marL="4114800" rtl="0" algn="ctr">
              <a:spcBef>
                <a:spcPts val="0"/>
              </a:spcBef>
              <a:spcAft>
                <a:spcPts val="0"/>
              </a:spcAft>
              <a:buSzPts val="1200"/>
              <a:buChar char="■"/>
              <a:defRPr sz="1200"/>
            </a:lvl9pPr>
          </a:lstStyle>
          <a:p/>
        </p:txBody>
      </p:sp>
      <p:pic>
        <p:nvPicPr>
          <p:cNvPr id="353" name="Google Shape;353;p36"/>
          <p:cNvPicPr preferRelativeResize="0"/>
          <p:nvPr/>
        </p:nvPicPr>
        <p:blipFill rotWithShape="1">
          <a:blip r:embed="rId2">
            <a:alphaModFix/>
          </a:blip>
          <a:srcRect b="0" l="0" r="0" t="0"/>
          <a:stretch/>
        </p:blipFill>
        <p:spPr>
          <a:xfrm rot="5400000">
            <a:off x="7175112" y="3103483"/>
            <a:ext cx="1947425" cy="1885850"/>
          </a:xfrm>
          <a:prstGeom prst="rect">
            <a:avLst/>
          </a:prstGeom>
          <a:noFill/>
          <a:ln>
            <a:noFill/>
          </a:ln>
        </p:spPr>
      </p:pic>
      <p:pic>
        <p:nvPicPr>
          <p:cNvPr id="354" name="Google Shape;354;p36"/>
          <p:cNvPicPr preferRelativeResize="0"/>
          <p:nvPr/>
        </p:nvPicPr>
        <p:blipFill rotWithShape="1">
          <a:blip r:embed="rId3">
            <a:alphaModFix/>
          </a:blip>
          <a:srcRect b="0" l="0" r="0" t="0"/>
          <a:stretch/>
        </p:blipFill>
        <p:spPr>
          <a:xfrm rot="10800000">
            <a:off x="7438728" y="-815900"/>
            <a:ext cx="2927674" cy="2271225"/>
          </a:xfrm>
          <a:prstGeom prst="rect">
            <a:avLst/>
          </a:prstGeom>
          <a:noFill/>
          <a:ln>
            <a:noFill/>
          </a:ln>
        </p:spPr>
      </p:pic>
      <p:pic>
        <p:nvPicPr>
          <p:cNvPr id="355" name="Google Shape;355;p36"/>
          <p:cNvPicPr preferRelativeResize="0"/>
          <p:nvPr/>
        </p:nvPicPr>
        <p:blipFill>
          <a:blip r:embed="rId4">
            <a:alphaModFix/>
          </a:blip>
          <a:stretch>
            <a:fillRect/>
          </a:stretch>
        </p:blipFill>
        <p:spPr>
          <a:xfrm rot="7597377">
            <a:off x="6955414" y="1429880"/>
            <a:ext cx="2386824" cy="4381382"/>
          </a:xfrm>
          <a:prstGeom prst="rect">
            <a:avLst/>
          </a:prstGeom>
          <a:noFill/>
          <a:ln>
            <a:noFill/>
          </a:ln>
        </p:spPr>
      </p:pic>
      <p:pic>
        <p:nvPicPr>
          <p:cNvPr id="356" name="Google Shape;356;p36"/>
          <p:cNvPicPr preferRelativeResize="0"/>
          <p:nvPr/>
        </p:nvPicPr>
        <p:blipFill rotWithShape="1">
          <a:blip r:embed="rId5">
            <a:alphaModFix/>
          </a:blip>
          <a:srcRect b="0" l="0" r="0" t="0"/>
          <a:stretch/>
        </p:blipFill>
        <p:spPr>
          <a:xfrm rot="-2894983">
            <a:off x="7188475" y="-717375"/>
            <a:ext cx="1733751" cy="3947450"/>
          </a:xfrm>
          <a:prstGeom prst="rect">
            <a:avLst/>
          </a:prstGeom>
          <a:noFill/>
          <a:ln>
            <a:noFill/>
          </a:ln>
        </p:spPr>
      </p:pic>
      <p:pic>
        <p:nvPicPr>
          <p:cNvPr id="357" name="Google Shape;357;p36"/>
          <p:cNvPicPr preferRelativeResize="0"/>
          <p:nvPr/>
        </p:nvPicPr>
        <p:blipFill rotWithShape="1">
          <a:blip r:embed="rId6">
            <a:alphaModFix/>
          </a:blip>
          <a:srcRect b="0" l="0" r="0" t="0"/>
          <a:stretch/>
        </p:blipFill>
        <p:spPr>
          <a:xfrm rot="3883291">
            <a:off x="208672" y="2630594"/>
            <a:ext cx="2569104" cy="1474162"/>
          </a:xfrm>
          <a:prstGeom prst="rect">
            <a:avLst/>
          </a:prstGeom>
          <a:noFill/>
          <a:ln>
            <a:noFill/>
          </a:ln>
        </p:spPr>
      </p:pic>
      <p:pic>
        <p:nvPicPr>
          <p:cNvPr id="358" name="Google Shape;358;p36"/>
          <p:cNvPicPr preferRelativeResize="0"/>
          <p:nvPr/>
        </p:nvPicPr>
        <p:blipFill rotWithShape="1">
          <a:blip r:embed="rId2">
            <a:alphaModFix/>
          </a:blip>
          <a:srcRect b="0" l="0" r="0" t="0"/>
          <a:stretch/>
        </p:blipFill>
        <p:spPr>
          <a:xfrm rot="5400000">
            <a:off x="-1153513" y="3032883"/>
            <a:ext cx="1947425" cy="1885850"/>
          </a:xfrm>
          <a:prstGeom prst="rect">
            <a:avLst/>
          </a:prstGeom>
          <a:noFill/>
          <a:ln>
            <a:noFill/>
          </a:ln>
        </p:spPr>
      </p:pic>
      <p:pic>
        <p:nvPicPr>
          <p:cNvPr id="359" name="Google Shape;359;p36"/>
          <p:cNvPicPr preferRelativeResize="0"/>
          <p:nvPr/>
        </p:nvPicPr>
        <p:blipFill rotWithShape="1">
          <a:blip r:embed="rId3">
            <a:alphaModFix/>
          </a:blip>
          <a:srcRect b="0" l="0" r="0" t="0"/>
          <a:stretch/>
        </p:blipFill>
        <p:spPr>
          <a:xfrm rot="10800000">
            <a:off x="-889897" y="-886500"/>
            <a:ext cx="2927674" cy="2271225"/>
          </a:xfrm>
          <a:prstGeom prst="rect">
            <a:avLst/>
          </a:prstGeom>
          <a:noFill/>
          <a:ln>
            <a:noFill/>
          </a:ln>
        </p:spPr>
      </p:pic>
      <p:pic>
        <p:nvPicPr>
          <p:cNvPr id="360" name="Google Shape;360;p36"/>
          <p:cNvPicPr preferRelativeResize="0"/>
          <p:nvPr/>
        </p:nvPicPr>
        <p:blipFill>
          <a:blip r:embed="rId4">
            <a:alphaModFix/>
          </a:blip>
          <a:stretch>
            <a:fillRect/>
          </a:stretch>
        </p:blipFill>
        <p:spPr>
          <a:xfrm rot="7597377">
            <a:off x="-1373211" y="1359280"/>
            <a:ext cx="2386824" cy="4381382"/>
          </a:xfrm>
          <a:prstGeom prst="rect">
            <a:avLst/>
          </a:prstGeom>
          <a:noFill/>
          <a:ln>
            <a:noFill/>
          </a:ln>
        </p:spPr>
      </p:pic>
      <p:pic>
        <p:nvPicPr>
          <p:cNvPr id="361" name="Google Shape;361;p36"/>
          <p:cNvPicPr preferRelativeResize="0"/>
          <p:nvPr/>
        </p:nvPicPr>
        <p:blipFill rotWithShape="1">
          <a:blip r:embed="rId5">
            <a:alphaModFix/>
          </a:blip>
          <a:srcRect b="0" l="0" r="0" t="0"/>
          <a:stretch/>
        </p:blipFill>
        <p:spPr>
          <a:xfrm rot="-2894983">
            <a:off x="-1140150" y="-787975"/>
            <a:ext cx="1733751" cy="39474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_1_1">
    <p:spTree>
      <p:nvGrpSpPr>
        <p:cNvPr id="362" name="Shape 362"/>
        <p:cNvGrpSpPr/>
        <p:nvPr/>
      </p:nvGrpSpPr>
      <p:grpSpPr>
        <a:xfrm>
          <a:off x="0" y="0"/>
          <a:ext cx="0" cy="0"/>
          <a:chOff x="0" y="0"/>
          <a:chExt cx="0" cy="0"/>
        </a:xfrm>
      </p:grpSpPr>
      <p:sp>
        <p:nvSpPr>
          <p:cNvPr id="363" name="Google Shape;363;p37"/>
          <p:cNvSpPr txBox="1"/>
          <p:nvPr>
            <p:ph type="title"/>
          </p:nvPr>
        </p:nvSpPr>
        <p:spPr>
          <a:xfrm>
            <a:off x="796825" y="1794475"/>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64" name="Google Shape;364;p37"/>
          <p:cNvSpPr txBox="1"/>
          <p:nvPr>
            <p:ph idx="1" type="subTitle"/>
          </p:nvPr>
        </p:nvSpPr>
        <p:spPr>
          <a:xfrm>
            <a:off x="796825" y="2162984"/>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5" name="Google Shape;365;p37"/>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6" name="Google Shape;366;p37"/>
          <p:cNvSpPr txBox="1"/>
          <p:nvPr>
            <p:ph idx="3" type="title"/>
          </p:nvPr>
        </p:nvSpPr>
        <p:spPr>
          <a:xfrm>
            <a:off x="3374525" y="1794475"/>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67" name="Google Shape;367;p37"/>
          <p:cNvSpPr txBox="1"/>
          <p:nvPr>
            <p:ph idx="4" type="subTitle"/>
          </p:nvPr>
        </p:nvSpPr>
        <p:spPr>
          <a:xfrm>
            <a:off x="3374525" y="2162984"/>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68" name="Google Shape;368;p37"/>
          <p:cNvSpPr txBox="1"/>
          <p:nvPr>
            <p:ph idx="5" type="title"/>
          </p:nvPr>
        </p:nvSpPr>
        <p:spPr>
          <a:xfrm>
            <a:off x="796825" y="3472591"/>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69" name="Google Shape;369;p37"/>
          <p:cNvSpPr txBox="1"/>
          <p:nvPr>
            <p:ph idx="6" type="subTitle"/>
          </p:nvPr>
        </p:nvSpPr>
        <p:spPr>
          <a:xfrm>
            <a:off x="796825" y="3841100"/>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0" name="Google Shape;370;p37"/>
          <p:cNvSpPr txBox="1"/>
          <p:nvPr>
            <p:ph idx="7" type="title"/>
          </p:nvPr>
        </p:nvSpPr>
        <p:spPr>
          <a:xfrm>
            <a:off x="3374525" y="3472591"/>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71" name="Google Shape;371;p37"/>
          <p:cNvSpPr txBox="1"/>
          <p:nvPr>
            <p:ph idx="8" type="subTitle"/>
          </p:nvPr>
        </p:nvSpPr>
        <p:spPr>
          <a:xfrm>
            <a:off x="3374525" y="3841100"/>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2" name="Google Shape;372;p37"/>
          <p:cNvSpPr txBox="1"/>
          <p:nvPr>
            <p:ph idx="9" type="title"/>
          </p:nvPr>
        </p:nvSpPr>
        <p:spPr>
          <a:xfrm>
            <a:off x="5952150" y="1794475"/>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73" name="Google Shape;373;p37"/>
          <p:cNvSpPr txBox="1"/>
          <p:nvPr>
            <p:ph idx="13" type="subTitle"/>
          </p:nvPr>
        </p:nvSpPr>
        <p:spPr>
          <a:xfrm>
            <a:off x="5952150" y="2162984"/>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74" name="Google Shape;374;p37"/>
          <p:cNvSpPr txBox="1"/>
          <p:nvPr>
            <p:ph idx="14" type="title"/>
          </p:nvPr>
        </p:nvSpPr>
        <p:spPr>
          <a:xfrm>
            <a:off x="5952150" y="3472591"/>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75" name="Google Shape;375;p37"/>
          <p:cNvSpPr txBox="1"/>
          <p:nvPr>
            <p:ph idx="15" type="subTitle"/>
          </p:nvPr>
        </p:nvSpPr>
        <p:spPr>
          <a:xfrm>
            <a:off x="5952150" y="3841100"/>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376" name="Google Shape;376;p37"/>
          <p:cNvPicPr preferRelativeResize="0"/>
          <p:nvPr/>
        </p:nvPicPr>
        <p:blipFill rotWithShape="1">
          <a:blip r:embed="rId2">
            <a:alphaModFix/>
          </a:blip>
          <a:srcRect b="0" l="0" r="0" t="0"/>
          <a:stretch/>
        </p:blipFill>
        <p:spPr>
          <a:xfrm rot="-10059469">
            <a:off x="-250407" y="191408"/>
            <a:ext cx="1320763" cy="3203783"/>
          </a:xfrm>
          <a:prstGeom prst="rect">
            <a:avLst/>
          </a:prstGeom>
          <a:noFill/>
          <a:ln>
            <a:noFill/>
          </a:ln>
        </p:spPr>
      </p:pic>
      <p:pic>
        <p:nvPicPr>
          <p:cNvPr id="377" name="Google Shape;377;p37"/>
          <p:cNvPicPr preferRelativeResize="0"/>
          <p:nvPr/>
        </p:nvPicPr>
        <p:blipFill rotWithShape="1">
          <a:blip r:embed="rId3">
            <a:alphaModFix/>
          </a:blip>
          <a:srcRect b="0" l="0" r="0" t="0"/>
          <a:stretch/>
        </p:blipFill>
        <p:spPr>
          <a:xfrm flipH="1" rot="5400000">
            <a:off x="-327025" y="-99117"/>
            <a:ext cx="1179500" cy="1528135"/>
          </a:xfrm>
          <a:prstGeom prst="rect">
            <a:avLst/>
          </a:prstGeom>
          <a:noFill/>
          <a:ln>
            <a:noFill/>
          </a:ln>
        </p:spPr>
      </p:pic>
      <p:pic>
        <p:nvPicPr>
          <p:cNvPr id="378" name="Google Shape;378;p37"/>
          <p:cNvPicPr preferRelativeResize="0"/>
          <p:nvPr/>
        </p:nvPicPr>
        <p:blipFill rotWithShape="1">
          <a:blip r:embed="rId4">
            <a:alphaModFix/>
          </a:blip>
          <a:srcRect b="0" l="0" r="0" t="0"/>
          <a:stretch/>
        </p:blipFill>
        <p:spPr>
          <a:xfrm rot="-3">
            <a:off x="7978008" y="2558906"/>
            <a:ext cx="1796434" cy="4090188"/>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
    <p:spTree>
      <p:nvGrpSpPr>
        <p:cNvPr id="379" name="Shape 379"/>
        <p:cNvGrpSpPr/>
        <p:nvPr/>
      </p:nvGrpSpPr>
      <p:grpSpPr>
        <a:xfrm>
          <a:off x="0" y="0"/>
          <a:ext cx="0" cy="0"/>
          <a:chOff x="0" y="0"/>
          <a:chExt cx="0" cy="0"/>
        </a:xfrm>
      </p:grpSpPr>
      <p:sp>
        <p:nvSpPr>
          <p:cNvPr id="380" name="Google Shape;380;p38"/>
          <p:cNvSpPr txBox="1"/>
          <p:nvPr>
            <p:ph idx="1" type="subTitle"/>
          </p:nvPr>
        </p:nvSpPr>
        <p:spPr>
          <a:xfrm>
            <a:off x="2640050" y="2283675"/>
            <a:ext cx="3863700" cy="1388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81" name="Google Shape;381;p38"/>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2" name="Google Shape;382;p38"/>
          <p:cNvPicPr preferRelativeResize="0"/>
          <p:nvPr/>
        </p:nvPicPr>
        <p:blipFill rotWithShape="1">
          <a:blip r:embed="rId2">
            <a:alphaModFix/>
          </a:blip>
          <a:srcRect b="0" l="0" r="0" t="0"/>
          <a:stretch/>
        </p:blipFill>
        <p:spPr>
          <a:xfrm flipH="1" rot="-3883295">
            <a:off x="183142" y="3147922"/>
            <a:ext cx="2309974" cy="1325469"/>
          </a:xfrm>
          <a:prstGeom prst="rect">
            <a:avLst/>
          </a:prstGeom>
          <a:noFill/>
          <a:ln>
            <a:noFill/>
          </a:ln>
        </p:spPr>
      </p:pic>
      <p:pic>
        <p:nvPicPr>
          <p:cNvPr id="383" name="Google Shape;383;p38"/>
          <p:cNvPicPr preferRelativeResize="0"/>
          <p:nvPr/>
        </p:nvPicPr>
        <p:blipFill rotWithShape="1">
          <a:blip r:embed="rId3">
            <a:alphaModFix/>
          </a:blip>
          <a:srcRect b="0" l="0" r="0" t="0"/>
          <a:stretch/>
        </p:blipFill>
        <p:spPr>
          <a:xfrm flipH="1">
            <a:off x="83624" y="1801283"/>
            <a:ext cx="1655192" cy="1602859"/>
          </a:xfrm>
          <a:prstGeom prst="rect">
            <a:avLst/>
          </a:prstGeom>
          <a:noFill/>
          <a:ln>
            <a:noFill/>
          </a:ln>
        </p:spPr>
      </p:pic>
      <p:pic>
        <p:nvPicPr>
          <p:cNvPr id="384" name="Google Shape;384;p38"/>
          <p:cNvPicPr preferRelativeResize="0"/>
          <p:nvPr/>
        </p:nvPicPr>
        <p:blipFill rotWithShape="1">
          <a:blip r:embed="rId4">
            <a:alphaModFix/>
          </a:blip>
          <a:srcRect b="0" l="0" r="0" t="0"/>
          <a:stretch/>
        </p:blipFill>
        <p:spPr>
          <a:xfrm flipH="1" rot="1639246">
            <a:off x="-112326" y="-148575"/>
            <a:ext cx="1733751" cy="3947450"/>
          </a:xfrm>
          <a:prstGeom prst="rect">
            <a:avLst/>
          </a:prstGeom>
          <a:noFill/>
          <a:ln>
            <a:noFill/>
          </a:ln>
        </p:spPr>
      </p:pic>
      <p:pic>
        <p:nvPicPr>
          <p:cNvPr id="385" name="Google Shape;385;p38"/>
          <p:cNvPicPr preferRelativeResize="0"/>
          <p:nvPr/>
        </p:nvPicPr>
        <p:blipFill>
          <a:blip r:embed="rId5">
            <a:alphaModFix/>
          </a:blip>
          <a:stretch>
            <a:fillRect/>
          </a:stretch>
        </p:blipFill>
        <p:spPr>
          <a:xfrm flipH="1" rot="6057767">
            <a:off x="7202025" y="1933876"/>
            <a:ext cx="1840875" cy="1700025"/>
          </a:xfrm>
          <a:prstGeom prst="rect">
            <a:avLst/>
          </a:prstGeom>
          <a:noFill/>
          <a:ln>
            <a:noFill/>
          </a:ln>
        </p:spPr>
      </p:pic>
      <p:pic>
        <p:nvPicPr>
          <p:cNvPr id="386" name="Google Shape;386;p38"/>
          <p:cNvPicPr preferRelativeResize="0"/>
          <p:nvPr/>
        </p:nvPicPr>
        <p:blipFill>
          <a:blip r:embed="rId6">
            <a:alphaModFix/>
          </a:blip>
          <a:stretch>
            <a:fillRect/>
          </a:stretch>
        </p:blipFill>
        <p:spPr>
          <a:xfrm>
            <a:off x="6602325" y="1217667"/>
            <a:ext cx="2386824" cy="4381382"/>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
    <p:spTree>
      <p:nvGrpSpPr>
        <p:cNvPr id="387" name="Shape 387"/>
        <p:cNvGrpSpPr/>
        <p:nvPr/>
      </p:nvGrpSpPr>
      <p:grpSpPr>
        <a:xfrm>
          <a:off x="0" y="0"/>
          <a:ext cx="0" cy="0"/>
          <a:chOff x="0" y="0"/>
          <a:chExt cx="0" cy="0"/>
        </a:xfrm>
      </p:grpSpPr>
      <p:sp>
        <p:nvSpPr>
          <p:cNvPr id="388" name="Google Shape;388;p39"/>
          <p:cNvSpPr txBox="1"/>
          <p:nvPr>
            <p:ph idx="1" type="subTitle"/>
          </p:nvPr>
        </p:nvSpPr>
        <p:spPr>
          <a:xfrm>
            <a:off x="1729425" y="1735225"/>
            <a:ext cx="5685000" cy="286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Char char="●"/>
              <a:defRPr/>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389" name="Google Shape;389;p39"/>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0" name="Google Shape;390;p39"/>
          <p:cNvPicPr preferRelativeResize="0"/>
          <p:nvPr/>
        </p:nvPicPr>
        <p:blipFill rotWithShape="1">
          <a:blip r:embed="rId2">
            <a:alphaModFix/>
          </a:blip>
          <a:srcRect b="0" l="0" r="0" t="0"/>
          <a:stretch/>
        </p:blipFill>
        <p:spPr>
          <a:xfrm rot="9160750">
            <a:off x="7533060" y="-626757"/>
            <a:ext cx="2002458" cy="4559255"/>
          </a:xfrm>
          <a:prstGeom prst="rect">
            <a:avLst/>
          </a:prstGeom>
          <a:noFill/>
          <a:ln>
            <a:noFill/>
          </a:ln>
        </p:spPr>
      </p:pic>
      <p:pic>
        <p:nvPicPr>
          <p:cNvPr id="391" name="Google Shape;391;p39"/>
          <p:cNvPicPr preferRelativeResize="0"/>
          <p:nvPr/>
        </p:nvPicPr>
        <p:blipFill rotWithShape="1">
          <a:blip r:embed="rId3">
            <a:alphaModFix/>
          </a:blip>
          <a:srcRect b="0" l="0" r="0" t="0"/>
          <a:stretch/>
        </p:blipFill>
        <p:spPr>
          <a:xfrm rot="-8859426">
            <a:off x="-1146437" y="1931239"/>
            <a:ext cx="2569104" cy="1474162"/>
          </a:xfrm>
          <a:prstGeom prst="rect">
            <a:avLst/>
          </a:prstGeom>
          <a:noFill/>
          <a:ln>
            <a:noFill/>
          </a:ln>
        </p:spPr>
      </p:pic>
      <p:pic>
        <p:nvPicPr>
          <p:cNvPr id="392" name="Google Shape;392;p39"/>
          <p:cNvPicPr preferRelativeResize="0"/>
          <p:nvPr/>
        </p:nvPicPr>
        <p:blipFill rotWithShape="1">
          <a:blip r:embed="rId4">
            <a:alphaModFix/>
          </a:blip>
          <a:srcRect b="0" l="0" r="0" t="0"/>
          <a:stretch/>
        </p:blipFill>
        <p:spPr>
          <a:xfrm rot="-5400000">
            <a:off x="31139" y="1469895"/>
            <a:ext cx="1393300" cy="1349250"/>
          </a:xfrm>
          <a:prstGeom prst="rect">
            <a:avLst/>
          </a:prstGeom>
          <a:noFill/>
          <a:ln>
            <a:noFill/>
          </a:ln>
        </p:spPr>
      </p:pic>
      <p:pic>
        <p:nvPicPr>
          <p:cNvPr id="393" name="Google Shape;393;p39"/>
          <p:cNvPicPr preferRelativeResize="0"/>
          <p:nvPr/>
        </p:nvPicPr>
        <p:blipFill rotWithShape="1">
          <a:blip r:embed="rId5">
            <a:alphaModFix/>
          </a:blip>
          <a:srcRect b="0" l="0" r="0" t="0"/>
          <a:stretch/>
        </p:blipFill>
        <p:spPr>
          <a:xfrm rot="-5400000">
            <a:off x="-1511861" y="3483875"/>
            <a:ext cx="4008350" cy="2873900"/>
          </a:xfrm>
          <a:prstGeom prst="rect">
            <a:avLst/>
          </a:prstGeom>
          <a:noFill/>
          <a:ln>
            <a:noFill/>
          </a:ln>
        </p:spPr>
      </p:pic>
      <p:pic>
        <p:nvPicPr>
          <p:cNvPr id="394" name="Google Shape;394;p39"/>
          <p:cNvPicPr preferRelativeResize="0"/>
          <p:nvPr/>
        </p:nvPicPr>
        <p:blipFill rotWithShape="1">
          <a:blip r:embed="rId6">
            <a:alphaModFix/>
          </a:blip>
          <a:srcRect b="0" l="0" r="0" t="0"/>
          <a:stretch/>
        </p:blipFill>
        <p:spPr>
          <a:xfrm rot="10134819">
            <a:off x="8170864" y="1156945"/>
            <a:ext cx="1924050" cy="466725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1_1">
    <p:spTree>
      <p:nvGrpSpPr>
        <p:cNvPr id="395" name="Shape 395"/>
        <p:cNvGrpSpPr/>
        <p:nvPr/>
      </p:nvGrpSpPr>
      <p:grpSpPr>
        <a:xfrm>
          <a:off x="0" y="0"/>
          <a:ext cx="0" cy="0"/>
          <a:chOff x="0" y="0"/>
          <a:chExt cx="0" cy="0"/>
        </a:xfrm>
      </p:grpSpPr>
      <p:sp>
        <p:nvSpPr>
          <p:cNvPr id="396" name="Google Shape;396;p40"/>
          <p:cNvSpPr txBox="1"/>
          <p:nvPr>
            <p:ph idx="1" type="subTitle"/>
          </p:nvPr>
        </p:nvSpPr>
        <p:spPr>
          <a:xfrm>
            <a:off x="1275750" y="2296400"/>
            <a:ext cx="2906100" cy="1155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97" name="Google Shape;397;p40"/>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8" name="Google Shape;398;p40"/>
          <p:cNvPicPr preferRelativeResize="0"/>
          <p:nvPr/>
        </p:nvPicPr>
        <p:blipFill rotWithShape="1">
          <a:blip r:embed="rId2">
            <a:alphaModFix/>
          </a:blip>
          <a:srcRect b="0" l="0" r="0" t="0"/>
          <a:stretch/>
        </p:blipFill>
        <p:spPr>
          <a:xfrm flipH="1" rot="665182">
            <a:off x="7579958" y="1446998"/>
            <a:ext cx="1492285" cy="3619903"/>
          </a:xfrm>
          <a:prstGeom prst="rect">
            <a:avLst/>
          </a:prstGeom>
          <a:noFill/>
          <a:ln>
            <a:noFill/>
          </a:ln>
        </p:spPr>
      </p:pic>
      <p:pic>
        <p:nvPicPr>
          <p:cNvPr id="399" name="Google Shape;399;p40"/>
          <p:cNvPicPr preferRelativeResize="0"/>
          <p:nvPr/>
        </p:nvPicPr>
        <p:blipFill rotWithShape="1">
          <a:blip r:embed="rId3">
            <a:alphaModFix/>
          </a:blip>
          <a:srcRect b="0" l="0" r="0" t="0"/>
          <a:stretch/>
        </p:blipFill>
        <p:spPr>
          <a:xfrm rot="358732">
            <a:off x="-796229" y="377347"/>
            <a:ext cx="2002458" cy="4559257"/>
          </a:xfrm>
          <a:prstGeom prst="rect">
            <a:avLst/>
          </a:prstGeom>
          <a:noFill/>
          <a:ln>
            <a:noFill/>
          </a:ln>
        </p:spPr>
      </p:pic>
      <p:pic>
        <p:nvPicPr>
          <p:cNvPr id="400" name="Google Shape;400;p40"/>
          <p:cNvPicPr preferRelativeResize="0"/>
          <p:nvPr/>
        </p:nvPicPr>
        <p:blipFill>
          <a:blip r:embed="rId4">
            <a:alphaModFix/>
          </a:blip>
          <a:stretch>
            <a:fillRect/>
          </a:stretch>
        </p:blipFill>
        <p:spPr>
          <a:xfrm>
            <a:off x="7491801" y="222617"/>
            <a:ext cx="2386824" cy="4381382"/>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
    <p:spTree>
      <p:nvGrpSpPr>
        <p:cNvPr id="401" name="Shape 401"/>
        <p:cNvGrpSpPr/>
        <p:nvPr/>
      </p:nvGrpSpPr>
      <p:grpSpPr>
        <a:xfrm>
          <a:off x="0" y="0"/>
          <a:ext cx="0" cy="0"/>
          <a:chOff x="0" y="0"/>
          <a:chExt cx="0" cy="0"/>
        </a:xfrm>
      </p:grpSpPr>
      <p:sp>
        <p:nvSpPr>
          <p:cNvPr id="402" name="Google Shape;402;p41"/>
          <p:cNvSpPr txBox="1"/>
          <p:nvPr>
            <p:ph hasCustomPrompt="1" type="title"/>
          </p:nvPr>
        </p:nvSpPr>
        <p:spPr>
          <a:xfrm>
            <a:off x="2519813" y="730000"/>
            <a:ext cx="44445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03" name="Google Shape;403;p41"/>
          <p:cNvSpPr txBox="1"/>
          <p:nvPr>
            <p:ph idx="1" type="subTitle"/>
          </p:nvPr>
        </p:nvSpPr>
        <p:spPr>
          <a:xfrm>
            <a:off x="2519813" y="1291600"/>
            <a:ext cx="4444500" cy="45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solidFill>
                  <a:srgbClr val="242424"/>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04" name="Google Shape;404;p41"/>
          <p:cNvSpPr txBox="1"/>
          <p:nvPr>
            <p:ph hasCustomPrompt="1" idx="2" type="title"/>
          </p:nvPr>
        </p:nvSpPr>
        <p:spPr>
          <a:xfrm>
            <a:off x="2519813" y="2062050"/>
            <a:ext cx="44445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05" name="Google Shape;405;p41"/>
          <p:cNvSpPr txBox="1"/>
          <p:nvPr>
            <p:ph idx="3" type="subTitle"/>
          </p:nvPr>
        </p:nvSpPr>
        <p:spPr>
          <a:xfrm>
            <a:off x="2519813" y="2623650"/>
            <a:ext cx="4444500" cy="45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solidFill>
                  <a:srgbClr val="242424"/>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06" name="Google Shape;406;p41"/>
          <p:cNvSpPr txBox="1"/>
          <p:nvPr>
            <p:ph hasCustomPrompt="1" idx="4" type="title"/>
          </p:nvPr>
        </p:nvSpPr>
        <p:spPr>
          <a:xfrm>
            <a:off x="2519813" y="3394100"/>
            <a:ext cx="44445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07" name="Google Shape;407;p41"/>
          <p:cNvSpPr txBox="1"/>
          <p:nvPr>
            <p:ph idx="5" type="subTitle"/>
          </p:nvPr>
        </p:nvSpPr>
        <p:spPr>
          <a:xfrm>
            <a:off x="2349863" y="3955700"/>
            <a:ext cx="4784400" cy="45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solidFill>
                  <a:srgbClr val="242424"/>
                </a:solidFill>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408" name="Google Shape;408;p41"/>
          <p:cNvPicPr preferRelativeResize="0"/>
          <p:nvPr/>
        </p:nvPicPr>
        <p:blipFill rotWithShape="1">
          <a:blip r:embed="rId2">
            <a:alphaModFix/>
          </a:blip>
          <a:srcRect b="0" l="0" r="0" t="0"/>
          <a:stretch/>
        </p:blipFill>
        <p:spPr>
          <a:xfrm flipH="1" rot="-2700007">
            <a:off x="25048" y="82573"/>
            <a:ext cx="1572004" cy="3813303"/>
          </a:xfrm>
          <a:prstGeom prst="rect">
            <a:avLst/>
          </a:prstGeom>
          <a:noFill/>
          <a:ln>
            <a:noFill/>
          </a:ln>
        </p:spPr>
      </p:pic>
      <p:pic>
        <p:nvPicPr>
          <p:cNvPr id="409" name="Google Shape;409;p41"/>
          <p:cNvPicPr preferRelativeResize="0"/>
          <p:nvPr/>
        </p:nvPicPr>
        <p:blipFill rotWithShape="1">
          <a:blip r:embed="rId3">
            <a:alphaModFix/>
          </a:blip>
          <a:srcRect b="0" l="0" r="0" t="0"/>
          <a:stretch/>
        </p:blipFill>
        <p:spPr>
          <a:xfrm rot="4778591">
            <a:off x="-1087250" y="975950"/>
            <a:ext cx="3084300" cy="2211400"/>
          </a:xfrm>
          <a:prstGeom prst="rect">
            <a:avLst/>
          </a:prstGeom>
          <a:noFill/>
          <a:ln>
            <a:noFill/>
          </a:ln>
        </p:spPr>
      </p:pic>
      <p:pic>
        <p:nvPicPr>
          <p:cNvPr id="410" name="Google Shape;410;p41"/>
          <p:cNvPicPr preferRelativeResize="0"/>
          <p:nvPr/>
        </p:nvPicPr>
        <p:blipFill rotWithShape="1">
          <a:blip r:embed="rId4">
            <a:alphaModFix/>
          </a:blip>
          <a:srcRect b="0" l="0" r="0" t="0"/>
          <a:stretch/>
        </p:blipFill>
        <p:spPr>
          <a:xfrm rot="10800000">
            <a:off x="6969861" y="3334438"/>
            <a:ext cx="2372929" cy="1840875"/>
          </a:xfrm>
          <a:prstGeom prst="rect">
            <a:avLst/>
          </a:prstGeom>
          <a:noFill/>
          <a:ln>
            <a:noFill/>
          </a:ln>
        </p:spPr>
      </p:pic>
      <p:pic>
        <p:nvPicPr>
          <p:cNvPr id="411" name="Google Shape;411;p41"/>
          <p:cNvPicPr preferRelativeResize="0"/>
          <p:nvPr/>
        </p:nvPicPr>
        <p:blipFill rotWithShape="1">
          <a:blip r:embed="rId5">
            <a:alphaModFix/>
          </a:blip>
          <a:srcRect b="0" l="0" r="0" t="0"/>
          <a:stretch/>
        </p:blipFill>
        <p:spPr>
          <a:xfrm rot="5400000">
            <a:off x="7302250" y="2628225"/>
            <a:ext cx="1393300" cy="1349250"/>
          </a:xfrm>
          <a:prstGeom prst="rect">
            <a:avLst/>
          </a:prstGeom>
          <a:noFill/>
          <a:ln>
            <a:noFill/>
          </a:ln>
        </p:spPr>
      </p:pic>
      <p:pic>
        <p:nvPicPr>
          <p:cNvPr id="412" name="Google Shape;412;p41"/>
          <p:cNvPicPr preferRelativeResize="0"/>
          <p:nvPr/>
        </p:nvPicPr>
        <p:blipFill rotWithShape="1">
          <a:blip r:embed="rId6">
            <a:alphaModFix/>
          </a:blip>
          <a:srcRect b="0" l="0" r="0" t="0"/>
          <a:stretch/>
        </p:blipFill>
        <p:spPr>
          <a:xfrm rot="-8">
            <a:off x="7340345" y="292123"/>
            <a:ext cx="2002458" cy="4559254"/>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2">
    <p:spTree>
      <p:nvGrpSpPr>
        <p:cNvPr id="413" name="Shape 413"/>
        <p:cNvGrpSpPr/>
        <p:nvPr/>
      </p:nvGrpSpPr>
      <p:grpSpPr>
        <a:xfrm>
          <a:off x="0" y="0"/>
          <a:ext cx="0" cy="0"/>
          <a:chOff x="0" y="0"/>
          <a:chExt cx="0" cy="0"/>
        </a:xfrm>
      </p:grpSpPr>
      <p:sp>
        <p:nvSpPr>
          <p:cNvPr id="414" name="Google Shape;414;p42"/>
          <p:cNvSpPr txBox="1"/>
          <p:nvPr>
            <p:ph type="title"/>
          </p:nvPr>
        </p:nvSpPr>
        <p:spPr>
          <a:xfrm>
            <a:off x="2085675" y="1468448"/>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415" name="Google Shape;415;p42"/>
          <p:cNvSpPr txBox="1"/>
          <p:nvPr>
            <p:ph idx="1" type="subTitle"/>
          </p:nvPr>
        </p:nvSpPr>
        <p:spPr>
          <a:xfrm>
            <a:off x="2085675" y="1836957"/>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16" name="Google Shape;416;p42"/>
          <p:cNvSpPr txBox="1"/>
          <p:nvPr>
            <p:ph idx="2" type="title"/>
          </p:nvPr>
        </p:nvSpPr>
        <p:spPr>
          <a:xfrm>
            <a:off x="4663375" y="1468448"/>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17" name="Google Shape;417;p42"/>
          <p:cNvSpPr txBox="1"/>
          <p:nvPr>
            <p:ph idx="3" type="subTitle"/>
          </p:nvPr>
        </p:nvSpPr>
        <p:spPr>
          <a:xfrm>
            <a:off x="4663375" y="1836957"/>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sp>
        <p:nvSpPr>
          <p:cNvPr id="418" name="Google Shape;418;p42"/>
          <p:cNvSpPr txBox="1"/>
          <p:nvPr>
            <p:ph idx="4" type="title"/>
          </p:nvPr>
        </p:nvSpPr>
        <p:spPr>
          <a:xfrm>
            <a:off x="2085675" y="3222764"/>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419" name="Google Shape;419;p42"/>
          <p:cNvSpPr txBox="1"/>
          <p:nvPr>
            <p:ph idx="5" type="subTitle"/>
          </p:nvPr>
        </p:nvSpPr>
        <p:spPr>
          <a:xfrm>
            <a:off x="2085675" y="3591273"/>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20" name="Google Shape;420;p42"/>
          <p:cNvSpPr txBox="1"/>
          <p:nvPr>
            <p:ph idx="6" type="title"/>
          </p:nvPr>
        </p:nvSpPr>
        <p:spPr>
          <a:xfrm>
            <a:off x="4663413" y="3236135"/>
            <a:ext cx="2394900" cy="488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21" name="Google Shape;421;p42"/>
          <p:cNvSpPr txBox="1"/>
          <p:nvPr>
            <p:ph idx="7" type="subTitle"/>
          </p:nvPr>
        </p:nvSpPr>
        <p:spPr>
          <a:xfrm>
            <a:off x="4663412" y="3604644"/>
            <a:ext cx="2394900" cy="63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lgn="r">
              <a:spcBef>
                <a:spcPts val="0"/>
              </a:spcBef>
              <a:spcAft>
                <a:spcPts val="0"/>
              </a:spcAft>
              <a:buSzPts val="1600"/>
              <a:buNone/>
              <a:defRPr/>
            </a:lvl2pPr>
            <a:lvl3pPr lvl="2" rtl="0" algn="r">
              <a:spcBef>
                <a:spcPts val="0"/>
              </a:spcBef>
              <a:spcAft>
                <a:spcPts val="0"/>
              </a:spcAft>
              <a:buSzPts val="1600"/>
              <a:buNone/>
              <a:defRPr/>
            </a:lvl3pPr>
            <a:lvl4pPr lvl="3" rtl="0" algn="r">
              <a:spcBef>
                <a:spcPts val="0"/>
              </a:spcBef>
              <a:spcAft>
                <a:spcPts val="0"/>
              </a:spcAft>
              <a:buSzPts val="1600"/>
              <a:buNone/>
              <a:defRPr/>
            </a:lvl4pPr>
            <a:lvl5pPr lvl="4" rtl="0" algn="r">
              <a:spcBef>
                <a:spcPts val="0"/>
              </a:spcBef>
              <a:spcAft>
                <a:spcPts val="0"/>
              </a:spcAft>
              <a:buSzPts val="1600"/>
              <a:buNone/>
              <a:defRPr/>
            </a:lvl5pPr>
            <a:lvl6pPr lvl="5" rtl="0" algn="r">
              <a:spcBef>
                <a:spcPts val="0"/>
              </a:spcBef>
              <a:spcAft>
                <a:spcPts val="0"/>
              </a:spcAft>
              <a:buSzPts val="1600"/>
              <a:buNone/>
              <a:defRPr/>
            </a:lvl6pPr>
            <a:lvl7pPr lvl="6" rtl="0" algn="r">
              <a:spcBef>
                <a:spcPts val="0"/>
              </a:spcBef>
              <a:spcAft>
                <a:spcPts val="0"/>
              </a:spcAft>
              <a:buSzPts val="1600"/>
              <a:buNone/>
              <a:defRPr/>
            </a:lvl7pPr>
            <a:lvl8pPr lvl="7" rtl="0" algn="r">
              <a:spcBef>
                <a:spcPts val="0"/>
              </a:spcBef>
              <a:spcAft>
                <a:spcPts val="0"/>
              </a:spcAft>
              <a:buSzPts val="1600"/>
              <a:buNone/>
              <a:defRPr/>
            </a:lvl8pPr>
            <a:lvl9pPr lvl="8" rtl="0" algn="r">
              <a:spcBef>
                <a:spcPts val="0"/>
              </a:spcBef>
              <a:spcAft>
                <a:spcPts val="0"/>
              </a:spcAft>
              <a:buSzPts val="1600"/>
              <a:buNone/>
              <a:defRPr/>
            </a:lvl9pPr>
          </a:lstStyle>
          <a:p/>
        </p:txBody>
      </p:sp>
      <p:pic>
        <p:nvPicPr>
          <p:cNvPr id="422" name="Google Shape;422;p42"/>
          <p:cNvPicPr preferRelativeResize="0"/>
          <p:nvPr/>
        </p:nvPicPr>
        <p:blipFill rotWithShape="1">
          <a:blip r:embed="rId2">
            <a:alphaModFix/>
          </a:blip>
          <a:srcRect b="0" l="0" r="0" t="0"/>
          <a:stretch/>
        </p:blipFill>
        <p:spPr>
          <a:xfrm rot="-10059469">
            <a:off x="-250407" y="191408"/>
            <a:ext cx="1320763" cy="3203783"/>
          </a:xfrm>
          <a:prstGeom prst="rect">
            <a:avLst/>
          </a:prstGeom>
          <a:noFill/>
          <a:ln>
            <a:noFill/>
          </a:ln>
        </p:spPr>
      </p:pic>
      <p:pic>
        <p:nvPicPr>
          <p:cNvPr id="423" name="Google Shape;423;p42"/>
          <p:cNvPicPr preferRelativeResize="0"/>
          <p:nvPr/>
        </p:nvPicPr>
        <p:blipFill rotWithShape="1">
          <a:blip r:embed="rId3">
            <a:alphaModFix/>
          </a:blip>
          <a:srcRect b="0" l="0" r="0" t="0"/>
          <a:stretch/>
        </p:blipFill>
        <p:spPr>
          <a:xfrm flipH="1" rot="5400000">
            <a:off x="-327025" y="-99117"/>
            <a:ext cx="1179500" cy="1528135"/>
          </a:xfrm>
          <a:prstGeom prst="rect">
            <a:avLst/>
          </a:prstGeom>
          <a:noFill/>
          <a:ln>
            <a:noFill/>
          </a:ln>
        </p:spPr>
      </p:pic>
      <p:sp>
        <p:nvSpPr>
          <p:cNvPr id="424" name="Google Shape;424;p42"/>
          <p:cNvSpPr txBox="1"/>
          <p:nvPr>
            <p:ph hasCustomPrompt="1" idx="8" type="title"/>
          </p:nvPr>
        </p:nvSpPr>
        <p:spPr>
          <a:xfrm>
            <a:off x="2085675" y="906461"/>
            <a:ext cx="23949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25" name="Google Shape;425;p42"/>
          <p:cNvSpPr txBox="1"/>
          <p:nvPr>
            <p:ph hasCustomPrompt="1" idx="9" type="title"/>
          </p:nvPr>
        </p:nvSpPr>
        <p:spPr>
          <a:xfrm>
            <a:off x="2085675" y="2673336"/>
            <a:ext cx="23949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26" name="Google Shape;426;p42"/>
          <p:cNvSpPr txBox="1"/>
          <p:nvPr>
            <p:ph hasCustomPrompt="1" idx="13" type="title"/>
          </p:nvPr>
        </p:nvSpPr>
        <p:spPr>
          <a:xfrm>
            <a:off x="4663425" y="906456"/>
            <a:ext cx="23949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427" name="Google Shape;427;p42"/>
          <p:cNvSpPr txBox="1"/>
          <p:nvPr>
            <p:ph hasCustomPrompt="1" idx="14" type="title"/>
          </p:nvPr>
        </p:nvSpPr>
        <p:spPr>
          <a:xfrm>
            <a:off x="4663338" y="2674556"/>
            <a:ext cx="2394900" cy="63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pic>
        <p:nvPicPr>
          <p:cNvPr id="428" name="Google Shape;428;p42"/>
          <p:cNvPicPr preferRelativeResize="0"/>
          <p:nvPr/>
        </p:nvPicPr>
        <p:blipFill rotWithShape="1">
          <a:blip r:embed="rId2">
            <a:alphaModFix/>
          </a:blip>
          <a:srcRect b="0" l="0" r="0" t="0"/>
          <a:stretch/>
        </p:blipFill>
        <p:spPr>
          <a:xfrm rot="740531">
            <a:off x="8074443" y="1777596"/>
            <a:ext cx="1320763" cy="3203783"/>
          </a:xfrm>
          <a:prstGeom prst="rect">
            <a:avLst/>
          </a:prstGeom>
          <a:noFill/>
          <a:ln>
            <a:noFill/>
          </a:ln>
        </p:spPr>
      </p:pic>
      <p:pic>
        <p:nvPicPr>
          <p:cNvPr id="429" name="Google Shape;429;p42"/>
          <p:cNvPicPr preferRelativeResize="0"/>
          <p:nvPr/>
        </p:nvPicPr>
        <p:blipFill rotWithShape="1">
          <a:blip r:embed="rId3">
            <a:alphaModFix/>
          </a:blip>
          <a:srcRect b="0" l="0" r="0" t="0"/>
          <a:stretch/>
        </p:blipFill>
        <p:spPr>
          <a:xfrm flipH="1" rot="-5400000">
            <a:off x="8292325" y="3743770"/>
            <a:ext cx="1179500" cy="152813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24">
    <p:spTree>
      <p:nvGrpSpPr>
        <p:cNvPr id="430" name="Shape 430"/>
        <p:cNvGrpSpPr/>
        <p:nvPr/>
      </p:nvGrpSpPr>
      <p:grpSpPr>
        <a:xfrm>
          <a:off x="0" y="0"/>
          <a:ext cx="0" cy="0"/>
          <a:chOff x="0" y="0"/>
          <a:chExt cx="0" cy="0"/>
        </a:xfrm>
      </p:grpSpPr>
      <p:sp>
        <p:nvSpPr>
          <p:cNvPr id="431" name="Google Shape;431;p43"/>
          <p:cNvSpPr txBox="1"/>
          <p:nvPr>
            <p:ph type="title"/>
          </p:nvPr>
        </p:nvSpPr>
        <p:spPr>
          <a:xfrm>
            <a:off x="887850" y="1523909"/>
            <a:ext cx="4046400" cy="601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32" name="Google Shape;432;p43"/>
          <p:cNvSpPr txBox="1"/>
          <p:nvPr>
            <p:ph idx="1" type="body"/>
          </p:nvPr>
        </p:nvSpPr>
        <p:spPr>
          <a:xfrm>
            <a:off x="887850" y="2184691"/>
            <a:ext cx="4046400" cy="143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433" name="Google Shape;433;p43"/>
          <p:cNvPicPr preferRelativeResize="0"/>
          <p:nvPr/>
        </p:nvPicPr>
        <p:blipFill rotWithShape="1">
          <a:blip r:embed="rId2">
            <a:alphaModFix/>
          </a:blip>
          <a:srcRect b="0" l="0" r="0" t="0"/>
          <a:stretch/>
        </p:blipFill>
        <p:spPr>
          <a:xfrm flipH="1" rot="-3883291">
            <a:off x="106049" y="-726581"/>
            <a:ext cx="2569104" cy="1474162"/>
          </a:xfrm>
          <a:prstGeom prst="rect">
            <a:avLst/>
          </a:prstGeom>
          <a:noFill/>
          <a:ln>
            <a:noFill/>
          </a:ln>
        </p:spPr>
      </p:pic>
      <p:pic>
        <p:nvPicPr>
          <p:cNvPr id="434" name="Google Shape;434;p43"/>
          <p:cNvPicPr preferRelativeResize="0"/>
          <p:nvPr/>
        </p:nvPicPr>
        <p:blipFill>
          <a:blip r:embed="rId3">
            <a:alphaModFix/>
          </a:blip>
          <a:stretch>
            <a:fillRect/>
          </a:stretch>
        </p:blipFill>
        <p:spPr>
          <a:xfrm flipH="1">
            <a:off x="1049275" y="3985688"/>
            <a:ext cx="1840875" cy="1700025"/>
          </a:xfrm>
          <a:prstGeom prst="rect">
            <a:avLst/>
          </a:prstGeom>
          <a:noFill/>
          <a:ln>
            <a:noFill/>
          </a:ln>
        </p:spPr>
      </p:pic>
      <p:pic>
        <p:nvPicPr>
          <p:cNvPr id="435" name="Google Shape;435;p43"/>
          <p:cNvPicPr preferRelativeResize="0"/>
          <p:nvPr/>
        </p:nvPicPr>
        <p:blipFill rotWithShape="1">
          <a:blip r:embed="rId4">
            <a:alphaModFix/>
          </a:blip>
          <a:srcRect b="0" l="0" r="0" t="0"/>
          <a:stretch/>
        </p:blipFill>
        <p:spPr>
          <a:xfrm flipH="1">
            <a:off x="7244838" y="-168258"/>
            <a:ext cx="1840875" cy="1782665"/>
          </a:xfrm>
          <a:prstGeom prst="rect">
            <a:avLst/>
          </a:prstGeom>
          <a:noFill/>
          <a:ln>
            <a:noFill/>
          </a:ln>
        </p:spPr>
      </p:pic>
      <p:pic>
        <p:nvPicPr>
          <p:cNvPr id="436" name="Google Shape;436;p43"/>
          <p:cNvPicPr preferRelativeResize="0"/>
          <p:nvPr/>
        </p:nvPicPr>
        <p:blipFill>
          <a:blip r:embed="rId5">
            <a:alphaModFix/>
          </a:blip>
          <a:stretch>
            <a:fillRect/>
          </a:stretch>
        </p:blipFill>
        <p:spPr>
          <a:xfrm flipH="1">
            <a:off x="7112250" y="-881358"/>
            <a:ext cx="2386824" cy="4381382"/>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CUSTOM_23">
    <p:spTree>
      <p:nvGrpSpPr>
        <p:cNvPr id="437" name="Shape 437"/>
        <p:cNvGrpSpPr/>
        <p:nvPr/>
      </p:nvGrpSpPr>
      <p:grpSpPr>
        <a:xfrm>
          <a:off x="0" y="0"/>
          <a:ext cx="0" cy="0"/>
          <a:chOff x="0" y="0"/>
          <a:chExt cx="0" cy="0"/>
        </a:xfrm>
      </p:grpSpPr>
      <p:sp>
        <p:nvSpPr>
          <p:cNvPr id="438" name="Google Shape;438;p44"/>
          <p:cNvSpPr txBox="1"/>
          <p:nvPr>
            <p:ph type="title"/>
          </p:nvPr>
        </p:nvSpPr>
        <p:spPr>
          <a:xfrm>
            <a:off x="1893550" y="31281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39" name="Google Shape;439;p44"/>
          <p:cNvSpPr txBox="1"/>
          <p:nvPr>
            <p:ph idx="1" type="subTitle"/>
          </p:nvPr>
        </p:nvSpPr>
        <p:spPr>
          <a:xfrm>
            <a:off x="1893550" y="34966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440" name="Google Shape;440;p44"/>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44"/>
          <p:cNvSpPr txBox="1"/>
          <p:nvPr>
            <p:ph idx="3" type="title"/>
          </p:nvPr>
        </p:nvSpPr>
        <p:spPr>
          <a:xfrm>
            <a:off x="5080850" y="3128175"/>
            <a:ext cx="216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42" name="Google Shape;442;p44"/>
          <p:cNvSpPr txBox="1"/>
          <p:nvPr>
            <p:ph idx="4" type="subTitle"/>
          </p:nvPr>
        </p:nvSpPr>
        <p:spPr>
          <a:xfrm>
            <a:off x="5080850" y="3496684"/>
            <a:ext cx="2169600" cy="67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pic>
        <p:nvPicPr>
          <p:cNvPr id="443" name="Google Shape;443;p44"/>
          <p:cNvPicPr preferRelativeResize="0"/>
          <p:nvPr/>
        </p:nvPicPr>
        <p:blipFill rotWithShape="1">
          <a:blip r:embed="rId2">
            <a:alphaModFix/>
          </a:blip>
          <a:srcRect b="0" l="0" r="0" t="0"/>
          <a:stretch/>
        </p:blipFill>
        <p:spPr>
          <a:xfrm rot="-9355986">
            <a:off x="8434933" y="2299925"/>
            <a:ext cx="1328784" cy="3223299"/>
          </a:xfrm>
          <a:prstGeom prst="rect">
            <a:avLst/>
          </a:prstGeom>
          <a:noFill/>
          <a:ln>
            <a:noFill/>
          </a:ln>
        </p:spPr>
      </p:pic>
      <p:pic>
        <p:nvPicPr>
          <p:cNvPr id="444" name="Google Shape;444;p44"/>
          <p:cNvPicPr preferRelativeResize="0"/>
          <p:nvPr/>
        </p:nvPicPr>
        <p:blipFill rotWithShape="1">
          <a:blip r:embed="rId3">
            <a:alphaModFix/>
          </a:blip>
          <a:srcRect b="0" l="0" r="0" t="0"/>
          <a:stretch/>
        </p:blipFill>
        <p:spPr>
          <a:xfrm rot="7580934">
            <a:off x="7823550" y="1887200"/>
            <a:ext cx="2835150" cy="2032750"/>
          </a:xfrm>
          <a:prstGeom prst="rect">
            <a:avLst/>
          </a:prstGeom>
          <a:noFill/>
          <a:ln>
            <a:noFill/>
          </a:ln>
        </p:spPr>
      </p:pic>
      <p:pic>
        <p:nvPicPr>
          <p:cNvPr id="445" name="Google Shape;445;p44"/>
          <p:cNvPicPr preferRelativeResize="0"/>
          <p:nvPr/>
        </p:nvPicPr>
        <p:blipFill rotWithShape="1">
          <a:blip r:embed="rId4">
            <a:alphaModFix/>
          </a:blip>
          <a:srcRect b="0" l="0" r="0" t="0"/>
          <a:stretch/>
        </p:blipFill>
        <p:spPr>
          <a:xfrm rot="-8859426">
            <a:off x="-1541312" y="2257614"/>
            <a:ext cx="2569104" cy="1474162"/>
          </a:xfrm>
          <a:prstGeom prst="rect">
            <a:avLst/>
          </a:prstGeom>
          <a:noFill/>
          <a:ln>
            <a:noFill/>
          </a:ln>
        </p:spPr>
      </p:pic>
      <p:pic>
        <p:nvPicPr>
          <p:cNvPr id="446" name="Google Shape;446;p44"/>
          <p:cNvPicPr preferRelativeResize="0"/>
          <p:nvPr/>
        </p:nvPicPr>
        <p:blipFill rotWithShape="1">
          <a:blip r:embed="rId5">
            <a:alphaModFix/>
          </a:blip>
          <a:srcRect b="0" l="0" r="0" t="0"/>
          <a:stretch/>
        </p:blipFill>
        <p:spPr>
          <a:xfrm rot="-5400000">
            <a:off x="-658061" y="1451270"/>
            <a:ext cx="1393300" cy="134925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26">
    <p:spTree>
      <p:nvGrpSpPr>
        <p:cNvPr id="447" name="Shape 447"/>
        <p:cNvGrpSpPr/>
        <p:nvPr/>
      </p:nvGrpSpPr>
      <p:grpSpPr>
        <a:xfrm>
          <a:off x="0" y="0"/>
          <a:ext cx="0" cy="0"/>
          <a:chOff x="0" y="0"/>
          <a:chExt cx="0" cy="0"/>
        </a:xfrm>
      </p:grpSpPr>
      <p:pic>
        <p:nvPicPr>
          <p:cNvPr id="448" name="Google Shape;448;p45"/>
          <p:cNvPicPr preferRelativeResize="0"/>
          <p:nvPr/>
        </p:nvPicPr>
        <p:blipFill rotWithShape="1">
          <a:blip r:embed="rId2">
            <a:alphaModFix/>
          </a:blip>
          <a:srcRect b="0" l="0" r="0" t="0"/>
          <a:stretch/>
        </p:blipFill>
        <p:spPr>
          <a:xfrm rot="3883291">
            <a:off x="6999497" y="-726581"/>
            <a:ext cx="2569104" cy="1474162"/>
          </a:xfrm>
          <a:prstGeom prst="rect">
            <a:avLst/>
          </a:prstGeom>
          <a:noFill/>
          <a:ln>
            <a:noFill/>
          </a:ln>
        </p:spPr>
      </p:pic>
      <p:pic>
        <p:nvPicPr>
          <p:cNvPr id="449" name="Google Shape;449;p45"/>
          <p:cNvPicPr preferRelativeResize="0"/>
          <p:nvPr/>
        </p:nvPicPr>
        <p:blipFill>
          <a:blip r:embed="rId3">
            <a:alphaModFix/>
          </a:blip>
          <a:stretch>
            <a:fillRect/>
          </a:stretch>
        </p:blipFill>
        <p:spPr>
          <a:xfrm>
            <a:off x="6784500" y="3985688"/>
            <a:ext cx="1840875" cy="1700025"/>
          </a:xfrm>
          <a:prstGeom prst="rect">
            <a:avLst/>
          </a:prstGeom>
          <a:noFill/>
          <a:ln>
            <a:noFill/>
          </a:ln>
        </p:spPr>
      </p:pic>
      <p:pic>
        <p:nvPicPr>
          <p:cNvPr id="450" name="Google Shape;450;p45"/>
          <p:cNvPicPr preferRelativeResize="0"/>
          <p:nvPr/>
        </p:nvPicPr>
        <p:blipFill rotWithShape="1">
          <a:blip r:embed="rId4">
            <a:alphaModFix/>
          </a:blip>
          <a:srcRect b="0" l="0" r="0" t="0"/>
          <a:stretch/>
        </p:blipFill>
        <p:spPr>
          <a:xfrm>
            <a:off x="588938" y="-168258"/>
            <a:ext cx="1840875" cy="1782665"/>
          </a:xfrm>
          <a:prstGeom prst="rect">
            <a:avLst/>
          </a:prstGeom>
          <a:noFill/>
          <a:ln>
            <a:noFill/>
          </a:ln>
        </p:spPr>
      </p:pic>
      <p:pic>
        <p:nvPicPr>
          <p:cNvPr id="451" name="Google Shape;451;p45"/>
          <p:cNvPicPr preferRelativeResize="0"/>
          <p:nvPr/>
        </p:nvPicPr>
        <p:blipFill>
          <a:blip r:embed="rId5">
            <a:alphaModFix/>
          </a:blip>
          <a:stretch>
            <a:fillRect/>
          </a:stretch>
        </p:blipFill>
        <p:spPr>
          <a:xfrm>
            <a:off x="175576" y="-881358"/>
            <a:ext cx="2386824" cy="4381382"/>
          </a:xfrm>
          <a:prstGeom prst="rect">
            <a:avLst/>
          </a:prstGeom>
          <a:noFill/>
          <a:ln>
            <a:noFill/>
          </a:ln>
        </p:spPr>
      </p:pic>
      <p:sp>
        <p:nvSpPr>
          <p:cNvPr id="452" name="Google Shape;452;p45"/>
          <p:cNvSpPr txBox="1"/>
          <p:nvPr>
            <p:ph type="title"/>
          </p:nvPr>
        </p:nvSpPr>
        <p:spPr>
          <a:xfrm>
            <a:off x="4935278" y="1448500"/>
            <a:ext cx="3310200" cy="601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53" name="Google Shape;453;p45"/>
          <p:cNvSpPr txBox="1"/>
          <p:nvPr>
            <p:ph idx="1" type="body"/>
          </p:nvPr>
        </p:nvSpPr>
        <p:spPr>
          <a:xfrm>
            <a:off x="4935278" y="2109278"/>
            <a:ext cx="3310200" cy="1434900"/>
          </a:xfrm>
          <a:prstGeom prst="rect">
            <a:avLst/>
          </a:prstGeom>
        </p:spPr>
        <p:txBody>
          <a:bodyPr anchorCtr="0" anchor="t" bIns="91425" lIns="91425" spcFirstLastPara="1" rIns="91425" wrap="square" tIns="91425">
            <a:noAutofit/>
          </a:bodyPr>
          <a:lstStyle>
            <a:lvl1pPr indent="-304800" lvl="0" marL="457200" rtl="0" algn="r">
              <a:spcBef>
                <a:spcPts val="0"/>
              </a:spcBef>
              <a:spcAft>
                <a:spcPts val="0"/>
              </a:spcAft>
              <a:buSzPts val="1200"/>
              <a:buChar char="●"/>
              <a:defRPr/>
            </a:lvl1pPr>
            <a:lvl2pPr indent="-304800" lvl="1" marL="914400" rtl="0" algn="r">
              <a:spcBef>
                <a:spcPts val="0"/>
              </a:spcBef>
              <a:spcAft>
                <a:spcPts val="0"/>
              </a:spcAft>
              <a:buSzPts val="1200"/>
              <a:buChar char="○"/>
              <a:defRPr sz="1200"/>
            </a:lvl2pPr>
            <a:lvl3pPr indent="-304800" lvl="2" marL="1371600" rtl="0" algn="r">
              <a:spcBef>
                <a:spcPts val="0"/>
              </a:spcBef>
              <a:spcAft>
                <a:spcPts val="0"/>
              </a:spcAft>
              <a:buSzPts val="1200"/>
              <a:buChar char="■"/>
              <a:defRPr sz="1200"/>
            </a:lvl3pPr>
            <a:lvl4pPr indent="-304800" lvl="3" marL="1828800" rtl="0" algn="r">
              <a:spcBef>
                <a:spcPts val="0"/>
              </a:spcBef>
              <a:spcAft>
                <a:spcPts val="0"/>
              </a:spcAft>
              <a:buSzPts val="1200"/>
              <a:buChar char="●"/>
              <a:defRPr sz="1200"/>
            </a:lvl4pPr>
            <a:lvl5pPr indent="-304800" lvl="4" marL="2286000" rtl="0" algn="r">
              <a:spcBef>
                <a:spcPts val="0"/>
              </a:spcBef>
              <a:spcAft>
                <a:spcPts val="0"/>
              </a:spcAft>
              <a:buSzPts val="1200"/>
              <a:buChar char="○"/>
              <a:defRPr sz="1200"/>
            </a:lvl5pPr>
            <a:lvl6pPr indent="-304800" lvl="5" marL="2743200" rtl="0" algn="r">
              <a:spcBef>
                <a:spcPts val="0"/>
              </a:spcBef>
              <a:spcAft>
                <a:spcPts val="0"/>
              </a:spcAft>
              <a:buSzPts val="1200"/>
              <a:buChar char="■"/>
              <a:defRPr sz="1200"/>
            </a:lvl6pPr>
            <a:lvl7pPr indent="-304800" lvl="6" marL="3200400" rtl="0" algn="r">
              <a:spcBef>
                <a:spcPts val="0"/>
              </a:spcBef>
              <a:spcAft>
                <a:spcPts val="0"/>
              </a:spcAft>
              <a:buSzPts val="1200"/>
              <a:buChar char="●"/>
              <a:defRPr sz="1200"/>
            </a:lvl7pPr>
            <a:lvl8pPr indent="-304800" lvl="7" marL="3657600" rtl="0" algn="r">
              <a:spcBef>
                <a:spcPts val="0"/>
              </a:spcBef>
              <a:spcAft>
                <a:spcPts val="0"/>
              </a:spcAft>
              <a:buSzPts val="1200"/>
              <a:buChar char="○"/>
              <a:defRPr sz="1200"/>
            </a:lvl8pPr>
            <a:lvl9pPr indent="-304800" lvl="8" marL="4114800" rtl="0" algn="r">
              <a:spcBef>
                <a:spcPts val="0"/>
              </a:spcBef>
              <a:spcAft>
                <a:spcPts val="0"/>
              </a:spcAft>
              <a:buSzPts val="1200"/>
              <a:buChar char="■"/>
              <a:defRPr sz="12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9">
  <p:cSld name="CUSTOM_25">
    <p:spTree>
      <p:nvGrpSpPr>
        <p:cNvPr id="454" name="Shape 454"/>
        <p:cNvGrpSpPr/>
        <p:nvPr/>
      </p:nvGrpSpPr>
      <p:grpSpPr>
        <a:xfrm>
          <a:off x="0" y="0"/>
          <a:ext cx="0" cy="0"/>
          <a:chOff x="0" y="0"/>
          <a:chExt cx="0" cy="0"/>
        </a:xfrm>
      </p:grpSpPr>
      <p:sp>
        <p:nvSpPr>
          <p:cNvPr id="455" name="Google Shape;455;p46"/>
          <p:cNvSpPr txBox="1"/>
          <p:nvPr>
            <p:ph type="title"/>
          </p:nvPr>
        </p:nvSpPr>
        <p:spPr>
          <a:xfrm>
            <a:off x="914927" y="1448500"/>
            <a:ext cx="3310200" cy="601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56" name="Google Shape;456;p46"/>
          <p:cNvSpPr txBox="1"/>
          <p:nvPr>
            <p:ph idx="1" type="body"/>
          </p:nvPr>
        </p:nvSpPr>
        <p:spPr>
          <a:xfrm>
            <a:off x="914927" y="2109278"/>
            <a:ext cx="3310200" cy="143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457" name="Google Shape;457;p46"/>
          <p:cNvPicPr preferRelativeResize="0"/>
          <p:nvPr/>
        </p:nvPicPr>
        <p:blipFill rotWithShape="1">
          <a:blip r:embed="rId2">
            <a:alphaModFix/>
          </a:blip>
          <a:srcRect b="0" l="0" r="0" t="0"/>
          <a:stretch/>
        </p:blipFill>
        <p:spPr>
          <a:xfrm rot="10678227">
            <a:off x="-632326" y="3866920"/>
            <a:ext cx="2569104" cy="1474162"/>
          </a:xfrm>
          <a:prstGeom prst="rect">
            <a:avLst/>
          </a:prstGeom>
          <a:noFill/>
          <a:ln>
            <a:noFill/>
          </a:ln>
        </p:spPr>
      </p:pic>
      <p:pic>
        <p:nvPicPr>
          <p:cNvPr id="458" name="Google Shape;458;p46"/>
          <p:cNvPicPr preferRelativeResize="0"/>
          <p:nvPr/>
        </p:nvPicPr>
        <p:blipFill>
          <a:blip r:embed="rId3">
            <a:alphaModFix/>
          </a:blip>
          <a:stretch>
            <a:fillRect/>
          </a:stretch>
        </p:blipFill>
        <p:spPr>
          <a:xfrm flipH="1">
            <a:off x="388525" y="-550950"/>
            <a:ext cx="1840875" cy="1700025"/>
          </a:xfrm>
          <a:prstGeom prst="rect">
            <a:avLst/>
          </a:prstGeom>
          <a:noFill/>
          <a:ln>
            <a:noFill/>
          </a:ln>
        </p:spPr>
      </p:pic>
      <p:pic>
        <p:nvPicPr>
          <p:cNvPr id="459" name="Google Shape;459;p46"/>
          <p:cNvPicPr preferRelativeResize="0"/>
          <p:nvPr/>
        </p:nvPicPr>
        <p:blipFill rotWithShape="1">
          <a:blip r:embed="rId4">
            <a:alphaModFix/>
          </a:blip>
          <a:srcRect b="0" l="0" r="0" t="0"/>
          <a:stretch/>
        </p:blipFill>
        <p:spPr>
          <a:xfrm flipH="1">
            <a:off x="7244838" y="-168258"/>
            <a:ext cx="1840875" cy="1782665"/>
          </a:xfrm>
          <a:prstGeom prst="rect">
            <a:avLst/>
          </a:prstGeom>
          <a:noFill/>
          <a:ln>
            <a:noFill/>
          </a:ln>
        </p:spPr>
      </p:pic>
      <p:pic>
        <p:nvPicPr>
          <p:cNvPr id="460" name="Google Shape;460;p46"/>
          <p:cNvPicPr preferRelativeResize="0"/>
          <p:nvPr/>
        </p:nvPicPr>
        <p:blipFill>
          <a:blip r:embed="rId5">
            <a:alphaModFix/>
          </a:blip>
          <a:stretch>
            <a:fillRect/>
          </a:stretch>
        </p:blipFill>
        <p:spPr>
          <a:xfrm flipH="1">
            <a:off x="7112250" y="-881358"/>
            <a:ext cx="2386824" cy="4381382"/>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61" name="Shape 461"/>
        <p:cNvGrpSpPr/>
        <p:nvPr/>
      </p:nvGrpSpPr>
      <p:grpSpPr>
        <a:xfrm>
          <a:off x="0" y="0"/>
          <a:ext cx="0" cy="0"/>
          <a:chOff x="0" y="0"/>
          <a:chExt cx="0" cy="0"/>
        </a:xfrm>
      </p:grpSpPr>
      <p:sp>
        <p:nvSpPr>
          <p:cNvPr id="462" name="Google Shape;462;p47"/>
          <p:cNvSpPr txBox="1"/>
          <p:nvPr>
            <p:ph type="ctrTitle"/>
          </p:nvPr>
        </p:nvSpPr>
        <p:spPr>
          <a:xfrm>
            <a:off x="2733325" y="539500"/>
            <a:ext cx="3677400" cy="9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63" name="Google Shape;463;p47"/>
          <p:cNvSpPr txBox="1"/>
          <p:nvPr>
            <p:ph idx="1" type="subTitle"/>
          </p:nvPr>
        </p:nvSpPr>
        <p:spPr>
          <a:xfrm>
            <a:off x="2733375" y="1531350"/>
            <a:ext cx="3677400" cy="115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64" name="Google Shape;464;p47"/>
          <p:cNvSpPr txBox="1"/>
          <p:nvPr/>
        </p:nvSpPr>
        <p:spPr>
          <a:xfrm>
            <a:off x="2733175" y="3270700"/>
            <a:ext cx="3677700" cy="75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Karla"/>
                <a:ea typeface="Karla"/>
                <a:cs typeface="Karla"/>
                <a:sym typeface="Karla"/>
              </a:rPr>
              <a:t>CREDITS</a:t>
            </a:r>
            <a:r>
              <a:rPr lang="en" sz="1200">
                <a:solidFill>
                  <a:schemeClr val="dk1"/>
                </a:solidFill>
                <a:latin typeface="Karla"/>
                <a:ea typeface="Karla"/>
                <a:cs typeface="Karla"/>
                <a:sym typeface="Karla"/>
              </a:rPr>
              <a:t>: This presentation template was created by </a:t>
            </a:r>
            <a:r>
              <a:rPr b="1" lang="en" sz="1200">
                <a:solidFill>
                  <a:schemeClr val="dk1"/>
                </a:solidFill>
                <a:uFill>
                  <a:noFill/>
                </a:uFill>
                <a:latin typeface="Karla"/>
                <a:ea typeface="Karla"/>
                <a:cs typeface="Karla"/>
                <a:sym typeface="Karla"/>
                <a:hlinkClick r:id="rId2">
                  <a:extLst>
                    <a:ext uri="{A12FA001-AC4F-418D-AE19-62706E023703}">
                      <ahyp:hlinkClr val="tx"/>
                    </a:ext>
                  </a:extLst>
                </a:hlinkClick>
              </a:rPr>
              <a:t>Slidesgo</a:t>
            </a:r>
            <a:r>
              <a:rPr b="1" lang="en" sz="1200">
                <a:solidFill>
                  <a:schemeClr val="dk1"/>
                </a:solidFill>
                <a:latin typeface="Karla"/>
                <a:ea typeface="Karla"/>
                <a:cs typeface="Karla"/>
                <a:sym typeface="Karla"/>
              </a:rPr>
              <a:t>,</a:t>
            </a:r>
            <a:r>
              <a:rPr lang="en" sz="1200">
                <a:solidFill>
                  <a:schemeClr val="dk1"/>
                </a:solidFill>
                <a:latin typeface="Karla"/>
                <a:ea typeface="Karla"/>
                <a:cs typeface="Karla"/>
                <a:sym typeface="Karla"/>
              </a:rPr>
              <a:t> including icons by </a:t>
            </a:r>
            <a:r>
              <a:rPr b="1" lang="en" sz="1200">
                <a:solidFill>
                  <a:schemeClr val="dk1"/>
                </a:solidFill>
                <a:uFill>
                  <a:noFill/>
                </a:uFill>
                <a:latin typeface="Karla"/>
                <a:ea typeface="Karla"/>
                <a:cs typeface="Karla"/>
                <a:sym typeface="Karla"/>
                <a:hlinkClick r:id="rId3">
                  <a:extLst>
                    <a:ext uri="{A12FA001-AC4F-418D-AE19-62706E023703}">
                      <ahyp:hlinkClr val="tx"/>
                    </a:ext>
                  </a:extLst>
                </a:hlinkClick>
              </a:rPr>
              <a:t>Flaticon</a:t>
            </a:r>
            <a:r>
              <a:rPr lang="en" sz="1200">
                <a:solidFill>
                  <a:schemeClr val="dk1"/>
                </a:solidFill>
                <a:latin typeface="Karla"/>
                <a:ea typeface="Karla"/>
                <a:cs typeface="Karla"/>
                <a:sym typeface="Karla"/>
              </a:rPr>
              <a:t> and infographics &amp; images by </a:t>
            </a:r>
            <a:r>
              <a:rPr b="1" lang="en" sz="1200">
                <a:solidFill>
                  <a:schemeClr val="dk1"/>
                </a:solidFill>
                <a:uFill>
                  <a:noFill/>
                </a:uFill>
                <a:latin typeface="Karla"/>
                <a:ea typeface="Karla"/>
                <a:cs typeface="Karla"/>
                <a:sym typeface="Karla"/>
                <a:hlinkClick r:id="rId4">
                  <a:extLst>
                    <a:ext uri="{A12FA001-AC4F-418D-AE19-62706E023703}">
                      <ahyp:hlinkClr val="tx"/>
                    </a:ext>
                  </a:extLst>
                </a:hlinkClick>
              </a:rPr>
              <a:t>Freepik</a:t>
            </a:r>
            <a:endParaRPr sz="1200">
              <a:solidFill>
                <a:schemeClr val="dk1"/>
              </a:solidFill>
              <a:latin typeface="Karla"/>
              <a:ea typeface="Karla"/>
              <a:cs typeface="Karla"/>
              <a:sym typeface="Karla"/>
            </a:endParaRPr>
          </a:p>
        </p:txBody>
      </p:sp>
      <p:pic>
        <p:nvPicPr>
          <p:cNvPr id="465" name="Google Shape;465;p47"/>
          <p:cNvPicPr preferRelativeResize="0"/>
          <p:nvPr/>
        </p:nvPicPr>
        <p:blipFill rotWithShape="1">
          <a:blip r:embed="rId5">
            <a:alphaModFix/>
          </a:blip>
          <a:srcRect b="0" l="0" r="0" t="0"/>
          <a:stretch/>
        </p:blipFill>
        <p:spPr>
          <a:xfrm rot="5400000">
            <a:off x="-590765" y="1291116"/>
            <a:ext cx="2786538" cy="2161739"/>
          </a:xfrm>
          <a:prstGeom prst="rect">
            <a:avLst/>
          </a:prstGeom>
          <a:noFill/>
          <a:ln>
            <a:noFill/>
          </a:ln>
        </p:spPr>
      </p:pic>
      <p:pic>
        <p:nvPicPr>
          <p:cNvPr id="466" name="Google Shape;466;p47"/>
          <p:cNvPicPr preferRelativeResize="0"/>
          <p:nvPr/>
        </p:nvPicPr>
        <p:blipFill rotWithShape="1">
          <a:blip r:embed="rId6">
            <a:alphaModFix/>
          </a:blip>
          <a:srcRect b="0" l="0" r="0" t="0"/>
          <a:stretch/>
        </p:blipFill>
        <p:spPr>
          <a:xfrm rot="5400000">
            <a:off x="389693" y="193321"/>
            <a:ext cx="2058291" cy="1993199"/>
          </a:xfrm>
          <a:prstGeom prst="rect">
            <a:avLst/>
          </a:prstGeom>
          <a:noFill/>
          <a:ln>
            <a:noFill/>
          </a:ln>
        </p:spPr>
      </p:pic>
      <p:pic>
        <p:nvPicPr>
          <p:cNvPr id="467" name="Google Shape;467;p47"/>
          <p:cNvPicPr preferRelativeResize="0"/>
          <p:nvPr/>
        </p:nvPicPr>
        <p:blipFill rotWithShape="1">
          <a:blip r:embed="rId7">
            <a:alphaModFix/>
          </a:blip>
          <a:srcRect b="0" l="0" r="0" t="0"/>
          <a:stretch/>
        </p:blipFill>
        <p:spPr>
          <a:xfrm rot="-5400000">
            <a:off x="-989076" y="3091849"/>
            <a:ext cx="4033303" cy="2891800"/>
          </a:xfrm>
          <a:prstGeom prst="rect">
            <a:avLst/>
          </a:prstGeom>
          <a:noFill/>
          <a:ln>
            <a:noFill/>
          </a:ln>
        </p:spPr>
      </p:pic>
      <p:pic>
        <p:nvPicPr>
          <p:cNvPr id="468" name="Google Shape;468;p47"/>
          <p:cNvPicPr preferRelativeResize="0"/>
          <p:nvPr/>
        </p:nvPicPr>
        <p:blipFill rotWithShape="1">
          <a:blip r:embed="rId8">
            <a:alphaModFix/>
          </a:blip>
          <a:srcRect b="0" l="0" r="0" t="0"/>
          <a:stretch/>
        </p:blipFill>
        <p:spPr>
          <a:xfrm rot="3546973">
            <a:off x="7590178" y="1978886"/>
            <a:ext cx="1674669" cy="3812953"/>
          </a:xfrm>
          <a:prstGeom prst="rect">
            <a:avLst/>
          </a:prstGeom>
          <a:noFill/>
          <a:ln>
            <a:noFill/>
          </a:ln>
        </p:spPr>
      </p:pic>
      <p:pic>
        <p:nvPicPr>
          <p:cNvPr id="469" name="Google Shape;469;p47"/>
          <p:cNvPicPr preferRelativeResize="0"/>
          <p:nvPr/>
        </p:nvPicPr>
        <p:blipFill rotWithShape="1">
          <a:blip r:embed="rId9">
            <a:alphaModFix/>
          </a:blip>
          <a:srcRect b="0" l="0" r="0" t="0"/>
          <a:stretch/>
        </p:blipFill>
        <p:spPr>
          <a:xfrm rot="-665179">
            <a:off x="6799174" y="-791526"/>
            <a:ext cx="1769485" cy="4292308"/>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6">
    <p:spTree>
      <p:nvGrpSpPr>
        <p:cNvPr id="470" name="Shape 470"/>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6_1">
    <p:spTree>
      <p:nvGrpSpPr>
        <p:cNvPr id="471" name="Shape 471"/>
        <p:cNvGrpSpPr/>
        <p:nvPr/>
      </p:nvGrpSpPr>
      <p:grpSpPr>
        <a:xfrm>
          <a:off x="0" y="0"/>
          <a:ext cx="0" cy="0"/>
          <a:chOff x="0" y="0"/>
          <a:chExt cx="0" cy="0"/>
        </a:xfrm>
      </p:grpSpPr>
      <p:pic>
        <p:nvPicPr>
          <p:cNvPr id="472" name="Google Shape;472;p49"/>
          <p:cNvPicPr preferRelativeResize="0"/>
          <p:nvPr/>
        </p:nvPicPr>
        <p:blipFill rotWithShape="1">
          <a:blip r:embed="rId2">
            <a:alphaModFix/>
          </a:blip>
          <a:srcRect b="0" l="0" r="0" t="0"/>
          <a:stretch/>
        </p:blipFill>
        <p:spPr>
          <a:xfrm rot="9305281">
            <a:off x="6956225" y="-36025"/>
            <a:ext cx="1924050" cy="4667250"/>
          </a:xfrm>
          <a:prstGeom prst="rect">
            <a:avLst/>
          </a:prstGeom>
          <a:noFill/>
          <a:ln>
            <a:noFill/>
          </a:ln>
        </p:spPr>
      </p:pic>
      <p:pic>
        <p:nvPicPr>
          <p:cNvPr id="473" name="Google Shape;473;p49"/>
          <p:cNvPicPr preferRelativeResize="0"/>
          <p:nvPr/>
        </p:nvPicPr>
        <p:blipFill rotWithShape="1">
          <a:blip r:embed="rId3">
            <a:alphaModFix/>
          </a:blip>
          <a:srcRect b="0" l="0" r="0" t="0"/>
          <a:stretch/>
        </p:blipFill>
        <p:spPr>
          <a:xfrm rot="5399999">
            <a:off x="6172375" y="658451"/>
            <a:ext cx="3810950" cy="2732349"/>
          </a:xfrm>
          <a:prstGeom prst="rect">
            <a:avLst/>
          </a:prstGeom>
          <a:noFill/>
          <a:ln>
            <a:noFill/>
          </a:ln>
        </p:spPr>
      </p:pic>
      <p:pic>
        <p:nvPicPr>
          <p:cNvPr id="474" name="Google Shape;474;p49"/>
          <p:cNvPicPr preferRelativeResize="0"/>
          <p:nvPr/>
        </p:nvPicPr>
        <p:blipFill rotWithShape="1">
          <a:blip r:embed="rId4">
            <a:alphaModFix/>
          </a:blip>
          <a:srcRect b="0" l="0" r="0" t="0"/>
          <a:stretch/>
        </p:blipFill>
        <p:spPr>
          <a:xfrm rot="-10">
            <a:off x="155678" y="1026170"/>
            <a:ext cx="1774244" cy="403966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6_1_1">
    <p:spTree>
      <p:nvGrpSpPr>
        <p:cNvPr id="475" name="Shape 475"/>
        <p:cNvGrpSpPr/>
        <p:nvPr/>
      </p:nvGrpSpPr>
      <p:grpSpPr>
        <a:xfrm>
          <a:off x="0" y="0"/>
          <a:ext cx="0" cy="0"/>
          <a:chOff x="0" y="0"/>
          <a:chExt cx="0" cy="0"/>
        </a:xfrm>
      </p:grpSpPr>
      <p:pic>
        <p:nvPicPr>
          <p:cNvPr id="476" name="Google Shape;476;p50"/>
          <p:cNvPicPr preferRelativeResize="0"/>
          <p:nvPr/>
        </p:nvPicPr>
        <p:blipFill rotWithShape="1">
          <a:blip r:embed="rId2">
            <a:alphaModFix/>
          </a:blip>
          <a:srcRect b="0" l="0" r="0" t="0"/>
          <a:stretch/>
        </p:blipFill>
        <p:spPr>
          <a:xfrm rot="10800000">
            <a:off x="7178600" y="160768"/>
            <a:ext cx="2504350" cy="1437030"/>
          </a:xfrm>
          <a:prstGeom prst="rect">
            <a:avLst/>
          </a:prstGeom>
          <a:noFill/>
          <a:ln>
            <a:noFill/>
          </a:ln>
        </p:spPr>
      </p:pic>
      <p:pic>
        <p:nvPicPr>
          <p:cNvPr id="477" name="Google Shape;477;p50"/>
          <p:cNvPicPr preferRelativeResize="0"/>
          <p:nvPr/>
        </p:nvPicPr>
        <p:blipFill>
          <a:blip r:embed="rId3">
            <a:alphaModFix/>
          </a:blip>
          <a:stretch>
            <a:fillRect/>
          </a:stretch>
        </p:blipFill>
        <p:spPr>
          <a:xfrm rot="4956358">
            <a:off x="5559239" y="-1676283"/>
            <a:ext cx="2386824" cy="4381382"/>
          </a:xfrm>
          <a:prstGeom prst="rect">
            <a:avLst/>
          </a:prstGeom>
          <a:noFill/>
          <a:ln>
            <a:noFill/>
          </a:ln>
        </p:spPr>
      </p:pic>
      <p:pic>
        <p:nvPicPr>
          <p:cNvPr id="478" name="Google Shape;478;p50"/>
          <p:cNvPicPr preferRelativeResize="0"/>
          <p:nvPr/>
        </p:nvPicPr>
        <p:blipFill rotWithShape="1">
          <a:blip r:embed="rId4">
            <a:alphaModFix/>
          </a:blip>
          <a:srcRect b="0" l="0" r="0" t="0"/>
          <a:stretch/>
        </p:blipFill>
        <p:spPr>
          <a:xfrm rot="-5400000">
            <a:off x="132425" y="2105999"/>
            <a:ext cx="2786538" cy="2161739"/>
          </a:xfrm>
          <a:prstGeom prst="rect">
            <a:avLst/>
          </a:prstGeom>
          <a:noFill/>
          <a:ln>
            <a:noFill/>
          </a:ln>
        </p:spPr>
      </p:pic>
      <p:pic>
        <p:nvPicPr>
          <p:cNvPr id="479" name="Google Shape;479;p50"/>
          <p:cNvPicPr preferRelativeResize="0"/>
          <p:nvPr/>
        </p:nvPicPr>
        <p:blipFill rotWithShape="1">
          <a:blip r:embed="rId5">
            <a:alphaModFix/>
          </a:blip>
          <a:srcRect b="0" l="0" r="0" t="0"/>
          <a:stretch/>
        </p:blipFill>
        <p:spPr>
          <a:xfrm rot="-5400000">
            <a:off x="-119786" y="3372335"/>
            <a:ext cx="2058291" cy="1993199"/>
          </a:xfrm>
          <a:prstGeom prst="rect">
            <a:avLst/>
          </a:prstGeom>
          <a:noFill/>
          <a:ln>
            <a:noFill/>
          </a:ln>
        </p:spPr>
      </p:pic>
      <p:pic>
        <p:nvPicPr>
          <p:cNvPr id="480" name="Google Shape;480;p50"/>
          <p:cNvPicPr preferRelativeResize="0"/>
          <p:nvPr/>
        </p:nvPicPr>
        <p:blipFill>
          <a:blip r:embed="rId6">
            <a:alphaModFix/>
          </a:blip>
          <a:stretch>
            <a:fillRect/>
          </a:stretch>
        </p:blipFill>
        <p:spPr>
          <a:xfrm rot="10800000">
            <a:off x="6645600" y="3698050"/>
            <a:ext cx="1840875" cy="1700025"/>
          </a:xfrm>
          <a:prstGeom prst="rect">
            <a:avLst/>
          </a:prstGeom>
          <a:noFill/>
          <a:ln>
            <a:noFill/>
          </a:ln>
        </p:spPr>
      </p:pic>
      <p:pic>
        <p:nvPicPr>
          <p:cNvPr id="481" name="Google Shape;481;p50"/>
          <p:cNvPicPr preferRelativeResize="0"/>
          <p:nvPr/>
        </p:nvPicPr>
        <p:blipFill rotWithShape="1">
          <a:blip r:embed="rId7">
            <a:alphaModFix/>
          </a:blip>
          <a:srcRect b="0" l="0" r="0" t="0"/>
          <a:stretch/>
        </p:blipFill>
        <p:spPr>
          <a:xfrm flipH="1" rot="-5400000">
            <a:off x="7220750" y="3593750"/>
            <a:ext cx="1572000" cy="2036650"/>
          </a:xfrm>
          <a:prstGeom prst="rect">
            <a:avLst/>
          </a:prstGeom>
          <a:noFill/>
          <a:ln>
            <a:noFill/>
          </a:ln>
        </p:spPr>
      </p:pic>
      <p:pic>
        <p:nvPicPr>
          <p:cNvPr id="482" name="Google Shape;482;p50"/>
          <p:cNvPicPr preferRelativeResize="0"/>
          <p:nvPr/>
        </p:nvPicPr>
        <p:blipFill rotWithShape="1">
          <a:blip r:embed="rId8">
            <a:alphaModFix/>
          </a:blip>
          <a:srcRect b="0" l="0" r="0" t="0"/>
          <a:stretch/>
        </p:blipFill>
        <p:spPr>
          <a:xfrm rot="358732">
            <a:off x="-399179" y="-654803"/>
            <a:ext cx="2002458" cy="455925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1pPr>
            <a:lvl2pPr lvl="1"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2pPr>
            <a:lvl3pPr lvl="2"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3pPr>
            <a:lvl4pPr lvl="3"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4pPr>
            <a:lvl5pPr lvl="4"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5pPr>
            <a:lvl6pPr lvl="5"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6pPr>
            <a:lvl7pPr lvl="6"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7pPr>
            <a:lvl8pPr lvl="7"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8pPr>
            <a:lvl9pPr lvl="8" algn="ctr">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9pPr>
          </a:lstStyle>
          <a:p/>
        </p:txBody>
      </p:sp>
      <p:sp>
        <p:nvSpPr>
          <p:cNvPr id="7" name="Google Shape;7;p1"/>
          <p:cNvSpPr txBox="1"/>
          <p:nvPr>
            <p:ph idx="1" type="body"/>
          </p:nvPr>
        </p:nvSpPr>
        <p:spPr>
          <a:xfrm>
            <a:off x="713225" y="1187600"/>
            <a:ext cx="7717500" cy="34164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1pPr>
            <a:lvl2pPr indent="-330200" lvl="1" marL="9144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2pPr>
            <a:lvl3pPr indent="-330200" lvl="2" marL="13716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3pPr>
            <a:lvl4pPr indent="-330200" lvl="3" marL="18288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4pPr>
            <a:lvl5pPr indent="-330200" lvl="4" marL="22860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5pPr>
            <a:lvl6pPr indent="-330200" lvl="5" marL="27432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6pPr>
            <a:lvl7pPr indent="-330200" lvl="6" marL="32004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7pPr>
            <a:lvl8pPr indent="-330200" lvl="7" marL="36576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8pPr>
            <a:lvl9pPr indent="-330200" lvl="8" marL="4114800">
              <a:lnSpc>
                <a:spcPct val="100000"/>
              </a:lnSpc>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1"/>
          <p:cNvSpPr txBox="1"/>
          <p:nvPr>
            <p:ph type="ctrTitle"/>
          </p:nvPr>
        </p:nvSpPr>
        <p:spPr>
          <a:xfrm>
            <a:off x="953325" y="1452750"/>
            <a:ext cx="7237500" cy="18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Track A: </a:t>
            </a:r>
            <a:endParaRPr/>
          </a:p>
          <a:p>
            <a:pPr indent="0" lvl="0" marL="0" rtl="0" algn="ctr">
              <a:spcBef>
                <a:spcPts val="0"/>
              </a:spcBef>
              <a:spcAft>
                <a:spcPts val="0"/>
              </a:spcAft>
              <a:buNone/>
            </a:pPr>
            <a:r>
              <a:rPr lang="en"/>
              <a:t>Card &amp; Identity Fraud </a:t>
            </a:r>
            <a:endParaRPr/>
          </a:p>
        </p:txBody>
      </p:sp>
      <p:sp>
        <p:nvSpPr>
          <p:cNvPr id="488" name="Google Shape;488;p51"/>
          <p:cNvSpPr txBox="1"/>
          <p:nvPr>
            <p:ph idx="1" type="subTitle"/>
          </p:nvPr>
        </p:nvSpPr>
        <p:spPr>
          <a:xfrm>
            <a:off x="1540125" y="3266850"/>
            <a:ext cx="6063900" cy="42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Group 1: Chen Jian, Yuan Ruotian, Zhang Xiaohan, Zhang Yang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2"/>
          <p:cNvSpPr txBox="1"/>
          <p:nvPr>
            <p:ph type="title"/>
          </p:nvPr>
        </p:nvSpPr>
        <p:spPr>
          <a:xfrm>
            <a:off x="1624450" y="1340422"/>
            <a:ext cx="2694000" cy="42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Stakeholder</a:t>
            </a:r>
            <a:endParaRPr/>
          </a:p>
        </p:txBody>
      </p:sp>
      <p:sp>
        <p:nvSpPr>
          <p:cNvPr id="494" name="Google Shape;494;p52"/>
          <p:cNvSpPr txBox="1"/>
          <p:nvPr>
            <p:ph idx="1" type="subTitle"/>
          </p:nvPr>
        </p:nvSpPr>
        <p:spPr>
          <a:xfrm>
            <a:off x="1624450" y="1795650"/>
            <a:ext cx="2694000" cy="885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Issuer / cardholder’s bank </a:t>
            </a:r>
            <a:endParaRPr/>
          </a:p>
        </p:txBody>
      </p:sp>
      <p:sp>
        <p:nvSpPr>
          <p:cNvPr id="495" name="Google Shape;495;p52"/>
          <p:cNvSpPr txBox="1"/>
          <p:nvPr>
            <p:ph idx="2" type="title"/>
          </p:nvPr>
        </p:nvSpPr>
        <p:spPr>
          <a:xfrm>
            <a:off x="713225" y="539500"/>
            <a:ext cx="6710100" cy="609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100"/>
              <a:t>Framing</a:t>
            </a:r>
            <a:endParaRPr sz="3100"/>
          </a:p>
        </p:txBody>
      </p:sp>
      <p:sp>
        <p:nvSpPr>
          <p:cNvPr id="496" name="Google Shape;496;p52"/>
          <p:cNvSpPr txBox="1"/>
          <p:nvPr>
            <p:ph idx="5" type="title"/>
          </p:nvPr>
        </p:nvSpPr>
        <p:spPr>
          <a:xfrm>
            <a:off x="1624450" y="2571747"/>
            <a:ext cx="2694000" cy="42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 question </a:t>
            </a:r>
            <a:endParaRPr/>
          </a:p>
        </p:txBody>
      </p:sp>
      <p:sp>
        <p:nvSpPr>
          <p:cNvPr id="497" name="Google Shape;497;p52"/>
          <p:cNvSpPr txBox="1"/>
          <p:nvPr>
            <p:ph idx="6" type="subTitle"/>
          </p:nvPr>
        </p:nvSpPr>
        <p:spPr>
          <a:xfrm>
            <a:off x="1624450" y="2993250"/>
            <a:ext cx="6272100" cy="885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Can the issuer use card, address, email and match-related evidence available at transaction time to achieve ≥25% fraud recall while keeping false positives acceptable?</a:t>
            </a:r>
            <a:endParaRPr/>
          </a:p>
        </p:txBody>
      </p:sp>
      <p:cxnSp>
        <p:nvCxnSpPr>
          <p:cNvPr id="498" name="Google Shape;498;p52"/>
          <p:cNvCxnSpPr/>
          <p:nvPr/>
        </p:nvCxnSpPr>
        <p:spPr>
          <a:xfrm>
            <a:off x="1225275" y="1095600"/>
            <a:ext cx="6519900" cy="26700"/>
          </a:xfrm>
          <a:prstGeom prst="straightConnector1">
            <a:avLst/>
          </a:prstGeom>
          <a:noFill/>
          <a:ln cap="flat" cmpd="sng" w="9525">
            <a:solidFill>
              <a:schemeClr val="dk2"/>
            </a:solidFill>
            <a:prstDash val="solid"/>
            <a:round/>
            <a:headEnd len="med" w="med" type="none"/>
            <a:tailEnd len="med" w="med" type="none"/>
          </a:ln>
        </p:spPr>
      </p:cxnSp>
      <p:grpSp>
        <p:nvGrpSpPr>
          <p:cNvPr id="499" name="Google Shape;499;p52"/>
          <p:cNvGrpSpPr/>
          <p:nvPr/>
        </p:nvGrpSpPr>
        <p:grpSpPr>
          <a:xfrm>
            <a:off x="1215259" y="2680950"/>
            <a:ext cx="392111" cy="280206"/>
            <a:chOff x="7918997" y="3714687"/>
            <a:chExt cx="392111" cy="280206"/>
          </a:xfrm>
        </p:grpSpPr>
        <p:sp>
          <p:nvSpPr>
            <p:cNvPr id="500" name="Google Shape;500;p52"/>
            <p:cNvSpPr/>
            <p:nvPr/>
          </p:nvSpPr>
          <p:spPr>
            <a:xfrm>
              <a:off x="7918997" y="3781246"/>
              <a:ext cx="309675" cy="213648"/>
            </a:xfrm>
            <a:custGeom>
              <a:rect b="b" l="l" r="r" t="t"/>
              <a:pathLst>
                <a:path extrusionOk="0" h="6728" w="9752">
                  <a:moveTo>
                    <a:pt x="774" y="3644"/>
                  </a:moveTo>
                  <a:cubicBezTo>
                    <a:pt x="965" y="3644"/>
                    <a:pt x="1132" y="3810"/>
                    <a:pt x="1132" y="4001"/>
                  </a:cubicBezTo>
                  <a:cubicBezTo>
                    <a:pt x="1132" y="4191"/>
                    <a:pt x="965" y="4358"/>
                    <a:pt x="774" y="4358"/>
                  </a:cubicBezTo>
                  <a:cubicBezTo>
                    <a:pt x="560" y="4358"/>
                    <a:pt x="417" y="4191"/>
                    <a:pt x="417" y="4001"/>
                  </a:cubicBezTo>
                  <a:cubicBezTo>
                    <a:pt x="417" y="3810"/>
                    <a:pt x="584" y="3644"/>
                    <a:pt x="774" y="3644"/>
                  </a:cubicBezTo>
                  <a:close/>
                  <a:moveTo>
                    <a:pt x="715" y="0"/>
                  </a:moveTo>
                  <a:cubicBezTo>
                    <a:pt x="310" y="0"/>
                    <a:pt x="0" y="322"/>
                    <a:pt x="0" y="715"/>
                  </a:cubicBezTo>
                  <a:cubicBezTo>
                    <a:pt x="0" y="1072"/>
                    <a:pt x="250" y="1370"/>
                    <a:pt x="596" y="1429"/>
                  </a:cubicBezTo>
                  <a:lnTo>
                    <a:pt x="596" y="3346"/>
                  </a:lnTo>
                  <a:cubicBezTo>
                    <a:pt x="298" y="3429"/>
                    <a:pt x="72" y="3703"/>
                    <a:pt x="72" y="4025"/>
                  </a:cubicBezTo>
                  <a:cubicBezTo>
                    <a:pt x="72" y="4358"/>
                    <a:pt x="298" y="4644"/>
                    <a:pt x="596" y="4715"/>
                  </a:cubicBezTo>
                  <a:lnTo>
                    <a:pt x="596" y="5442"/>
                  </a:lnTo>
                  <a:cubicBezTo>
                    <a:pt x="322" y="5513"/>
                    <a:pt x="120" y="5775"/>
                    <a:pt x="120" y="6073"/>
                  </a:cubicBezTo>
                  <a:cubicBezTo>
                    <a:pt x="120" y="6430"/>
                    <a:pt x="417" y="6727"/>
                    <a:pt x="774" y="6727"/>
                  </a:cubicBezTo>
                  <a:lnTo>
                    <a:pt x="2215" y="6727"/>
                  </a:lnTo>
                  <a:cubicBezTo>
                    <a:pt x="2322" y="6727"/>
                    <a:pt x="2394" y="6644"/>
                    <a:pt x="2394" y="6549"/>
                  </a:cubicBezTo>
                  <a:cubicBezTo>
                    <a:pt x="2394" y="6442"/>
                    <a:pt x="2286" y="6335"/>
                    <a:pt x="2191" y="6335"/>
                  </a:cubicBezTo>
                  <a:lnTo>
                    <a:pt x="739" y="6335"/>
                  </a:lnTo>
                  <a:cubicBezTo>
                    <a:pt x="584" y="6335"/>
                    <a:pt x="441" y="6204"/>
                    <a:pt x="441" y="6037"/>
                  </a:cubicBezTo>
                  <a:cubicBezTo>
                    <a:pt x="441" y="5882"/>
                    <a:pt x="584" y="5739"/>
                    <a:pt x="739" y="5739"/>
                  </a:cubicBezTo>
                  <a:lnTo>
                    <a:pt x="9561" y="5739"/>
                  </a:lnTo>
                  <a:cubicBezTo>
                    <a:pt x="9668" y="5739"/>
                    <a:pt x="9752" y="5668"/>
                    <a:pt x="9752" y="5561"/>
                  </a:cubicBezTo>
                  <a:cubicBezTo>
                    <a:pt x="9752" y="5465"/>
                    <a:pt x="9668" y="5382"/>
                    <a:pt x="9561" y="5382"/>
                  </a:cubicBezTo>
                  <a:lnTo>
                    <a:pt x="929" y="5382"/>
                  </a:lnTo>
                  <a:lnTo>
                    <a:pt x="929" y="4703"/>
                  </a:lnTo>
                  <a:cubicBezTo>
                    <a:pt x="1251" y="4632"/>
                    <a:pt x="1489" y="4346"/>
                    <a:pt x="1489" y="4001"/>
                  </a:cubicBezTo>
                  <a:cubicBezTo>
                    <a:pt x="1489" y="3656"/>
                    <a:pt x="1251" y="3370"/>
                    <a:pt x="929" y="3298"/>
                  </a:cubicBezTo>
                  <a:lnTo>
                    <a:pt x="929" y="1215"/>
                  </a:lnTo>
                  <a:cubicBezTo>
                    <a:pt x="929" y="1167"/>
                    <a:pt x="917" y="1108"/>
                    <a:pt x="870" y="1084"/>
                  </a:cubicBezTo>
                  <a:cubicBezTo>
                    <a:pt x="834" y="1060"/>
                    <a:pt x="786" y="1036"/>
                    <a:pt x="739" y="1036"/>
                  </a:cubicBezTo>
                  <a:lnTo>
                    <a:pt x="715" y="1036"/>
                  </a:lnTo>
                  <a:cubicBezTo>
                    <a:pt x="512" y="1036"/>
                    <a:pt x="358" y="870"/>
                    <a:pt x="358" y="679"/>
                  </a:cubicBezTo>
                  <a:cubicBezTo>
                    <a:pt x="358" y="489"/>
                    <a:pt x="512" y="322"/>
                    <a:pt x="715" y="322"/>
                  </a:cubicBezTo>
                  <a:cubicBezTo>
                    <a:pt x="905" y="322"/>
                    <a:pt x="1072" y="489"/>
                    <a:pt x="1072" y="679"/>
                  </a:cubicBezTo>
                  <a:cubicBezTo>
                    <a:pt x="1072" y="715"/>
                    <a:pt x="1072" y="762"/>
                    <a:pt x="1048" y="786"/>
                  </a:cubicBezTo>
                  <a:cubicBezTo>
                    <a:pt x="1036" y="858"/>
                    <a:pt x="1048" y="941"/>
                    <a:pt x="1120" y="977"/>
                  </a:cubicBezTo>
                  <a:lnTo>
                    <a:pt x="2906" y="2525"/>
                  </a:lnTo>
                  <a:cubicBezTo>
                    <a:pt x="2940" y="2553"/>
                    <a:pt x="2985" y="2568"/>
                    <a:pt x="3029" y="2568"/>
                  </a:cubicBezTo>
                  <a:cubicBezTo>
                    <a:pt x="3077" y="2568"/>
                    <a:pt x="3124" y="2550"/>
                    <a:pt x="3156" y="2513"/>
                  </a:cubicBezTo>
                  <a:lnTo>
                    <a:pt x="4287" y="1274"/>
                  </a:lnTo>
                  <a:cubicBezTo>
                    <a:pt x="4358" y="1203"/>
                    <a:pt x="4346" y="1084"/>
                    <a:pt x="4275" y="1024"/>
                  </a:cubicBezTo>
                  <a:cubicBezTo>
                    <a:pt x="4237" y="992"/>
                    <a:pt x="4191" y="976"/>
                    <a:pt x="4147" y="976"/>
                  </a:cubicBezTo>
                  <a:cubicBezTo>
                    <a:pt x="4095" y="976"/>
                    <a:pt x="4045" y="998"/>
                    <a:pt x="4013" y="1036"/>
                  </a:cubicBezTo>
                  <a:lnTo>
                    <a:pt x="3001" y="2155"/>
                  </a:lnTo>
                  <a:lnTo>
                    <a:pt x="1429" y="798"/>
                  </a:lnTo>
                  <a:lnTo>
                    <a:pt x="1429" y="715"/>
                  </a:lnTo>
                  <a:cubicBezTo>
                    <a:pt x="1429" y="310"/>
                    <a:pt x="1096" y="0"/>
                    <a:pt x="71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2"/>
            <p:cNvSpPr/>
            <p:nvPr/>
          </p:nvSpPr>
          <p:spPr>
            <a:xfrm>
              <a:off x="8080439" y="3862920"/>
              <a:ext cx="68083" cy="68083"/>
            </a:xfrm>
            <a:custGeom>
              <a:rect b="b" l="l" r="r" t="t"/>
              <a:pathLst>
                <a:path extrusionOk="0" h="2144" w="2144">
                  <a:moveTo>
                    <a:pt x="1072" y="357"/>
                  </a:moveTo>
                  <a:cubicBezTo>
                    <a:pt x="1465" y="357"/>
                    <a:pt x="1786" y="691"/>
                    <a:pt x="1786" y="1072"/>
                  </a:cubicBezTo>
                  <a:cubicBezTo>
                    <a:pt x="1786" y="1465"/>
                    <a:pt x="1465" y="1786"/>
                    <a:pt x="1072" y="1786"/>
                  </a:cubicBezTo>
                  <a:cubicBezTo>
                    <a:pt x="691" y="1786"/>
                    <a:pt x="358" y="1465"/>
                    <a:pt x="358" y="1072"/>
                  </a:cubicBezTo>
                  <a:cubicBezTo>
                    <a:pt x="358" y="691"/>
                    <a:pt x="691" y="357"/>
                    <a:pt x="1072" y="357"/>
                  </a:cubicBezTo>
                  <a:close/>
                  <a:moveTo>
                    <a:pt x="1072" y="0"/>
                  </a:moveTo>
                  <a:cubicBezTo>
                    <a:pt x="477" y="0"/>
                    <a:pt x="0" y="476"/>
                    <a:pt x="0" y="1072"/>
                  </a:cubicBezTo>
                  <a:cubicBezTo>
                    <a:pt x="0" y="1667"/>
                    <a:pt x="477" y="2143"/>
                    <a:pt x="1072" y="2143"/>
                  </a:cubicBezTo>
                  <a:cubicBezTo>
                    <a:pt x="1667" y="2143"/>
                    <a:pt x="2144" y="1655"/>
                    <a:pt x="2144" y="1072"/>
                  </a:cubicBezTo>
                  <a:cubicBezTo>
                    <a:pt x="2144" y="476"/>
                    <a:pt x="1667" y="0"/>
                    <a:pt x="107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2"/>
            <p:cNvSpPr/>
            <p:nvPr/>
          </p:nvSpPr>
          <p:spPr>
            <a:xfrm>
              <a:off x="8000290" y="3885593"/>
              <a:ext cx="45410" cy="45410"/>
            </a:xfrm>
            <a:custGeom>
              <a:rect b="b" l="l" r="r" t="t"/>
              <a:pathLst>
                <a:path extrusionOk="0" h="1430" w="1430">
                  <a:moveTo>
                    <a:pt x="727" y="358"/>
                  </a:moveTo>
                  <a:cubicBezTo>
                    <a:pt x="917" y="358"/>
                    <a:pt x="1084" y="524"/>
                    <a:pt x="1084" y="715"/>
                  </a:cubicBezTo>
                  <a:cubicBezTo>
                    <a:pt x="1084" y="905"/>
                    <a:pt x="917" y="1072"/>
                    <a:pt x="727" y="1072"/>
                  </a:cubicBezTo>
                  <a:cubicBezTo>
                    <a:pt x="536" y="1072"/>
                    <a:pt x="369" y="905"/>
                    <a:pt x="369" y="715"/>
                  </a:cubicBezTo>
                  <a:cubicBezTo>
                    <a:pt x="369" y="524"/>
                    <a:pt x="536" y="358"/>
                    <a:pt x="727" y="358"/>
                  </a:cubicBezTo>
                  <a:close/>
                  <a:moveTo>
                    <a:pt x="694" y="0"/>
                  </a:moveTo>
                  <a:cubicBezTo>
                    <a:pt x="310" y="0"/>
                    <a:pt x="0" y="317"/>
                    <a:pt x="0" y="715"/>
                  </a:cubicBezTo>
                  <a:cubicBezTo>
                    <a:pt x="0" y="1120"/>
                    <a:pt x="322" y="1429"/>
                    <a:pt x="715" y="1429"/>
                  </a:cubicBezTo>
                  <a:cubicBezTo>
                    <a:pt x="1096" y="1429"/>
                    <a:pt x="1429" y="1096"/>
                    <a:pt x="1429" y="715"/>
                  </a:cubicBezTo>
                  <a:cubicBezTo>
                    <a:pt x="1429" y="310"/>
                    <a:pt x="1096" y="1"/>
                    <a:pt x="715" y="1"/>
                  </a:cubicBezTo>
                  <a:cubicBezTo>
                    <a:pt x="708" y="0"/>
                    <a:pt x="701" y="0"/>
                    <a:pt x="69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2"/>
            <p:cNvSpPr/>
            <p:nvPr/>
          </p:nvSpPr>
          <p:spPr>
            <a:xfrm>
              <a:off x="8006323" y="3714687"/>
              <a:ext cx="304784" cy="277920"/>
            </a:xfrm>
            <a:custGeom>
              <a:rect b="b" l="l" r="r" t="t"/>
              <a:pathLst>
                <a:path extrusionOk="0" h="8752" w="9598">
                  <a:moveTo>
                    <a:pt x="8800" y="5740"/>
                  </a:moveTo>
                  <a:cubicBezTo>
                    <a:pt x="8990" y="5740"/>
                    <a:pt x="9157" y="5906"/>
                    <a:pt x="9157" y="6097"/>
                  </a:cubicBezTo>
                  <a:cubicBezTo>
                    <a:pt x="9157" y="6287"/>
                    <a:pt x="9002" y="6454"/>
                    <a:pt x="8800" y="6454"/>
                  </a:cubicBezTo>
                  <a:cubicBezTo>
                    <a:pt x="8609" y="6454"/>
                    <a:pt x="8442" y="6287"/>
                    <a:pt x="8442" y="6097"/>
                  </a:cubicBezTo>
                  <a:cubicBezTo>
                    <a:pt x="8442" y="5906"/>
                    <a:pt x="8597" y="5740"/>
                    <a:pt x="8800" y="5740"/>
                  </a:cubicBezTo>
                  <a:close/>
                  <a:moveTo>
                    <a:pt x="3430" y="1"/>
                  </a:moveTo>
                  <a:cubicBezTo>
                    <a:pt x="2989" y="1"/>
                    <a:pt x="2632" y="358"/>
                    <a:pt x="2632" y="787"/>
                  </a:cubicBezTo>
                  <a:cubicBezTo>
                    <a:pt x="2632" y="989"/>
                    <a:pt x="2727" y="1203"/>
                    <a:pt x="2858" y="1334"/>
                  </a:cubicBezTo>
                  <a:lnTo>
                    <a:pt x="1739" y="2561"/>
                  </a:lnTo>
                  <a:cubicBezTo>
                    <a:pt x="1668" y="2632"/>
                    <a:pt x="1680" y="2751"/>
                    <a:pt x="1763" y="2811"/>
                  </a:cubicBezTo>
                  <a:cubicBezTo>
                    <a:pt x="1796" y="2844"/>
                    <a:pt x="1838" y="2859"/>
                    <a:pt x="1881" y="2859"/>
                  </a:cubicBezTo>
                  <a:cubicBezTo>
                    <a:pt x="1931" y="2859"/>
                    <a:pt x="1981" y="2838"/>
                    <a:pt x="2013" y="2799"/>
                  </a:cubicBezTo>
                  <a:lnTo>
                    <a:pt x="3251" y="1430"/>
                  </a:lnTo>
                  <a:cubicBezTo>
                    <a:pt x="3287" y="1382"/>
                    <a:pt x="3311" y="1323"/>
                    <a:pt x="3287" y="1275"/>
                  </a:cubicBezTo>
                  <a:cubicBezTo>
                    <a:pt x="3275" y="1215"/>
                    <a:pt x="3251" y="1168"/>
                    <a:pt x="3204" y="1144"/>
                  </a:cubicBezTo>
                  <a:cubicBezTo>
                    <a:pt x="3073" y="1072"/>
                    <a:pt x="2977" y="918"/>
                    <a:pt x="2977" y="775"/>
                  </a:cubicBezTo>
                  <a:cubicBezTo>
                    <a:pt x="2977" y="537"/>
                    <a:pt x="3168" y="334"/>
                    <a:pt x="3406" y="334"/>
                  </a:cubicBezTo>
                  <a:cubicBezTo>
                    <a:pt x="3644" y="334"/>
                    <a:pt x="3847" y="537"/>
                    <a:pt x="3847" y="775"/>
                  </a:cubicBezTo>
                  <a:cubicBezTo>
                    <a:pt x="3847" y="918"/>
                    <a:pt x="3751" y="1072"/>
                    <a:pt x="3620" y="1144"/>
                  </a:cubicBezTo>
                  <a:cubicBezTo>
                    <a:pt x="3573" y="1168"/>
                    <a:pt x="3525" y="1215"/>
                    <a:pt x="3525" y="1275"/>
                  </a:cubicBezTo>
                  <a:cubicBezTo>
                    <a:pt x="3513" y="1334"/>
                    <a:pt x="3525" y="1382"/>
                    <a:pt x="3573" y="1430"/>
                  </a:cubicBezTo>
                  <a:lnTo>
                    <a:pt x="6430" y="4561"/>
                  </a:lnTo>
                  <a:cubicBezTo>
                    <a:pt x="6462" y="4606"/>
                    <a:pt x="6512" y="4627"/>
                    <a:pt x="6562" y="4627"/>
                  </a:cubicBezTo>
                  <a:cubicBezTo>
                    <a:pt x="6605" y="4627"/>
                    <a:pt x="6647" y="4612"/>
                    <a:pt x="6680" y="4585"/>
                  </a:cubicBezTo>
                  <a:lnTo>
                    <a:pt x="8466" y="3037"/>
                  </a:lnTo>
                  <a:cubicBezTo>
                    <a:pt x="8526" y="2989"/>
                    <a:pt x="8549" y="2918"/>
                    <a:pt x="8526" y="2835"/>
                  </a:cubicBezTo>
                  <a:cubicBezTo>
                    <a:pt x="8514" y="2811"/>
                    <a:pt x="8514" y="2763"/>
                    <a:pt x="8514" y="2739"/>
                  </a:cubicBezTo>
                  <a:cubicBezTo>
                    <a:pt x="8514" y="2537"/>
                    <a:pt x="8680" y="2382"/>
                    <a:pt x="8871" y="2382"/>
                  </a:cubicBezTo>
                  <a:cubicBezTo>
                    <a:pt x="9061" y="2382"/>
                    <a:pt x="9228" y="2537"/>
                    <a:pt x="9228" y="2739"/>
                  </a:cubicBezTo>
                  <a:cubicBezTo>
                    <a:pt x="9228" y="2930"/>
                    <a:pt x="9061" y="3097"/>
                    <a:pt x="8871" y="3097"/>
                  </a:cubicBezTo>
                  <a:lnTo>
                    <a:pt x="8847" y="3097"/>
                  </a:lnTo>
                  <a:cubicBezTo>
                    <a:pt x="8800" y="3097"/>
                    <a:pt x="8740" y="3108"/>
                    <a:pt x="8704" y="3132"/>
                  </a:cubicBezTo>
                  <a:cubicBezTo>
                    <a:pt x="8680" y="3168"/>
                    <a:pt x="8645" y="3228"/>
                    <a:pt x="8645" y="3275"/>
                  </a:cubicBezTo>
                  <a:lnTo>
                    <a:pt x="8645" y="5359"/>
                  </a:lnTo>
                  <a:cubicBezTo>
                    <a:pt x="8335" y="5430"/>
                    <a:pt x="8097" y="5716"/>
                    <a:pt x="8097" y="6049"/>
                  </a:cubicBezTo>
                  <a:cubicBezTo>
                    <a:pt x="8097" y="6395"/>
                    <a:pt x="8335" y="6680"/>
                    <a:pt x="8645" y="6752"/>
                  </a:cubicBezTo>
                  <a:lnTo>
                    <a:pt x="8645" y="7442"/>
                  </a:lnTo>
                  <a:lnTo>
                    <a:pt x="7561" y="7442"/>
                  </a:lnTo>
                  <a:cubicBezTo>
                    <a:pt x="7454" y="7442"/>
                    <a:pt x="7383" y="7514"/>
                    <a:pt x="7383" y="7621"/>
                  </a:cubicBezTo>
                  <a:cubicBezTo>
                    <a:pt x="7383" y="7716"/>
                    <a:pt x="7454" y="7800"/>
                    <a:pt x="7561" y="7800"/>
                  </a:cubicBezTo>
                  <a:lnTo>
                    <a:pt x="8823" y="7800"/>
                  </a:lnTo>
                  <a:cubicBezTo>
                    <a:pt x="8990" y="7800"/>
                    <a:pt x="9121" y="7930"/>
                    <a:pt x="9121" y="8097"/>
                  </a:cubicBezTo>
                  <a:cubicBezTo>
                    <a:pt x="9121" y="8252"/>
                    <a:pt x="8990" y="8395"/>
                    <a:pt x="8823" y="8395"/>
                  </a:cubicBezTo>
                  <a:lnTo>
                    <a:pt x="179" y="8395"/>
                  </a:lnTo>
                  <a:cubicBezTo>
                    <a:pt x="72" y="8395"/>
                    <a:pt x="1" y="8466"/>
                    <a:pt x="1" y="8573"/>
                  </a:cubicBezTo>
                  <a:cubicBezTo>
                    <a:pt x="1" y="8669"/>
                    <a:pt x="72" y="8752"/>
                    <a:pt x="179" y="8752"/>
                  </a:cubicBezTo>
                  <a:lnTo>
                    <a:pt x="8823" y="8752"/>
                  </a:lnTo>
                  <a:cubicBezTo>
                    <a:pt x="9181" y="8752"/>
                    <a:pt x="9478" y="8454"/>
                    <a:pt x="9478" y="8097"/>
                  </a:cubicBezTo>
                  <a:cubicBezTo>
                    <a:pt x="9478" y="7800"/>
                    <a:pt x="9276" y="7538"/>
                    <a:pt x="9002" y="7466"/>
                  </a:cubicBezTo>
                  <a:lnTo>
                    <a:pt x="9002" y="6752"/>
                  </a:lnTo>
                  <a:cubicBezTo>
                    <a:pt x="9300" y="6704"/>
                    <a:pt x="9526" y="6430"/>
                    <a:pt x="9526" y="6097"/>
                  </a:cubicBezTo>
                  <a:cubicBezTo>
                    <a:pt x="9526" y="5775"/>
                    <a:pt x="9300" y="5490"/>
                    <a:pt x="9002" y="5394"/>
                  </a:cubicBezTo>
                  <a:lnTo>
                    <a:pt x="9002" y="3478"/>
                  </a:lnTo>
                  <a:cubicBezTo>
                    <a:pt x="9347" y="3418"/>
                    <a:pt x="9597" y="3120"/>
                    <a:pt x="9597" y="2763"/>
                  </a:cubicBezTo>
                  <a:cubicBezTo>
                    <a:pt x="9597" y="2358"/>
                    <a:pt x="9276" y="2049"/>
                    <a:pt x="8883" y="2049"/>
                  </a:cubicBezTo>
                  <a:cubicBezTo>
                    <a:pt x="8502" y="2049"/>
                    <a:pt x="8168" y="2382"/>
                    <a:pt x="8168" y="2763"/>
                  </a:cubicBezTo>
                  <a:lnTo>
                    <a:pt x="8168" y="2858"/>
                  </a:lnTo>
                  <a:lnTo>
                    <a:pt x="6597" y="4204"/>
                  </a:lnTo>
                  <a:lnTo>
                    <a:pt x="3989" y="1334"/>
                  </a:lnTo>
                  <a:cubicBezTo>
                    <a:pt x="4144" y="1192"/>
                    <a:pt x="4216" y="989"/>
                    <a:pt x="4216" y="787"/>
                  </a:cubicBezTo>
                  <a:cubicBezTo>
                    <a:pt x="4216" y="358"/>
                    <a:pt x="3858" y="1"/>
                    <a:pt x="343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2"/>
            <p:cNvSpPr/>
            <p:nvPr/>
          </p:nvSpPr>
          <p:spPr>
            <a:xfrm>
              <a:off x="8183643" y="3885593"/>
              <a:ext cx="45410" cy="45410"/>
            </a:xfrm>
            <a:custGeom>
              <a:rect b="b" l="l" r="r" t="t"/>
              <a:pathLst>
                <a:path extrusionOk="0" h="1430" w="1430">
                  <a:moveTo>
                    <a:pt x="703" y="358"/>
                  </a:moveTo>
                  <a:cubicBezTo>
                    <a:pt x="894" y="358"/>
                    <a:pt x="1060" y="524"/>
                    <a:pt x="1060" y="715"/>
                  </a:cubicBezTo>
                  <a:cubicBezTo>
                    <a:pt x="1060" y="905"/>
                    <a:pt x="894" y="1072"/>
                    <a:pt x="703" y="1072"/>
                  </a:cubicBezTo>
                  <a:cubicBezTo>
                    <a:pt x="501" y="1072"/>
                    <a:pt x="346" y="905"/>
                    <a:pt x="346" y="715"/>
                  </a:cubicBezTo>
                  <a:cubicBezTo>
                    <a:pt x="346" y="524"/>
                    <a:pt x="501" y="358"/>
                    <a:pt x="703" y="358"/>
                  </a:cubicBezTo>
                  <a:close/>
                  <a:moveTo>
                    <a:pt x="715" y="1"/>
                  </a:moveTo>
                  <a:cubicBezTo>
                    <a:pt x="310" y="1"/>
                    <a:pt x="1" y="334"/>
                    <a:pt x="1" y="715"/>
                  </a:cubicBezTo>
                  <a:cubicBezTo>
                    <a:pt x="1" y="1120"/>
                    <a:pt x="322" y="1429"/>
                    <a:pt x="715" y="1429"/>
                  </a:cubicBezTo>
                  <a:cubicBezTo>
                    <a:pt x="1096" y="1429"/>
                    <a:pt x="1430" y="1108"/>
                    <a:pt x="1430" y="715"/>
                  </a:cubicBezTo>
                  <a:cubicBezTo>
                    <a:pt x="1430" y="310"/>
                    <a:pt x="1096" y="1"/>
                    <a:pt x="715"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 name="Google Shape;505;p52"/>
          <p:cNvGrpSpPr/>
          <p:nvPr/>
        </p:nvGrpSpPr>
        <p:grpSpPr>
          <a:xfrm>
            <a:off x="1225285" y="1440418"/>
            <a:ext cx="372073" cy="355243"/>
            <a:chOff x="7390435" y="3680868"/>
            <a:chExt cx="372073" cy="355243"/>
          </a:xfrm>
        </p:grpSpPr>
        <p:sp>
          <p:nvSpPr>
            <p:cNvPr id="506" name="Google Shape;506;p52"/>
            <p:cNvSpPr/>
            <p:nvPr/>
          </p:nvSpPr>
          <p:spPr>
            <a:xfrm>
              <a:off x="7390435" y="3744950"/>
              <a:ext cx="294178" cy="291162"/>
            </a:xfrm>
            <a:custGeom>
              <a:rect b="b" l="l" r="r" t="t"/>
              <a:pathLst>
                <a:path extrusionOk="0" h="9169" w="9264">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52"/>
            <p:cNvSpPr/>
            <p:nvPr/>
          </p:nvSpPr>
          <p:spPr>
            <a:xfrm>
              <a:off x="7408948" y="3772259"/>
              <a:ext cx="259407" cy="236257"/>
            </a:xfrm>
            <a:custGeom>
              <a:rect b="b" l="l" r="r" t="t"/>
              <a:pathLst>
                <a:path extrusionOk="0" h="7440" w="8169">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52"/>
            <p:cNvSpPr/>
            <p:nvPr/>
          </p:nvSpPr>
          <p:spPr>
            <a:xfrm>
              <a:off x="7487986" y="3680868"/>
              <a:ext cx="274522" cy="259565"/>
            </a:xfrm>
            <a:custGeom>
              <a:rect b="b" l="l" r="r" t="t"/>
              <a:pathLst>
                <a:path extrusionOk="0" h="8174" w="8645">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2"/>
            <p:cNvSpPr/>
            <p:nvPr/>
          </p:nvSpPr>
          <p:spPr>
            <a:xfrm>
              <a:off x="7691758" y="3789502"/>
              <a:ext cx="34073" cy="102918"/>
            </a:xfrm>
            <a:custGeom>
              <a:rect b="b" l="l" r="r" t="t"/>
              <a:pathLst>
                <a:path extrusionOk="0" h="3241" w="1073">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52"/>
            <p:cNvSpPr/>
            <p:nvPr/>
          </p:nvSpPr>
          <p:spPr>
            <a:xfrm>
              <a:off x="7536000" y="3708082"/>
              <a:ext cx="173192" cy="72052"/>
            </a:xfrm>
            <a:custGeom>
              <a:rect b="b" l="l" r="r" t="t"/>
              <a:pathLst>
                <a:path extrusionOk="0" h="2269" w="5454">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52"/>
            <p:cNvSpPr/>
            <p:nvPr/>
          </p:nvSpPr>
          <p:spPr>
            <a:xfrm>
              <a:off x="7501228" y="3819415"/>
              <a:ext cx="75640" cy="141437"/>
            </a:xfrm>
            <a:custGeom>
              <a:rect b="b" l="l" r="r" t="t"/>
              <a:pathLst>
                <a:path extrusionOk="0" h="4454" w="2382">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3"/>
          <p:cNvSpPr txBox="1"/>
          <p:nvPr>
            <p:ph type="title"/>
          </p:nvPr>
        </p:nvSpPr>
        <p:spPr>
          <a:xfrm>
            <a:off x="2683650" y="1540752"/>
            <a:ext cx="3776700" cy="64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Issuer Decision </a:t>
            </a:r>
            <a:endParaRPr/>
          </a:p>
        </p:txBody>
      </p:sp>
      <p:sp>
        <p:nvSpPr>
          <p:cNvPr id="517" name="Google Shape;517;p53"/>
          <p:cNvSpPr txBox="1"/>
          <p:nvPr>
            <p:ph idx="1" type="subTitle"/>
          </p:nvPr>
        </p:nvSpPr>
        <p:spPr>
          <a:xfrm>
            <a:off x="968400" y="2307525"/>
            <a:ext cx="7207200" cy="176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ctr">
              <a:spcBef>
                <a:spcPts val="0"/>
              </a:spcBef>
              <a:spcAft>
                <a:spcPts val="0"/>
              </a:spcAft>
              <a:buNone/>
            </a:pPr>
            <a:r>
              <a:rPr lang="en"/>
              <a:t>Should the issuer approve normally or send the transaction for step-up authentication/review?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4"/>
          <p:cNvSpPr/>
          <p:nvPr/>
        </p:nvSpPr>
        <p:spPr>
          <a:xfrm>
            <a:off x="1630525" y="3681225"/>
            <a:ext cx="5608800" cy="670800"/>
          </a:xfrm>
          <a:prstGeom prst="flowChartAlternateProcess">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23" name="Google Shape;523;p54"/>
          <p:cNvSpPr txBox="1"/>
          <p:nvPr>
            <p:ph type="title"/>
          </p:nvPr>
        </p:nvSpPr>
        <p:spPr>
          <a:xfrm>
            <a:off x="1090725" y="1636352"/>
            <a:ext cx="2169600" cy="81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01</a:t>
            </a:r>
            <a:endParaRPr sz="4800"/>
          </a:p>
        </p:txBody>
      </p:sp>
      <p:sp>
        <p:nvSpPr>
          <p:cNvPr id="524" name="Google Shape;524;p54"/>
          <p:cNvSpPr txBox="1"/>
          <p:nvPr>
            <p:ph idx="1" type="subTitle"/>
          </p:nvPr>
        </p:nvSpPr>
        <p:spPr>
          <a:xfrm>
            <a:off x="1090725" y="2451458"/>
            <a:ext cx="2169600" cy="885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Detects more CNP fraud to reduce fraud losses and chargebacks. </a:t>
            </a:r>
            <a:endParaRPr/>
          </a:p>
        </p:txBody>
      </p:sp>
      <p:sp>
        <p:nvSpPr>
          <p:cNvPr id="525" name="Google Shape;525;p54"/>
          <p:cNvSpPr txBox="1"/>
          <p:nvPr>
            <p:ph idx="2" type="title"/>
          </p:nvPr>
        </p:nvSpPr>
        <p:spPr>
          <a:xfrm>
            <a:off x="713225" y="53950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this matters?</a:t>
            </a:r>
            <a:endParaRPr/>
          </a:p>
        </p:txBody>
      </p:sp>
      <p:sp>
        <p:nvSpPr>
          <p:cNvPr id="526" name="Google Shape;526;p54"/>
          <p:cNvSpPr txBox="1"/>
          <p:nvPr>
            <p:ph type="title"/>
          </p:nvPr>
        </p:nvSpPr>
        <p:spPr>
          <a:xfrm>
            <a:off x="3260325" y="1636352"/>
            <a:ext cx="2169600" cy="81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02</a:t>
            </a:r>
            <a:endParaRPr sz="4800"/>
          </a:p>
        </p:txBody>
      </p:sp>
      <p:sp>
        <p:nvSpPr>
          <p:cNvPr id="527" name="Google Shape;527;p54"/>
          <p:cNvSpPr txBox="1"/>
          <p:nvPr>
            <p:ph idx="1" type="subTitle"/>
          </p:nvPr>
        </p:nvSpPr>
        <p:spPr>
          <a:xfrm>
            <a:off x="3260325" y="2451458"/>
            <a:ext cx="2169600" cy="885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Reduces false positives and customer friction </a:t>
            </a:r>
            <a:endParaRPr/>
          </a:p>
        </p:txBody>
      </p:sp>
      <p:sp>
        <p:nvSpPr>
          <p:cNvPr id="528" name="Google Shape;528;p54"/>
          <p:cNvSpPr txBox="1"/>
          <p:nvPr>
            <p:ph type="title"/>
          </p:nvPr>
        </p:nvSpPr>
        <p:spPr>
          <a:xfrm>
            <a:off x="5522663" y="1636352"/>
            <a:ext cx="2169600" cy="81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03</a:t>
            </a:r>
            <a:endParaRPr sz="4800"/>
          </a:p>
        </p:txBody>
      </p:sp>
      <p:sp>
        <p:nvSpPr>
          <p:cNvPr id="529" name="Google Shape;529;p54"/>
          <p:cNvSpPr txBox="1"/>
          <p:nvPr>
            <p:ph idx="1" type="subTitle"/>
          </p:nvPr>
        </p:nvSpPr>
        <p:spPr>
          <a:xfrm>
            <a:off x="5593313" y="2451458"/>
            <a:ext cx="2169600" cy="885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Improves transparency and resilience </a:t>
            </a:r>
            <a:endParaRPr/>
          </a:p>
        </p:txBody>
      </p:sp>
      <p:sp>
        <p:nvSpPr>
          <p:cNvPr id="530" name="Google Shape;530;p54"/>
          <p:cNvSpPr txBox="1"/>
          <p:nvPr/>
        </p:nvSpPr>
        <p:spPr>
          <a:xfrm>
            <a:off x="1823875" y="3708825"/>
            <a:ext cx="5222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goal is not only higher fraud detection, but a better balance between fraud loss, false positives and customer experience. </a:t>
            </a:r>
            <a:endParaRPr/>
          </a:p>
        </p:txBody>
      </p:sp>
      <p:grpSp>
        <p:nvGrpSpPr>
          <p:cNvPr id="531" name="Google Shape;531;p54"/>
          <p:cNvGrpSpPr/>
          <p:nvPr/>
        </p:nvGrpSpPr>
        <p:grpSpPr>
          <a:xfrm>
            <a:off x="4167938" y="1281779"/>
            <a:ext cx="354363" cy="354745"/>
            <a:chOff x="3235438" y="1970604"/>
            <a:chExt cx="354363" cy="354745"/>
          </a:xfrm>
        </p:grpSpPr>
        <p:sp>
          <p:nvSpPr>
            <p:cNvPr id="532" name="Google Shape;532;p54"/>
            <p:cNvSpPr/>
            <p:nvPr/>
          </p:nvSpPr>
          <p:spPr>
            <a:xfrm>
              <a:off x="3235438" y="2125712"/>
              <a:ext cx="132667" cy="199288"/>
            </a:xfrm>
            <a:custGeom>
              <a:rect b="b" l="l" r="r" t="t"/>
              <a:pathLst>
                <a:path extrusionOk="0" h="6261" w="4168">
                  <a:moveTo>
                    <a:pt x="2102" y="325"/>
                  </a:moveTo>
                  <a:cubicBezTo>
                    <a:pt x="2147" y="325"/>
                    <a:pt x="2191" y="331"/>
                    <a:pt x="2239" y="343"/>
                  </a:cubicBezTo>
                  <a:cubicBezTo>
                    <a:pt x="2953" y="402"/>
                    <a:pt x="3501" y="1021"/>
                    <a:pt x="3501" y="1748"/>
                  </a:cubicBezTo>
                  <a:cubicBezTo>
                    <a:pt x="3501" y="2438"/>
                    <a:pt x="3668" y="3081"/>
                    <a:pt x="3811" y="3414"/>
                  </a:cubicBezTo>
                  <a:lnTo>
                    <a:pt x="3811" y="3438"/>
                  </a:lnTo>
                  <a:cubicBezTo>
                    <a:pt x="3632" y="3534"/>
                    <a:pt x="3310" y="3736"/>
                    <a:pt x="2775" y="3831"/>
                  </a:cubicBezTo>
                  <a:lnTo>
                    <a:pt x="2775" y="3795"/>
                  </a:lnTo>
                  <a:lnTo>
                    <a:pt x="2775" y="3462"/>
                  </a:lnTo>
                  <a:cubicBezTo>
                    <a:pt x="2977" y="3343"/>
                    <a:pt x="3156" y="3164"/>
                    <a:pt x="3299" y="2938"/>
                  </a:cubicBezTo>
                  <a:cubicBezTo>
                    <a:pt x="3513" y="2545"/>
                    <a:pt x="3441" y="2021"/>
                    <a:pt x="3096" y="1712"/>
                  </a:cubicBezTo>
                  <a:cubicBezTo>
                    <a:pt x="2858" y="1486"/>
                    <a:pt x="2429" y="1236"/>
                    <a:pt x="1751" y="1236"/>
                  </a:cubicBezTo>
                  <a:cubicBezTo>
                    <a:pt x="1703" y="1236"/>
                    <a:pt x="1656" y="1248"/>
                    <a:pt x="1632" y="1271"/>
                  </a:cubicBezTo>
                  <a:lnTo>
                    <a:pt x="1286" y="1617"/>
                  </a:lnTo>
                  <a:cubicBezTo>
                    <a:pt x="1227" y="1676"/>
                    <a:pt x="1227" y="1783"/>
                    <a:pt x="1286" y="1843"/>
                  </a:cubicBezTo>
                  <a:cubicBezTo>
                    <a:pt x="1316" y="1873"/>
                    <a:pt x="1358" y="1887"/>
                    <a:pt x="1400" y="1887"/>
                  </a:cubicBezTo>
                  <a:cubicBezTo>
                    <a:pt x="1441" y="1887"/>
                    <a:pt x="1483" y="1873"/>
                    <a:pt x="1513" y="1843"/>
                  </a:cubicBezTo>
                  <a:lnTo>
                    <a:pt x="1810" y="1545"/>
                  </a:lnTo>
                  <a:cubicBezTo>
                    <a:pt x="2239" y="1557"/>
                    <a:pt x="2596" y="1688"/>
                    <a:pt x="2882" y="1950"/>
                  </a:cubicBezTo>
                  <a:cubicBezTo>
                    <a:pt x="3120" y="2152"/>
                    <a:pt x="3156" y="2510"/>
                    <a:pt x="3013" y="2783"/>
                  </a:cubicBezTo>
                  <a:cubicBezTo>
                    <a:pt x="2822" y="3105"/>
                    <a:pt x="2477" y="3319"/>
                    <a:pt x="2084" y="3319"/>
                  </a:cubicBezTo>
                  <a:cubicBezTo>
                    <a:pt x="1513" y="3319"/>
                    <a:pt x="1036" y="2843"/>
                    <a:pt x="1036" y="2260"/>
                  </a:cubicBezTo>
                  <a:cubicBezTo>
                    <a:pt x="1036" y="2164"/>
                    <a:pt x="953" y="2093"/>
                    <a:pt x="870" y="2093"/>
                  </a:cubicBezTo>
                  <a:cubicBezTo>
                    <a:pt x="774" y="2093"/>
                    <a:pt x="703" y="2164"/>
                    <a:pt x="703" y="2260"/>
                  </a:cubicBezTo>
                  <a:cubicBezTo>
                    <a:pt x="703" y="2760"/>
                    <a:pt x="989" y="3224"/>
                    <a:pt x="1405" y="3462"/>
                  </a:cubicBezTo>
                  <a:lnTo>
                    <a:pt x="1405" y="3795"/>
                  </a:lnTo>
                  <a:lnTo>
                    <a:pt x="1405" y="3831"/>
                  </a:lnTo>
                  <a:cubicBezTo>
                    <a:pt x="858" y="3712"/>
                    <a:pt x="524" y="3534"/>
                    <a:pt x="393" y="3438"/>
                  </a:cubicBezTo>
                  <a:cubicBezTo>
                    <a:pt x="393" y="3438"/>
                    <a:pt x="382" y="3438"/>
                    <a:pt x="393" y="3414"/>
                  </a:cubicBezTo>
                  <a:cubicBezTo>
                    <a:pt x="524" y="3081"/>
                    <a:pt x="691" y="2438"/>
                    <a:pt x="703" y="1748"/>
                  </a:cubicBezTo>
                  <a:cubicBezTo>
                    <a:pt x="703" y="1021"/>
                    <a:pt x="1275" y="402"/>
                    <a:pt x="1965" y="343"/>
                  </a:cubicBezTo>
                  <a:cubicBezTo>
                    <a:pt x="2013" y="331"/>
                    <a:pt x="2057" y="325"/>
                    <a:pt x="2102" y="325"/>
                  </a:cubicBezTo>
                  <a:close/>
                  <a:moveTo>
                    <a:pt x="2429" y="3581"/>
                  </a:moveTo>
                  <a:lnTo>
                    <a:pt x="2429" y="3772"/>
                  </a:lnTo>
                  <a:cubicBezTo>
                    <a:pt x="2429" y="3974"/>
                    <a:pt x="2537" y="4153"/>
                    <a:pt x="2715" y="4236"/>
                  </a:cubicBezTo>
                  <a:lnTo>
                    <a:pt x="2822" y="4296"/>
                  </a:lnTo>
                  <a:cubicBezTo>
                    <a:pt x="2668" y="4546"/>
                    <a:pt x="2382" y="4712"/>
                    <a:pt x="2072" y="4712"/>
                  </a:cubicBezTo>
                  <a:cubicBezTo>
                    <a:pt x="1775" y="4712"/>
                    <a:pt x="1489" y="4546"/>
                    <a:pt x="1334" y="4296"/>
                  </a:cubicBezTo>
                  <a:lnTo>
                    <a:pt x="1429" y="4236"/>
                  </a:lnTo>
                  <a:cubicBezTo>
                    <a:pt x="1608" y="4153"/>
                    <a:pt x="1715" y="3974"/>
                    <a:pt x="1715" y="3772"/>
                  </a:cubicBezTo>
                  <a:lnTo>
                    <a:pt x="1715" y="3581"/>
                  </a:lnTo>
                  <a:cubicBezTo>
                    <a:pt x="1834" y="3617"/>
                    <a:pt x="1953" y="3629"/>
                    <a:pt x="2072" y="3629"/>
                  </a:cubicBezTo>
                  <a:cubicBezTo>
                    <a:pt x="2191" y="3629"/>
                    <a:pt x="2310" y="3617"/>
                    <a:pt x="2429" y="3581"/>
                  </a:cubicBezTo>
                  <a:close/>
                  <a:moveTo>
                    <a:pt x="2072" y="0"/>
                  </a:moveTo>
                  <a:cubicBezTo>
                    <a:pt x="2016" y="0"/>
                    <a:pt x="1959" y="3"/>
                    <a:pt x="1906" y="9"/>
                  </a:cubicBezTo>
                  <a:cubicBezTo>
                    <a:pt x="1036" y="81"/>
                    <a:pt x="346" y="855"/>
                    <a:pt x="346" y="1748"/>
                  </a:cubicBezTo>
                  <a:cubicBezTo>
                    <a:pt x="346" y="2391"/>
                    <a:pt x="203" y="2986"/>
                    <a:pt x="60" y="3295"/>
                  </a:cubicBezTo>
                  <a:cubicBezTo>
                    <a:pt x="1" y="3450"/>
                    <a:pt x="48" y="3617"/>
                    <a:pt x="179" y="3700"/>
                  </a:cubicBezTo>
                  <a:cubicBezTo>
                    <a:pt x="322" y="3795"/>
                    <a:pt x="584" y="3950"/>
                    <a:pt x="1036" y="4093"/>
                  </a:cubicBezTo>
                  <a:lnTo>
                    <a:pt x="382" y="4415"/>
                  </a:lnTo>
                  <a:cubicBezTo>
                    <a:pt x="143" y="4534"/>
                    <a:pt x="1" y="4772"/>
                    <a:pt x="1" y="5022"/>
                  </a:cubicBezTo>
                  <a:lnTo>
                    <a:pt x="1" y="6093"/>
                  </a:lnTo>
                  <a:cubicBezTo>
                    <a:pt x="1" y="6189"/>
                    <a:pt x="84" y="6260"/>
                    <a:pt x="167" y="6260"/>
                  </a:cubicBezTo>
                  <a:cubicBezTo>
                    <a:pt x="262" y="6260"/>
                    <a:pt x="334" y="6189"/>
                    <a:pt x="334" y="6093"/>
                  </a:cubicBezTo>
                  <a:lnTo>
                    <a:pt x="334" y="5022"/>
                  </a:lnTo>
                  <a:cubicBezTo>
                    <a:pt x="334" y="4891"/>
                    <a:pt x="405" y="4772"/>
                    <a:pt x="524" y="4700"/>
                  </a:cubicBezTo>
                  <a:lnTo>
                    <a:pt x="1048" y="4450"/>
                  </a:lnTo>
                  <a:cubicBezTo>
                    <a:pt x="1275" y="4807"/>
                    <a:pt x="1656" y="5046"/>
                    <a:pt x="2084" y="5046"/>
                  </a:cubicBezTo>
                  <a:cubicBezTo>
                    <a:pt x="2525" y="5046"/>
                    <a:pt x="2906" y="4819"/>
                    <a:pt x="3132" y="4450"/>
                  </a:cubicBezTo>
                  <a:lnTo>
                    <a:pt x="3656" y="4700"/>
                  </a:lnTo>
                  <a:cubicBezTo>
                    <a:pt x="3775" y="4760"/>
                    <a:pt x="3846" y="4879"/>
                    <a:pt x="3846" y="5022"/>
                  </a:cubicBezTo>
                  <a:lnTo>
                    <a:pt x="3846" y="6093"/>
                  </a:lnTo>
                  <a:cubicBezTo>
                    <a:pt x="3846" y="6189"/>
                    <a:pt x="3918" y="6260"/>
                    <a:pt x="4013" y="6260"/>
                  </a:cubicBezTo>
                  <a:cubicBezTo>
                    <a:pt x="4096" y="6260"/>
                    <a:pt x="4168" y="6189"/>
                    <a:pt x="4168" y="6093"/>
                  </a:cubicBezTo>
                  <a:lnTo>
                    <a:pt x="4168" y="5022"/>
                  </a:lnTo>
                  <a:cubicBezTo>
                    <a:pt x="4156" y="4772"/>
                    <a:pt x="4013" y="4534"/>
                    <a:pt x="3775" y="4415"/>
                  </a:cubicBezTo>
                  <a:lnTo>
                    <a:pt x="3120" y="4093"/>
                  </a:lnTo>
                  <a:cubicBezTo>
                    <a:pt x="3549" y="3974"/>
                    <a:pt x="3834" y="3807"/>
                    <a:pt x="3965" y="3700"/>
                  </a:cubicBezTo>
                  <a:cubicBezTo>
                    <a:pt x="4096" y="3617"/>
                    <a:pt x="4144" y="3450"/>
                    <a:pt x="4084" y="3295"/>
                  </a:cubicBezTo>
                  <a:cubicBezTo>
                    <a:pt x="3953" y="2986"/>
                    <a:pt x="3799" y="2391"/>
                    <a:pt x="3799" y="1748"/>
                  </a:cubicBezTo>
                  <a:cubicBezTo>
                    <a:pt x="3799" y="855"/>
                    <a:pt x="3096" y="81"/>
                    <a:pt x="2239" y="9"/>
                  </a:cubicBezTo>
                  <a:cubicBezTo>
                    <a:pt x="2185" y="3"/>
                    <a:pt x="2129" y="0"/>
                    <a:pt x="207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4"/>
            <p:cNvSpPr/>
            <p:nvPr/>
          </p:nvSpPr>
          <p:spPr>
            <a:xfrm>
              <a:off x="3257433" y="2292373"/>
              <a:ext cx="10249" cy="32626"/>
            </a:xfrm>
            <a:custGeom>
              <a:rect b="b" l="l" r="r" t="t"/>
              <a:pathLst>
                <a:path extrusionOk="0" h="1025" w="322">
                  <a:moveTo>
                    <a:pt x="167" y="0"/>
                  </a:moveTo>
                  <a:cubicBezTo>
                    <a:pt x="72" y="0"/>
                    <a:pt x="0" y="72"/>
                    <a:pt x="0" y="167"/>
                  </a:cubicBezTo>
                  <a:lnTo>
                    <a:pt x="0" y="857"/>
                  </a:lnTo>
                  <a:cubicBezTo>
                    <a:pt x="0" y="953"/>
                    <a:pt x="72" y="1024"/>
                    <a:pt x="167" y="1024"/>
                  </a:cubicBezTo>
                  <a:cubicBezTo>
                    <a:pt x="250" y="1024"/>
                    <a:pt x="322" y="953"/>
                    <a:pt x="322" y="857"/>
                  </a:cubicBezTo>
                  <a:lnTo>
                    <a:pt x="322" y="167"/>
                  </a:lnTo>
                  <a:cubicBezTo>
                    <a:pt x="322" y="72"/>
                    <a:pt x="250"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4"/>
            <p:cNvSpPr/>
            <p:nvPr/>
          </p:nvSpPr>
          <p:spPr>
            <a:xfrm>
              <a:off x="3335098" y="2292373"/>
              <a:ext cx="10281" cy="32626"/>
            </a:xfrm>
            <a:custGeom>
              <a:rect b="b" l="l" r="r" t="t"/>
              <a:pathLst>
                <a:path extrusionOk="0" h="1025" w="323">
                  <a:moveTo>
                    <a:pt x="168" y="0"/>
                  </a:moveTo>
                  <a:cubicBezTo>
                    <a:pt x="72" y="0"/>
                    <a:pt x="1" y="72"/>
                    <a:pt x="1" y="167"/>
                  </a:cubicBezTo>
                  <a:lnTo>
                    <a:pt x="1" y="857"/>
                  </a:lnTo>
                  <a:cubicBezTo>
                    <a:pt x="1" y="953"/>
                    <a:pt x="72" y="1024"/>
                    <a:pt x="168" y="1024"/>
                  </a:cubicBezTo>
                  <a:cubicBezTo>
                    <a:pt x="251" y="1024"/>
                    <a:pt x="322" y="953"/>
                    <a:pt x="322" y="857"/>
                  </a:cubicBezTo>
                  <a:lnTo>
                    <a:pt x="322" y="167"/>
                  </a:lnTo>
                  <a:cubicBezTo>
                    <a:pt x="322" y="72"/>
                    <a:pt x="251" y="0"/>
                    <a:pt x="16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4"/>
            <p:cNvSpPr/>
            <p:nvPr/>
          </p:nvSpPr>
          <p:spPr>
            <a:xfrm>
              <a:off x="3490110" y="2163685"/>
              <a:ext cx="55734" cy="18430"/>
            </a:xfrm>
            <a:custGeom>
              <a:rect b="b" l="l" r="r" t="t"/>
              <a:pathLst>
                <a:path extrusionOk="0" h="579" w="1751">
                  <a:moveTo>
                    <a:pt x="649" y="0"/>
                  </a:moveTo>
                  <a:cubicBezTo>
                    <a:pt x="492" y="0"/>
                    <a:pt x="319" y="16"/>
                    <a:pt x="132" y="55"/>
                  </a:cubicBezTo>
                  <a:cubicBezTo>
                    <a:pt x="60" y="66"/>
                    <a:pt x="1" y="138"/>
                    <a:pt x="1" y="221"/>
                  </a:cubicBezTo>
                  <a:lnTo>
                    <a:pt x="1" y="400"/>
                  </a:lnTo>
                  <a:cubicBezTo>
                    <a:pt x="1" y="483"/>
                    <a:pt x="72" y="555"/>
                    <a:pt x="155" y="555"/>
                  </a:cubicBezTo>
                  <a:cubicBezTo>
                    <a:pt x="251" y="555"/>
                    <a:pt x="322" y="483"/>
                    <a:pt x="322" y="400"/>
                  </a:cubicBezTo>
                  <a:lnTo>
                    <a:pt x="322" y="364"/>
                  </a:lnTo>
                  <a:cubicBezTo>
                    <a:pt x="434" y="349"/>
                    <a:pt x="539" y="342"/>
                    <a:pt x="636" y="342"/>
                  </a:cubicBezTo>
                  <a:cubicBezTo>
                    <a:pt x="841" y="342"/>
                    <a:pt x="1011" y="371"/>
                    <a:pt x="1132" y="412"/>
                  </a:cubicBezTo>
                  <a:cubicBezTo>
                    <a:pt x="1334" y="471"/>
                    <a:pt x="1453" y="543"/>
                    <a:pt x="1465" y="543"/>
                  </a:cubicBezTo>
                  <a:cubicBezTo>
                    <a:pt x="1501" y="555"/>
                    <a:pt x="1525" y="578"/>
                    <a:pt x="1560" y="578"/>
                  </a:cubicBezTo>
                  <a:cubicBezTo>
                    <a:pt x="1620" y="578"/>
                    <a:pt x="1667" y="543"/>
                    <a:pt x="1691" y="495"/>
                  </a:cubicBezTo>
                  <a:cubicBezTo>
                    <a:pt x="1751" y="400"/>
                    <a:pt x="1727" y="293"/>
                    <a:pt x="1644" y="245"/>
                  </a:cubicBezTo>
                  <a:cubicBezTo>
                    <a:pt x="1625" y="236"/>
                    <a:pt x="1259" y="0"/>
                    <a:pt x="64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4"/>
            <p:cNvSpPr/>
            <p:nvPr/>
          </p:nvSpPr>
          <p:spPr>
            <a:xfrm>
              <a:off x="3445771" y="2131664"/>
              <a:ext cx="144031" cy="192953"/>
            </a:xfrm>
            <a:custGeom>
              <a:rect b="b" l="l" r="r" t="t"/>
              <a:pathLst>
                <a:path extrusionOk="0" h="6062" w="4525">
                  <a:moveTo>
                    <a:pt x="3489" y="310"/>
                  </a:moveTo>
                  <a:lnTo>
                    <a:pt x="3489" y="1120"/>
                  </a:lnTo>
                  <a:cubicBezTo>
                    <a:pt x="3489" y="1251"/>
                    <a:pt x="3453" y="1382"/>
                    <a:pt x="3394" y="1525"/>
                  </a:cubicBezTo>
                  <a:lnTo>
                    <a:pt x="3334" y="1656"/>
                  </a:lnTo>
                  <a:cubicBezTo>
                    <a:pt x="3322" y="1680"/>
                    <a:pt x="3322" y="1703"/>
                    <a:pt x="3322" y="1727"/>
                  </a:cubicBezTo>
                  <a:lnTo>
                    <a:pt x="3322" y="2073"/>
                  </a:lnTo>
                  <a:cubicBezTo>
                    <a:pt x="3322" y="2370"/>
                    <a:pt x="3203" y="2632"/>
                    <a:pt x="3001" y="2835"/>
                  </a:cubicBezTo>
                  <a:cubicBezTo>
                    <a:pt x="2796" y="3016"/>
                    <a:pt x="2549" y="3133"/>
                    <a:pt x="2268" y="3133"/>
                  </a:cubicBezTo>
                  <a:cubicBezTo>
                    <a:pt x="2254" y="3133"/>
                    <a:pt x="2241" y="3133"/>
                    <a:pt x="2227" y="3132"/>
                  </a:cubicBezTo>
                  <a:cubicBezTo>
                    <a:pt x="1655" y="3108"/>
                    <a:pt x="1191" y="2608"/>
                    <a:pt x="1191" y="2025"/>
                  </a:cubicBezTo>
                  <a:lnTo>
                    <a:pt x="1191" y="1727"/>
                  </a:lnTo>
                  <a:cubicBezTo>
                    <a:pt x="1191" y="1703"/>
                    <a:pt x="1191" y="1680"/>
                    <a:pt x="1179" y="1656"/>
                  </a:cubicBezTo>
                  <a:lnTo>
                    <a:pt x="1120" y="1525"/>
                  </a:lnTo>
                  <a:cubicBezTo>
                    <a:pt x="1060" y="1406"/>
                    <a:pt x="1036" y="1263"/>
                    <a:pt x="1036" y="1120"/>
                  </a:cubicBezTo>
                  <a:cubicBezTo>
                    <a:pt x="1036" y="668"/>
                    <a:pt x="1394" y="310"/>
                    <a:pt x="1834" y="310"/>
                  </a:cubicBezTo>
                  <a:close/>
                  <a:moveTo>
                    <a:pt x="1727" y="3335"/>
                  </a:moveTo>
                  <a:cubicBezTo>
                    <a:pt x="1882" y="3406"/>
                    <a:pt x="2048" y="3442"/>
                    <a:pt x="2215" y="3454"/>
                  </a:cubicBezTo>
                  <a:lnTo>
                    <a:pt x="2263" y="3454"/>
                  </a:lnTo>
                  <a:cubicBezTo>
                    <a:pt x="2453" y="3454"/>
                    <a:pt x="2632" y="3430"/>
                    <a:pt x="2798" y="3347"/>
                  </a:cubicBezTo>
                  <a:lnTo>
                    <a:pt x="2798" y="3573"/>
                  </a:lnTo>
                  <a:cubicBezTo>
                    <a:pt x="2798" y="3620"/>
                    <a:pt x="2810" y="3680"/>
                    <a:pt x="2810" y="3728"/>
                  </a:cubicBezTo>
                  <a:lnTo>
                    <a:pt x="2263" y="4144"/>
                  </a:lnTo>
                  <a:lnTo>
                    <a:pt x="1715" y="3728"/>
                  </a:lnTo>
                  <a:cubicBezTo>
                    <a:pt x="1727" y="3680"/>
                    <a:pt x="1727" y="3632"/>
                    <a:pt x="1727" y="3573"/>
                  </a:cubicBezTo>
                  <a:lnTo>
                    <a:pt x="1727" y="3335"/>
                  </a:lnTo>
                  <a:close/>
                  <a:moveTo>
                    <a:pt x="1834" y="1"/>
                  </a:moveTo>
                  <a:cubicBezTo>
                    <a:pt x="1203" y="1"/>
                    <a:pt x="703" y="501"/>
                    <a:pt x="703" y="1132"/>
                  </a:cubicBezTo>
                  <a:cubicBezTo>
                    <a:pt x="703" y="1322"/>
                    <a:pt x="751" y="1501"/>
                    <a:pt x="834" y="1668"/>
                  </a:cubicBezTo>
                  <a:lnTo>
                    <a:pt x="882" y="1751"/>
                  </a:lnTo>
                  <a:lnTo>
                    <a:pt x="882" y="2013"/>
                  </a:lnTo>
                  <a:cubicBezTo>
                    <a:pt x="882" y="2454"/>
                    <a:pt x="1084" y="2858"/>
                    <a:pt x="1405" y="3120"/>
                  </a:cubicBezTo>
                  <a:lnTo>
                    <a:pt x="1405" y="3561"/>
                  </a:lnTo>
                  <a:cubicBezTo>
                    <a:pt x="1405" y="3632"/>
                    <a:pt x="1358" y="3704"/>
                    <a:pt x="1286" y="3739"/>
                  </a:cubicBezTo>
                  <a:lnTo>
                    <a:pt x="453" y="4049"/>
                  </a:lnTo>
                  <a:cubicBezTo>
                    <a:pt x="179" y="4156"/>
                    <a:pt x="1" y="4406"/>
                    <a:pt x="1" y="4692"/>
                  </a:cubicBezTo>
                  <a:lnTo>
                    <a:pt x="1" y="5894"/>
                  </a:lnTo>
                  <a:cubicBezTo>
                    <a:pt x="1" y="5990"/>
                    <a:pt x="72" y="6061"/>
                    <a:pt x="167" y="6061"/>
                  </a:cubicBezTo>
                  <a:cubicBezTo>
                    <a:pt x="251" y="6061"/>
                    <a:pt x="334" y="5990"/>
                    <a:pt x="334" y="5894"/>
                  </a:cubicBezTo>
                  <a:lnTo>
                    <a:pt x="334" y="4692"/>
                  </a:lnTo>
                  <a:cubicBezTo>
                    <a:pt x="334" y="4537"/>
                    <a:pt x="417" y="4406"/>
                    <a:pt x="572" y="4347"/>
                  </a:cubicBezTo>
                  <a:lnTo>
                    <a:pt x="1405" y="4037"/>
                  </a:lnTo>
                  <a:cubicBezTo>
                    <a:pt x="1441" y="4013"/>
                    <a:pt x="1489" y="3989"/>
                    <a:pt x="1525" y="3954"/>
                  </a:cubicBezTo>
                  <a:lnTo>
                    <a:pt x="2096" y="4394"/>
                  </a:lnTo>
                  <a:lnTo>
                    <a:pt x="2096" y="5883"/>
                  </a:lnTo>
                  <a:cubicBezTo>
                    <a:pt x="2096" y="5966"/>
                    <a:pt x="2179" y="6037"/>
                    <a:pt x="2263" y="6037"/>
                  </a:cubicBezTo>
                  <a:cubicBezTo>
                    <a:pt x="2358" y="6037"/>
                    <a:pt x="2429" y="5966"/>
                    <a:pt x="2429" y="5883"/>
                  </a:cubicBezTo>
                  <a:lnTo>
                    <a:pt x="2429" y="4394"/>
                  </a:lnTo>
                  <a:lnTo>
                    <a:pt x="3013" y="3954"/>
                  </a:lnTo>
                  <a:cubicBezTo>
                    <a:pt x="3049" y="3989"/>
                    <a:pt x="3084" y="4001"/>
                    <a:pt x="3132" y="4037"/>
                  </a:cubicBezTo>
                  <a:lnTo>
                    <a:pt x="3965" y="4347"/>
                  </a:lnTo>
                  <a:cubicBezTo>
                    <a:pt x="4096" y="4406"/>
                    <a:pt x="4203" y="4537"/>
                    <a:pt x="4203" y="4692"/>
                  </a:cubicBezTo>
                  <a:lnTo>
                    <a:pt x="4203" y="5894"/>
                  </a:lnTo>
                  <a:cubicBezTo>
                    <a:pt x="4203" y="5990"/>
                    <a:pt x="4275" y="6061"/>
                    <a:pt x="4358" y="6061"/>
                  </a:cubicBezTo>
                  <a:cubicBezTo>
                    <a:pt x="4453" y="6061"/>
                    <a:pt x="4525" y="5990"/>
                    <a:pt x="4525" y="5894"/>
                  </a:cubicBezTo>
                  <a:lnTo>
                    <a:pt x="4525" y="4692"/>
                  </a:lnTo>
                  <a:cubicBezTo>
                    <a:pt x="4513" y="4418"/>
                    <a:pt x="4334" y="4168"/>
                    <a:pt x="4072" y="4061"/>
                  </a:cubicBezTo>
                  <a:lnTo>
                    <a:pt x="3239" y="3751"/>
                  </a:lnTo>
                  <a:cubicBezTo>
                    <a:pt x="3156" y="3728"/>
                    <a:pt x="3120" y="3644"/>
                    <a:pt x="3120" y="3573"/>
                  </a:cubicBezTo>
                  <a:lnTo>
                    <a:pt x="3120" y="3156"/>
                  </a:lnTo>
                  <a:cubicBezTo>
                    <a:pt x="3144" y="3132"/>
                    <a:pt x="3191" y="3096"/>
                    <a:pt x="3215" y="3061"/>
                  </a:cubicBezTo>
                  <a:cubicBezTo>
                    <a:pt x="3489" y="2799"/>
                    <a:pt x="3632" y="2454"/>
                    <a:pt x="3632" y="2073"/>
                  </a:cubicBezTo>
                  <a:lnTo>
                    <a:pt x="3632" y="1751"/>
                  </a:lnTo>
                  <a:lnTo>
                    <a:pt x="3680" y="1668"/>
                  </a:lnTo>
                  <a:cubicBezTo>
                    <a:pt x="3775" y="1501"/>
                    <a:pt x="3811" y="1311"/>
                    <a:pt x="3811" y="1132"/>
                  </a:cubicBezTo>
                  <a:lnTo>
                    <a:pt x="3811" y="168"/>
                  </a:lnTo>
                  <a:cubicBezTo>
                    <a:pt x="3811" y="72"/>
                    <a:pt x="3739" y="1"/>
                    <a:pt x="3644"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4"/>
            <p:cNvSpPr/>
            <p:nvPr/>
          </p:nvSpPr>
          <p:spPr>
            <a:xfrm>
              <a:off x="3473813" y="2287058"/>
              <a:ext cx="10631" cy="38291"/>
            </a:xfrm>
            <a:custGeom>
              <a:rect b="b" l="l" r="r" t="t"/>
              <a:pathLst>
                <a:path extrusionOk="0" h="1203" w="334">
                  <a:moveTo>
                    <a:pt x="167" y="0"/>
                  </a:moveTo>
                  <a:cubicBezTo>
                    <a:pt x="72" y="0"/>
                    <a:pt x="1" y="72"/>
                    <a:pt x="1" y="167"/>
                  </a:cubicBezTo>
                  <a:lnTo>
                    <a:pt x="1" y="1048"/>
                  </a:lnTo>
                  <a:cubicBezTo>
                    <a:pt x="1" y="1131"/>
                    <a:pt x="72" y="1203"/>
                    <a:pt x="167" y="1203"/>
                  </a:cubicBezTo>
                  <a:cubicBezTo>
                    <a:pt x="251" y="1203"/>
                    <a:pt x="334" y="1131"/>
                    <a:pt x="334" y="1048"/>
                  </a:cubicBezTo>
                  <a:lnTo>
                    <a:pt x="334" y="155"/>
                  </a:lnTo>
                  <a:cubicBezTo>
                    <a:pt x="334" y="60"/>
                    <a:pt x="251"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4"/>
            <p:cNvSpPr/>
            <p:nvPr/>
          </p:nvSpPr>
          <p:spPr>
            <a:xfrm>
              <a:off x="3551128" y="2287058"/>
              <a:ext cx="10249" cy="38291"/>
            </a:xfrm>
            <a:custGeom>
              <a:rect b="b" l="l" r="r" t="t"/>
              <a:pathLst>
                <a:path extrusionOk="0" h="1203" w="322">
                  <a:moveTo>
                    <a:pt x="167" y="0"/>
                  </a:moveTo>
                  <a:cubicBezTo>
                    <a:pt x="72" y="0"/>
                    <a:pt x="0" y="72"/>
                    <a:pt x="0" y="167"/>
                  </a:cubicBezTo>
                  <a:lnTo>
                    <a:pt x="0" y="1048"/>
                  </a:lnTo>
                  <a:cubicBezTo>
                    <a:pt x="0" y="1131"/>
                    <a:pt x="72" y="1203"/>
                    <a:pt x="167" y="1203"/>
                  </a:cubicBezTo>
                  <a:cubicBezTo>
                    <a:pt x="250" y="1203"/>
                    <a:pt x="322" y="1131"/>
                    <a:pt x="322" y="1048"/>
                  </a:cubicBezTo>
                  <a:lnTo>
                    <a:pt x="322" y="155"/>
                  </a:lnTo>
                  <a:cubicBezTo>
                    <a:pt x="322" y="60"/>
                    <a:pt x="262"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54"/>
            <p:cNvSpPr/>
            <p:nvPr/>
          </p:nvSpPr>
          <p:spPr>
            <a:xfrm>
              <a:off x="3290377" y="1970604"/>
              <a:ext cx="221378" cy="185346"/>
            </a:xfrm>
            <a:custGeom>
              <a:rect b="b" l="l" r="r" t="t"/>
              <a:pathLst>
                <a:path extrusionOk="0" h="5823" w="6955">
                  <a:moveTo>
                    <a:pt x="2406" y="4168"/>
                  </a:moveTo>
                  <a:lnTo>
                    <a:pt x="2311" y="4537"/>
                  </a:lnTo>
                  <a:lnTo>
                    <a:pt x="2085" y="4537"/>
                  </a:lnTo>
                  <a:cubicBezTo>
                    <a:pt x="1894" y="4537"/>
                    <a:pt x="1727" y="4382"/>
                    <a:pt x="1727" y="4180"/>
                  </a:cubicBezTo>
                  <a:lnTo>
                    <a:pt x="1727" y="4168"/>
                  </a:lnTo>
                  <a:close/>
                  <a:moveTo>
                    <a:pt x="5573" y="358"/>
                  </a:moveTo>
                  <a:cubicBezTo>
                    <a:pt x="5764" y="358"/>
                    <a:pt x="5930" y="525"/>
                    <a:pt x="5930" y="715"/>
                  </a:cubicBezTo>
                  <a:lnTo>
                    <a:pt x="5930" y="3501"/>
                  </a:lnTo>
                  <a:cubicBezTo>
                    <a:pt x="5930" y="3692"/>
                    <a:pt x="5764" y="3858"/>
                    <a:pt x="5573" y="3858"/>
                  </a:cubicBezTo>
                  <a:lnTo>
                    <a:pt x="4168" y="3858"/>
                  </a:lnTo>
                  <a:cubicBezTo>
                    <a:pt x="4144" y="3858"/>
                    <a:pt x="4097" y="3870"/>
                    <a:pt x="4085" y="3882"/>
                  </a:cubicBezTo>
                  <a:lnTo>
                    <a:pt x="2537" y="5001"/>
                  </a:lnTo>
                  <a:lnTo>
                    <a:pt x="2537" y="5001"/>
                  </a:lnTo>
                  <a:lnTo>
                    <a:pt x="2775" y="4049"/>
                  </a:lnTo>
                  <a:cubicBezTo>
                    <a:pt x="2787" y="4001"/>
                    <a:pt x="2775" y="3942"/>
                    <a:pt x="2739" y="3918"/>
                  </a:cubicBezTo>
                  <a:cubicBezTo>
                    <a:pt x="2716" y="3870"/>
                    <a:pt x="2668" y="3858"/>
                    <a:pt x="2608" y="3858"/>
                  </a:cubicBezTo>
                  <a:lnTo>
                    <a:pt x="692" y="3858"/>
                  </a:lnTo>
                  <a:cubicBezTo>
                    <a:pt x="501" y="3858"/>
                    <a:pt x="334" y="3692"/>
                    <a:pt x="334" y="3501"/>
                  </a:cubicBezTo>
                  <a:lnTo>
                    <a:pt x="334" y="715"/>
                  </a:lnTo>
                  <a:cubicBezTo>
                    <a:pt x="334" y="525"/>
                    <a:pt x="501" y="358"/>
                    <a:pt x="692" y="358"/>
                  </a:cubicBezTo>
                  <a:close/>
                  <a:moveTo>
                    <a:pt x="6287" y="1025"/>
                  </a:moveTo>
                  <a:cubicBezTo>
                    <a:pt x="6478" y="1025"/>
                    <a:pt x="6645" y="1191"/>
                    <a:pt x="6645" y="1382"/>
                  </a:cubicBezTo>
                  <a:lnTo>
                    <a:pt x="6645" y="4180"/>
                  </a:lnTo>
                  <a:lnTo>
                    <a:pt x="6633" y="4180"/>
                  </a:lnTo>
                  <a:cubicBezTo>
                    <a:pt x="6633" y="4382"/>
                    <a:pt x="6466" y="4537"/>
                    <a:pt x="6276" y="4537"/>
                  </a:cubicBezTo>
                  <a:lnTo>
                    <a:pt x="4871" y="4537"/>
                  </a:lnTo>
                  <a:cubicBezTo>
                    <a:pt x="4823" y="4537"/>
                    <a:pt x="4787" y="4561"/>
                    <a:pt x="4752" y="4597"/>
                  </a:cubicBezTo>
                  <a:cubicBezTo>
                    <a:pt x="4728" y="4632"/>
                    <a:pt x="4704" y="4692"/>
                    <a:pt x="4728" y="4727"/>
                  </a:cubicBezTo>
                  <a:lnTo>
                    <a:pt x="4847" y="5406"/>
                  </a:lnTo>
                  <a:lnTo>
                    <a:pt x="4847" y="5406"/>
                  </a:lnTo>
                  <a:lnTo>
                    <a:pt x="3656" y="4597"/>
                  </a:lnTo>
                  <a:lnTo>
                    <a:pt x="4251" y="4168"/>
                  </a:lnTo>
                  <a:lnTo>
                    <a:pt x="5585" y="4168"/>
                  </a:lnTo>
                  <a:cubicBezTo>
                    <a:pt x="5954" y="4168"/>
                    <a:pt x="6276" y="3858"/>
                    <a:pt x="6276" y="3489"/>
                  </a:cubicBezTo>
                  <a:lnTo>
                    <a:pt x="6276" y="1025"/>
                  </a:lnTo>
                  <a:close/>
                  <a:moveTo>
                    <a:pt x="692" y="1"/>
                  </a:moveTo>
                  <a:cubicBezTo>
                    <a:pt x="322" y="1"/>
                    <a:pt x="1" y="310"/>
                    <a:pt x="1" y="691"/>
                  </a:cubicBezTo>
                  <a:lnTo>
                    <a:pt x="1" y="3465"/>
                  </a:lnTo>
                  <a:cubicBezTo>
                    <a:pt x="1" y="3846"/>
                    <a:pt x="322" y="4156"/>
                    <a:pt x="692" y="4156"/>
                  </a:cubicBezTo>
                  <a:lnTo>
                    <a:pt x="1406" y="4156"/>
                  </a:lnTo>
                  <a:lnTo>
                    <a:pt x="1406" y="4168"/>
                  </a:lnTo>
                  <a:cubicBezTo>
                    <a:pt x="1406" y="4537"/>
                    <a:pt x="1715" y="4858"/>
                    <a:pt x="2085" y="4858"/>
                  </a:cubicBezTo>
                  <a:lnTo>
                    <a:pt x="2227" y="4858"/>
                  </a:lnTo>
                  <a:lnTo>
                    <a:pt x="2168" y="5120"/>
                  </a:lnTo>
                  <a:cubicBezTo>
                    <a:pt x="2132" y="5228"/>
                    <a:pt x="2180" y="5335"/>
                    <a:pt x="2263" y="5394"/>
                  </a:cubicBezTo>
                  <a:cubicBezTo>
                    <a:pt x="2311" y="5418"/>
                    <a:pt x="2358" y="5430"/>
                    <a:pt x="2406" y="5430"/>
                  </a:cubicBezTo>
                  <a:cubicBezTo>
                    <a:pt x="2442" y="5430"/>
                    <a:pt x="2501" y="5418"/>
                    <a:pt x="2549" y="5394"/>
                  </a:cubicBezTo>
                  <a:lnTo>
                    <a:pt x="3263" y="4870"/>
                  </a:lnTo>
                  <a:lnTo>
                    <a:pt x="3430" y="4870"/>
                  </a:lnTo>
                  <a:lnTo>
                    <a:pt x="4787" y="5775"/>
                  </a:lnTo>
                  <a:cubicBezTo>
                    <a:pt x="4823" y="5811"/>
                    <a:pt x="4871" y="5823"/>
                    <a:pt x="4918" y="5823"/>
                  </a:cubicBezTo>
                  <a:cubicBezTo>
                    <a:pt x="4954" y="5823"/>
                    <a:pt x="5002" y="5811"/>
                    <a:pt x="5049" y="5775"/>
                  </a:cubicBezTo>
                  <a:cubicBezTo>
                    <a:pt x="5144" y="5716"/>
                    <a:pt x="5180" y="5632"/>
                    <a:pt x="5156" y="5525"/>
                  </a:cubicBezTo>
                  <a:lnTo>
                    <a:pt x="5049" y="4870"/>
                  </a:lnTo>
                  <a:lnTo>
                    <a:pt x="6252" y="4870"/>
                  </a:lnTo>
                  <a:cubicBezTo>
                    <a:pt x="6633" y="4870"/>
                    <a:pt x="6942" y="4561"/>
                    <a:pt x="6942" y="4180"/>
                  </a:cubicBezTo>
                  <a:lnTo>
                    <a:pt x="6942" y="1406"/>
                  </a:lnTo>
                  <a:cubicBezTo>
                    <a:pt x="6954" y="1013"/>
                    <a:pt x="6645" y="703"/>
                    <a:pt x="6276" y="703"/>
                  </a:cubicBezTo>
                  <a:cubicBezTo>
                    <a:pt x="6252" y="310"/>
                    <a:pt x="5954" y="1"/>
                    <a:pt x="5573"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54"/>
            <p:cNvSpPr/>
            <p:nvPr/>
          </p:nvSpPr>
          <p:spPr>
            <a:xfrm>
              <a:off x="3329432" y="2004344"/>
              <a:ext cx="26928" cy="10249"/>
            </a:xfrm>
            <a:custGeom>
              <a:rect b="b" l="l" r="r" t="t"/>
              <a:pathLst>
                <a:path extrusionOk="0" h="322" w="846">
                  <a:moveTo>
                    <a:pt x="167" y="0"/>
                  </a:moveTo>
                  <a:cubicBezTo>
                    <a:pt x="72" y="0"/>
                    <a:pt x="0" y="72"/>
                    <a:pt x="0" y="167"/>
                  </a:cubicBezTo>
                  <a:cubicBezTo>
                    <a:pt x="0" y="250"/>
                    <a:pt x="72" y="322"/>
                    <a:pt x="167" y="322"/>
                  </a:cubicBezTo>
                  <a:lnTo>
                    <a:pt x="679" y="322"/>
                  </a:lnTo>
                  <a:cubicBezTo>
                    <a:pt x="774" y="322"/>
                    <a:pt x="846" y="250"/>
                    <a:pt x="846" y="167"/>
                  </a:cubicBezTo>
                  <a:cubicBezTo>
                    <a:pt x="846" y="72"/>
                    <a:pt x="774" y="0"/>
                    <a:pt x="67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4"/>
            <p:cNvSpPr/>
            <p:nvPr/>
          </p:nvSpPr>
          <p:spPr>
            <a:xfrm>
              <a:off x="3368074" y="2004344"/>
              <a:ext cx="82663" cy="10249"/>
            </a:xfrm>
            <a:custGeom>
              <a:rect b="b" l="l" r="r" t="t"/>
              <a:pathLst>
                <a:path extrusionOk="0" h="322" w="2597">
                  <a:moveTo>
                    <a:pt x="167" y="0"/>
                  </a:moveTo>
                  <a:cubicBezTo>
                    <a:pt x="84" y="0"/>
                    <a:pt x="1" y="72"/>
                    <a:pt x="1" y="167"/>
                  </a:cubicBezTo>
                  <a:cubicBezTo>
                    <a:pt x="1" y="250"/>
                    <a:pt x="84" y="322"/>
                    <a:pt x="167" y="322"/>
                  </a:cubicBezTo>
                  <a:lnTo>
                    <a:pt x="2430" y="322"/>
                  </a:lnTo>
                  <a:cubicBezTo>
                    <a:pt x="2525" y="322"/>
                    <a:pt x="2596" y="250"/>
                    <a:pt x="2596" y="167"/>
                  </a:cubicBezTo>
                  <a:cubicBezTo>
                    <a:pt x="2596" y="72"/>
                    <a:pt x="2525" y="0"/>
                    <a:pt x="2430"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4"/>
            <p:cNvSpPr/>
            <p:nvPr/>
          </p:nvSpPr>
          <p:spPr>
            <a:xfrm>
              <a:off x="3329432" y="2031622"/>
              <a:ext cx="121304" cy="10631"/>
            </a:xfrm>
            <a:custGeom>
              <a:rect b="b" l="l" r="r" t="t"/>
              <a:pathLst>
                <a:path extrusionOk="0" h="334" w="3811">
                  <a:moveTo>
                    <a:pt x="167" y="1"/>
                  </a:moveTo>
                  <a:cubicBezTo>
                    <a:pt x="72" y="1"/>
                    <a:pt x="0" y="84"/>
                    <a:pt x="0" y="167"/>
                  </a:cubicBezTo>
                  <a:cubicBezTo>
                    <a:pt x="0" y="263"/>
                    <a:pt x="72" y="334"/>
                    <a:pt x="167" y="334"/>
                  </a:cubicBezTo>
                  <a:lnTo>
                    <a:pt x="3644" y="334"/>
                  </a:lnTo>
                  <a:cubicBezTo>
                    <a:pt x="3739" y="334"/>
                    <a:pt x="3810" y="263"/>
                    <a:pt x="3810" y="167"/>
                  </a:cubicBezTo>
                  <a:cubicBezTo>
                    <a:pt x="3810" y="84"/>
                    <a:pt x="3739" y="1"/>
                    <a:pt x="3644"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4"/>
            <p:cNvSpPr/>
            <p:nvPr/>
          </p:nvSpPr>
          <p:spPr>
            <a:xfrm>
              <a:off x="3329432" y="2059664"/>
              <a:ext cx="82249" cy="10663"/>
            </a:xfrm>
            <a:custGeom>
              <a:rect b="b" l="l" r="r" t="t"/>
              <a:pathLst>
                <a:path extrusionOk="0" h="335" w="2584">
                  <a:moveTo>
                    <a:pt x="155" y="1"/>
                  </a:moveTo>
                  <a:cubicBezTo>
                    <a:pt x="72" y="1"/>
                    <a:pt x="0" y="72"/>
                    <a:pt x="0" y="167"/>
                  </a:cubicBezTo>
                  <a:cubicBezTo>
                    <a:pt x="0" y="251"/>
                    <a:pt x="72" y="334"/>
                    <a:pt x="155" y="334"/>
                  </a:cubicBezTo>
                  <a:lnTo>
                    <a:pt x="2429" y="334"/>
                  </a:lnTo>
                  <a:cubicBezTo>
                    <a:pt x="2513" y="334"/>
                    <a:pt x="2584" y="251"/>
                    <a:pt x="2584" y="167"/>
                  </a:cubicBezTo>
                  <a:cubicBezTo>
                    <a:pt x="2584" y="72"/>
                    <a:pt x="2513" y="1"/>
                    <a:pt x="242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4"/>
            <p:cNvSpPr/>
            <p:nvPr/>
          </p:nvSpPr>
          <p:spPr>
            <a:xfrm>
              <a:off x="3423777" y="2059664"/>
              <a:ext cx="26960" cy="10663"/>
            </a:xfrm>
            <a:custGeom>
              <a:rect b="b" l="l" r="r" t="t"/>
              <a:pathLst>
                <a:path extrusionOk="0" h="335" w="847">
                  <a:moveTo>
                    <a:pt x="156" y="1"/>
                  </a:moveTo>
                  <a:cubicBezTo>
                    <a:pt x="72" y="1"/>
                    <a:pt x="1" y="72"/>
                    <a:pt x="1" y="167"/>
                  </a:cubicBezTo>
                  <a:cubicBezTo>
                    <a:pt x="1" y="251"/>
                    <a:pt x="72" y="334"/>
                    <a:pt x="156" y="334"/>
                  </a:cubicBezTo>
                  <a:lnTo>
                    <a:pt x="680" y="334"/>
                  </a:lnTo>
                  <a:cubicBezTo>
                    <a:pt x="775" y="334"/>
                    <a:pt x="846" y="251"/>
                    <a:pt x="846" y="167"/>
                  </a:cubicBezTo>
                  <a:cubicBezTo>
                    <a:pt x="846" y="72"/>
                    <a:pt x="775" y="1"/>
                    <a:pt x="6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 name="Google Shape;545;p54"/>
          <p:cNvGrpSpPr/>
          <p:nvPr/>
        </p:nvGrpSpPr>
        <p:grpSpPr>
          <a:xfrm>
            <a:off x="2011990" y="1408178"/>
            <a:ext cx="327085" cy="277080"/>
            <a:chOff x="2770052" y="2009628"/>
            <a:chExt cx="327085" cy="277080"/>
          </a:xfrm>
        </p:grpSpPr>
        <p:sp>
          <p:nvSpPr>
            <p:cNvPr id="546" name="Google Shape;546;p54"/>
            <p:cNvSpPr/>
            <p:nvPr/>
          </p:nvSpPr>
          <p:spPr>
            <a:xfrm>
              <a:off x="2770052" y="2023537"/>
              <a:ext cx="327085" cy="263170"/>
            </a:xfrm>
            <a:custGeom>
              <a:rect b="b" l="l" r="r" t="t"/>
              <a:pathLst>
                <a:path extrusionOk="0" h="8268" w="10276">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4"/>
            <p:cNvSpPr/>
            <p:nvPr/>
          </p:nvSpPr>
          <p:spPr>
            <a:xfrm>
              <a:off x="3059960" y="2009628"/>
              <a:ext cx="37177" cy="26960"/>
            </a:xfrm>
            <a:custGeom>
              <a:rect b="b" l="l" r="r" t="t"/>
              <a:pathLst>
                <a:path extrusionOk="0" h="847" w="1168">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 name="Google Shape;548;p54"/>
          <p:cNvGrpSpPr/>
          <p:nvPr/>
        </p:nvGrpSpPr>
        <p:grpSpPr>
          <a:xfrm>
            <a:off x="6388662" y="1341666"/>
            <a:ext cx="344878" cy="343573"/>
            <a:chOff x="4195399" y="1970604"/>
            <a:chExt cx="344878" cy="343573"/>
          </a:xfrm>
        </p:grpSpPr>
        <p:sp>
          <p:nvSpPr>
            <p:cNvPr id="549" name="Google Shape;549;p54"/>
            <p:cNvSpPr/>
            <p:nvPr/>
          </p:nvSpPr>
          <p:spPr>
            <a:xfrm>
              <a:off x="4195399" y="1970604"/>
              <a:ext cx="344878" cy="343573"/>
            </a:xfrm>
            <a:custGeom>
              <a:rect b="b" l="l" r="r" t="t"/>
              <a:pathLst>
                <a:path extrusionOk="0" h="10794" w="10835">
                  <a:moveTo>
                    <a:pt x="4155" y="6287"/>
                  </a:moveTo>
                  <a:cubicBezTo>
                    <a:pt x="4274" y="6418"/>
                    <a:pt x="4417" y="6561"/>
                    <a:pt x="4572" y="6704"/>
                  </a:cubicBezTo>
                  <a:lnTo>
                    <a:pt x="3977" y="7299"/>
                  </a:lnTo>
                  <a:lnTo>
                    <a:pt x="3929" y="7252"/>
                  </a:lnTo>
                  <a:lnTo>
                    <a:pt x="3596" y="6918"/>
                  </a:lnTo>
                  <a:lnTo>
                    <a:pt x="3560" y="6883"/>
                  </a:lnTo>
                  <a:lnTo>
                    <a:pt x="4155" y="6287"/>
                  </a:lnTo>
                  <a:close/>
                  <a:moveTo>
                    <a:pt x="3203" y="7064"/>
                  </a:moveTo>
                  <a:cubicBezTo>
                    <a:pt x="3271" y="7064"/>
                    <a:pt x="3340" y="7091"/>
                    <a:pt x="3393" y="7144"/>
                  </a:cubicBezTo>
                  <a:lnTo>
                    <a:pt x="3715" y="7478"/>
                  </a:lnTo>
                  <a:cubicBezTo>
                    <a:pt x="3810" y="7573"/>
                    <a:pt x="3822" y="7740"/>
                    <a:pt x="3715" y="7847"/>
                  </a:cubicBezTo>
                  <a:lnTo>
                    <a:pt x="3524" y="8037"/>
                  </a:lnTo>
                  <a:lnTo>
                    <a:pt x="2822" y="7335"/>
                  </a:lnTo>
                  <a:lnTo>
                    <a:pt x="3012" y="7144"/>
                  </a:lnTo>
                  <a:cubicBezTo>
                    <a:pt x="3066" y="7091"/>
                    <a:pt x="3134" y="7064"/>
                    <a:pt x="3203" y="7064"/>
                  </a:cubicBezTo>
                  <a:close/>
                  <a:moveTo>
                    <a:pt x="2608" y="7549"/>
                  </a:moveTo>
                  <a:lnTo>
                    <a:pt x="3298" y="8252"/>
                  </a:lnTo>
                  <a:lnTo>
                    <a:pt x="1143" y="10407"/>
                  </a:lnTo>
                  <a:cubicBezTo>
                    <a:pt x="1089" y="10460"/>
                    <a:pt x="1024" y="10487"/>
                    <a:pt x="959" y="10487"/>
                  </a:cubicBezTo>
                  <a:cubicBezTo>
                    <a:pt x="893" y="10487"/>
                    <a:pt x="828" y="10460"/>
                    <a:pt x="774" y="10407"/>
                  </a:cubicBezTo>
                  <a:lnTo>
                    <a:pt x="441" y="10073"/>
                  </a:lnTo>
                  <a:cubicBezTo>
                    <a:pt x="345" y="9978"/>
                    <a:pt x="345" y="9811"/>
                    <a:pt x="441" y="9704"/>
                  </a:cubicBezTo>
                  <a:lnTo>
                    <a:pt x="2608" y="7549"/>
                  </a:lnTo>
                  <a:close/>
                  <a:moveTo>
                    <a:pt x="7037" y="1"/>
                  </a:moveTo>
                  <a:cubicBezTo>
                    <a:pt x="3941" y="1"/>
                    <a:pt x="2155" y="3513"/>
                    <a:pt x="3953" y="6013"/>
                  </a:cubicBezTo>
                  <a:lnTo>
                    <a:pt x="3239" y="6728"/>
                  </a:lnTo>
                  <a:cubicBezTo>
                    <a:pt x="3224" y="6727"/>
                    <a:pt x="3209" y="6726"/>
                    <a:pt x="3194" y="6726"/>
                  </a:cubicBezTo>
                  <a:cubicBezTo>
                    <a:pt x="3036" y="6726"/>
                    <a:pt x="2907" y="6785"/>
                    <a:pt x="2798" y="6894"/>
                  </a:cubicBezTo>
                  <a:lnTo>
                    <a:pt x="226" y="9466"/>
                  </a:lnTo>
                  <a:cubicBezTo>
                    <a:pt x="0" y="9692"/>
                    <a:pt x="0" y="10061"/>
                    <a:pt x="226" y="10288"/>
                  </a:cubicBezTo>
                  <a:lnTo>
                    <a:pt x="548" y="10633"/>
                  </a:lnTo>
                  <a:cubicBezTo>
                    <a:pt x="661" y="10740"/>
                    <a:pt x="810" y="10794"/>
                    <a:pt x="959" y="10794"/>
                  </a:cubicBezTo>
                  <a:cubicBezTo>
                    <a:pt x="1107" y="10794"/>
                    <a:pt x="1256" y="10740"/>
                    <a:pt x="1369" y="10633"/>
                  </a:cubicBezTo>
                  <a:lnTo>
                    <a:pt x="3631" y="8371"/>
                  </a:lnTo>
                  <a:lnTo>
                    <a:pt x="3941" y="8049"/>
                  </a:lnTo>
                  <a:cubicBezTo>
                    <a:pt x="4060" y="7930"/>
                    <a:pt x="4120" y="7775"/>
                    <a:pt x="4108" y="7609"/>
                  </a:cubicBezTo>
                  <a:lnTo>
                    <a:pt x="4822" y="6894"/>
                  </a:lnTo>
                  <a:cubicBezTo>
                    <a:pt x="5358" y="7275"/>
                    <a:pt x="6001" y="7514"/>
                    <a:pt x="6656" y="7597"/>
                  </a:cubicBezTo>
                  <a:lnTo>
                    <a:pt x="6668" y="7597"/>
                  </a:lnTo>
                  <a:cubicBezTo>
                    <a:pt x="6739" y="7597"/>
                    <a:pt x="6810" y="7537"/>
                    <a:pt x="6834" y="7442"/>
                  </a:cubicBezTo>
                  <a:cubicBezTo>
                    <a:pt x="6846" y="7359"/>
                    <a:pt x="6775" y="7275"/>
                    <a:pt x="6691" y="7264"/>
                  </a:cubicBezTo>
                  <a:cubicBezTo>
                    <a:pt x="6013" y="7192"/>
                    <a:pt x="5370" y="6918"/>
                    <a:pt x="4846" y="6502"/>
                  </a:cubicBezTo>
                  <a:cubicBezTo>
                    <a:pt x="2286" y="4442"/>
                    <a:pt x="3798" y="334"/>
                    <a:pt x="7037" y="334"/>
                  </a:cubicBezTo>
                  <a:cubicBezTo>
                    <a:pt x="8870" y="334"/>
                    <a:pt x="10323" y="1715"/>
                    <a:pt x="10501" y="3454"/>
                  </a:cubicBezTo>
                  <a:cubicBezTo>
                    <a:pt x="10522" y="3535"/>
                    <a:pt x="10576" y="3590"/>
                    <a:pt x="10644" y="3590"/>
                  </a:cubicBezTo>
                  <a:cubicBezTo>
                    <a:pt x="10655" y="3590"/>
                    <a:pt x="10668" y="3588"/>
                    <a:pt x="10680" y="3584"/>
                  </a:cubicBezTo>
                  <a:cubicBezTo>
                    <a:pt x="10775" y="3573"/>
                    <a:pt x="10835" y="3501"/>
                    <a:pt x="10823" y="3406"/>
                  </a:cubicBezTo>
                  <a:cubicBezTo>
                    <a:pt x="10620" y="1525"/>
                    <a:pt x="9037" y="1"/>
                    <a:pt x="703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54"/>
            <p:cNvSpPr/>
            <p:nvPr/>
          </p:nvSpPr>
          <p:spPr>
            <a:xfrm>
              <a:off x="4311356" y="1993458"/>
              <a:ext cx="206959" cy="197378"/>
            </a:xfrm>
            <a:custGeom>
              <a:rect b="b" l="l" r="r" t="t"/>
              <a:pathLst>
                <a:path extrusionOk="0" h="6201" w="6502">
                  <a:moveTo>
                    <a:pt x="3394" y="295"/>
                  </a:moveTo>
                  <a:cubicBezTo>
                    <a:pt x="4930" y="295"/>
                    <a:pt x="6180" y="1533"/>
                    <a:pt x="6180" y="3081"/>
                  </a:cubicBezTo>
                  <a:cubicBezTo>
                    <a:pt x="6180" y="4641"/>
                    <a:pt x="4930" y="5879"/>
                    <a:pt x="3394" y="5879"/>
                  </a:cubicBezTo>
                  <a:cubicBezTo>
                    <a:pt x="2679" y="5879"/>
                    <a:pt x="1965" y="5605"/>
                    <a:pt x="1429" y="5057"/>
                  </a:cubicBezTo>
                  <a:cubicBezTo>
                    <a:pt x="346" y="3974"/>
                    <a:pt x="346" y="2200"/>
                    <a:pt x="1429" y="1116"/>
                  </a:cubicBezTo>
                  <a:cubicBezTo>
                    <a:pt x="1977" y="569"/>
                    <a:pt x="2679" y="295"/>
                    <a:pt x="3394" y="295"/>
                  </a:cubicBezTo>
                  <a:close/>
                  <a:moveTo>
                    <a:pt x="3404" y="0"/>
                  </a:moveTo>
                  <a:cubicBezTo>
                    <a:pt x="2608" y="0"/>
                    <a:pt x="1810" y="301"/>
                    <a:pt x="1203" y="902"/>
                  </a:cubicBezTo>
                  <a:cubicBezTo>
                    <a:pt x="0" y="2116"/>
                    <a:pt x="0" y="4093"/>
                    <a:pt x="1203" y="5295"/>
                  </a:cubicBezTo>
                  <a:cubicBezTo>
                    <a:pt x="1822" y="5903"/>
                    <a:pt x="2608" y="6200"/>
                    <a:pt x="3394" y="6200"/>
                  </a:cubicBezTo>
                  <a:cubicBezTo>
                    <a:pt x="5108" y="6188"/>
                    <a:pt x="6501" y="4819"/>
                    <a:pt x="6501" y="3093"/>
                  </a:cubicBezTo>
                  <a:cubicBezTo>
                    <a:pt x="6501" y="2259"/>
                    <a:pt x="6180" y="1485"/>
                    <a:pt x="5596" y="902"/>
                  </a:cubicBezTo>
                  <a:cubicBezTo>
                    <a:pt x="4995" y="301"/>
                    <a:pt x="4200" y="0"/>
                    <a:pt x="340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54"/>
            <p:cNvSpPr/>
            <p:nvPr/>
          </p:nvSpPr>
          <p:spPr>
            <a:xfrm>
              <a:off x="4372374" y="2030476"/>
              <a:ext cx="94026" cy="114493"/>
            </a:xfrm>
            <a:custGeom>
              <a:rect b="b" l="l" r="r" t="t"/>
              <a:pathLst>
                <a:path extrusionOk="0" h="3597" w="2954">
                  <a:moveTo>
                    <a:pt x="1477" y="310"/>
                  </a:moveTo>
                  <a:cubicBezTo>
                    <a:pt x="1834" y="310"/>
                    <a:pt x="2120" y="584"/>
                    <a:pt x="2120" y="953"/>
                  </a:cubicBezTo>
                  <a:cubicBezTo>
                    <a:pt x="2120" y="1311"/>
                    <a:pt x="1834" y="1584"/>
                    <a:pt x="1477" y="1584"/>
                  </a:cubicBezTo>
                  <a:cubicBezTo>
                    <a:pt x="1119" y="1584"/>
                    <a:pt x="834" y="1311"/>
                    <a:pt x="834" y="953"/>
                  </a:cubicBezTo>
                  <a:cubicBezTo>
                    <a:pt x="834" y="596"/>
                    <a:pt x="1119" y="310"/>
                    <a:pt x="1477" y="310"/>
                  </a:cubicBezTo>
                  <a:close/>
                  <a:moveTo>
                    <a:pt x="1905" y="1918"/>
                  </a:moveTo>
                  <a:cubicBezTo>
                    <a:pt x="2298" y="1918"/>
                    <a:pt x="2608" y="2227"/>
                    <a:pt x="2608" y="2620"/>
                  </a:cubicBezTo>
                  <a:lnTo>
                    <a:pt x="2608" y="3287"/>
                  </a:lnTo>
                  <a:lnTo>
                    <a:pt x="2298" y="3287"/>
                  </a:lnTo>
                  <a:lnTo>
                    <a:pt x="2298" y="2585"/>
                  </a:lnTo>
                  <a:cubicBezTo>
                    <a:pt x="2298" y="2501"/>
                    <a:pt x="2227" y="2418"/>
                    <a:pt x="2132" y="2418"/>
                  </a:cubicBezTo>
                  <a:cubicBezTo>
                    <a:pt x="2048" y="2418"/>
                    <a:pt x="1965" y="2501"/>
                    <a:pt x="1965" y="2585"/>
                  </a:cubicBezTo>
                  <a:lnTo>
                    <a:pt x="1965" y="3287"/>
                  </a:lnTo>
                  <a:lnTo>
                    <a:pt x="977" y="3287"/>
                  </a:lnTo>
                  <a:lnTo>
                    <a:pt x="977" y="2585"/>
                  </a:lnTo>
                  <a:cubicBezTo>
                    <a:pt x="977" y="2501"/>
                    <a:pt x="893" y="2418"/>
                    <a:pt x="810" y="2418"/>
                  </a:cubicBezTo>
                  <a:cubicBezTo>
                    <a:pt x="715" y="2418"/>
                    <a:pt x="643" y="2501"/>
                    <a:pt x="643" y="2585"/>
                  </a:cubicBezTo>
                  <a:lnTo>
                    <a:pt x="643" y="3287"/>
                  </a:lnTo>
                  <a:lnTo>
                    <a:pt x="298" y="3287"/>
                  </a:lnTo>
                  <a:lnTo>
                    <a:pt x="298" y="2620"/>
                  </a:lnTo>
                  <a:cubicBezTo>
                    <a:pt x="298" y="2227"/>
                    <a:pt x="619" y="1918"/>
                    <a:pt x="1000" y="1918"/>
                  </a:cubicBezTo>
                  <a:close/>
                  <a:moveTo>
                    <a:pt x="1477" y="1"/>
                  </a:moveTo>
                  <a:cubicBezTo>
                    <a:pt x="941" y="1"/>
                    <a:pt x="512" y="430"/>
                    <a:pt x="512" y="965"/>
                  </a:cubicBezTo>
                  <a:cubicBezTo>
                    <a:pt x="512" y="1227"/>
                    <a:pt x="619" y="1465"/>
                    <a:pt x="798" y="1632"/>
                  </a:cubicBezTo>
                  <a:cubicBezTo>
                    <a:pt x="346" y="1739"/>
                    <a:pt x="0" y="2144"/>
                    <a:pt x="0" y="2632"/>
                  </a:cubicBezTo>
                  <a:lnTo>
                    <a:pt x="0" y="3299"/>
                  </a:lnTo>
                  <a:cubicBezTo>
                    <a:pt x="0" y="3466"/>
                    <a:pt x="143" y="3597"/>
                    <a:pt x="298" y="3597"/>
                  </a:cubicBezTo>
                  <a:lnTo>
                    <a:pt x="2643" y="3597"/>
                  </a:lnTo>
                  <a:cubicBezTo>
                    <a:pt x="2798" y="3597"/>
                    <a:pt x="2941" y="3466"/>
                    <a:pt x="2941" y="3299"/>
                  </a:cubicBezTo>
                  <a:lnTo>
                    <a:pt x="2941" y="2632"/>
                  </a:lnTo>
                  <a:cubicBezTo>
                    <a:pt x="2953" y="2144"/>
                    <a:pt x="2620" y="1739"/>
                    <a:pt x="2167" y="1632"/>
                  </a:cubicBezTo>
                  <a:cubicBezTo>
                    <a:pt x="2322" y="1453"/>
                    <a:pt x="2441" y="1215"/>
                    <a:pt x="2441" y="965"/>
                  </a:cubicBezTo>
                  <a:cubicBezTo>
                    <a:pt x="2441" y="430"/>
                    <a:pt x="2012" y="1"/>
                    <a:pt x="147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4"/>
            <p:cNvSpPr/>
            <p:nvPr/>
          </p:nvSpPr>
          <p:spPr>
            <a:xfrm>
              <a:off x="4426167" y="2098561"/>
              <a:ext cx="114111" cy="113474"/>
            </a:xfrm>
            <a:custGeom>
              <a:rect b="b" l="l" r="r" t="t"/>
              <a:pathLst>
                <a:path extrusionOk="0" h="3565" w="3585">
                  <a:moveTo>
                    <a:pt x="3401" y="1"/>
                  </a:moveTo>
                  <a:cubicBezTo>
                    <a:pt x="3330" y="1"/>
                    <a:pt x="3272" y="73"/>
                    <a:pt x="3251" y="136"/>
                  </a:cubicBezTo>
                  <a:cubicBezTo>
                    <a:pt x="3097" y="1767"/>
                    <a:pt x="1799" y="3077"/>
                    <a:pt x="144" y="3244"/>
                  </a:cubicBezTo>
                  <a:cubicBezTo>
                    <a:pt x="61" y="3255"/>
                    <a:pt x="1" y="3339"/>
                    <a:pt x="13" y="3422"/>
                  </a:cubicBezTo>
                  <a:cubicBezTo>
                    <a:pt x="25" y="3494"/>
                    <a:pt x="84" y="3565"/>
                    <a:pt x="180" y="3565"/>
                  </a:cubicBezTo>
                  <a:lnTo>
                    <a:pt x="191" y="3565"/>
                  </a:lnTo>
                  <a:cubicBezTo>
                    <a:pt x="1966" y="3398"/>
                    <a:pt x="3394" y="1970"/>
                    <a:pt x="3573" y="184"/>
                  </a:cubicBezTo>
                  <a:cubicBezTo>
                    <a:pt x="3585" y="88"/>
                    <a:pt x="3513" y="17"/>
                    <a:pt x="3430" y="5"/>
                  </a:cubicBezTo>
                  <a:cubicBezTo>
                    <a:pt x="3420" y="2"/>
                    <a:pt x="3410" y="1"/>
                    <a:pt x="340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5"/>
          <p:cNvSpPr txBox="1"/>
          <p:nvPr>
            <p:ph type="title"/>
          </p:nvPr>
        </p:nvSpPr>
        <p:spPr>
          <a:xfrm>
            <a:off x="713250" y="64105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Findings That Shaped Our Features</a:t>
            </a:r>
            <a:endParaRPr/>
          </a:p>
          <a:p>
            <a:pPr indent="0" lvl="0" marL="0" rtl="0" algn="ctr">
              <a:spcBef>
                <a:spcPts val="0"/>
              </a:spcBef>
              <a:spcAft>
                <a:spcPts val="0"/>
              </a:spcAft>
              <a:buClr>
                <a:schemeClr val="dk1"/>
              </a:buClr>
              <a:buSzPts val="1100"/>
              <a:buFont typeface="Arial"/>
              <a:buNone/>
            </a:pPr>
            <a:r>
              <a:rPr lang="en" sz="1800"/>
              <a:t>Dataset used: first 70% in time-ascending order</a:t>
            </a:r>
            <a:r>
              <a:rPr lang="en"/>
              <a:t> </a:t>
            </a:r>
            <a:endParaRPr/>
          </a:p>
        </p:txBody>
      </p:sp>
      <p:sp>
        <p:nvSpPr>
          <p:cNvPr id="558" name="Google Shape;558;p55"/>
          <p:cNvSpPr/>
          <p:nvPr/>
        </p:nvSpPr>
        <p:spPr>
          <a:xfrm>
            <a:off x="550350" y="2054263"/>
            <a:ext cx="8253900" cy="2097900"/>
          </a:xfrm>
          <a:prstGeom prst="roundRect">
            <a:avLst>
              <a:gd fmla="val 16667" name="adj"/>
            </a:avLst>
          </a:prstGeom>
          <a:solidFill>
            <a:srgbClr val="C2C2C2"/>
          </a:solidFill>
          <a:ln cap="flat" cmpd="sng" w="9525">
            <a:solidFill>
              <a:srgbClr val="C2C2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59" name="Google Shape;559;p55"/>
          <p:cNvSpPr txBox="1"/>
          <p:nvPr/>
        </p:nvSpPr>
        <p:spPr>
          <a:xfrm>
            <a:off x="788550" y="2111238"/>
            <a:ext cx="4710000" cy="7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325D79"/>
                </a:solidFill>
                <a:latin typeface="Karla"/>
                <a:ea typeface="Karla"/>
                <a:cs typeface="Karla"/>
                <a:sym typeface="Karla"/>
              </a:rPr>
              <a:t>Missing match evidence matters  </a:t>
            </a:r>
            <a:endParaRPr sz="1600">
              <a:solidFill>
                <a:schemeClr val="dk1"/>
              </a:solidFill>
              <a:latin typeface="Karla"/>
              <a:ea typeface="Karla"/>
              <a:cs typeface="Karla"/>
              <a:sym typeface="Karla"/>
            </a:endParaRPr>
          </a:p>
        </p:txBody>
      </p:sp>
      <p:sp>
        <p:nvSpPr>
          <p:cNvPr id="560" name="Google Shape;560;p55"/>
          <p:cNvSpPr txBox="1"/>
          <p:nvPr/>
        </p:nvSpPr>
        <p:spPr>
          <a:xfrm>
            <a:off x="788550" y="2571750"/>
            <a:ext cx="2382000" cy="178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Data finding:</a:t>
            </a:r>
            <a:br>
              <a:rPr b="1" lang="en" sz="1100">
                <a:solidFill>
                  <a:schemeClr val="dk1"/>
                </a:solidFill>
              </a:rPr>
            </a:br>
            <a:r>
              <a:rPr lang="en" sz="1100">
                <a:solidFill>
                  <a:schemeClr val="dk1"/>
                </a:solidFill>
              </a:rPr>
              <a:t>Missing match information (or even match information) was sometimes more strongly associated with fraud than a simple mismatch. </a:t>
            </a:r>
            <a:endParaRPr>
              <a:solidFill>
                <a:schemeClr val="dk1"/>
              </a:solidFill>
              <a:latin typeface="Karla"/>
              <a:ea typeface="Karla"/>
              <a:cs typeface="Karla"/>
              <a:sym typeface="Karla"/>
            </a:endParaRPr>
          </a:p>
          <a:p>
            <a:pPr indent="0" lvl="0" marL="0" rtl="0" algn="l">
              <a:spcBef>
                <a:spcPts val="1200"/>
              </a:spcBef>
              <a:spcAft>
                <a:spcPts val="0"/>
              </a:spcAft>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sp>
        <p:nvSpPr>
          <p:cNvPr id="561" name="Google Shape;561;p55"/>
          <p:cNvSpPr txBox="1"/>
          <p:nvPr/>
        </p:nvSpPr>
        <p:spPr>
          <a:xfrm>
            <a:off x="3381000" y="2571750"/>
            <a:ext cx="2382000" cy="178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Possible explanation</a:t>
            </a:r>
            <a:r>
              <a:rPr b="1" lang="en" sz="1100">
                <a:solidFill>
                  <a:schemeClr val="dk1"/>
                </a:solidFill>
              </a:rPr>
              <a:t>:</a:t>
            </a:r>
            <a:br>
              <a:rPr b="1" lang="en" sz="1100">
                <a:solidFill>
                  <a:schemeClr val="dk1"/>
                </a:solidFill>
              </a:rPr>
            </a:br>
            <a:r>
              <a:rPr lang="en" sz="1100">
                <a:solidFill>
                  <a:schemeClr val="dk1"/>
                </a:solidFill>
              </a:rPr>
              <a:t>Some transaction flows may provide fewer verification signals, while fraudsters can also submit information that appears internally consistent.</a:t>
            </a:r>
            <a:endParaRPr>
              <a:solidFill>
                <a:schemeClr val="dk1"/>
              </a:solidFill>
              <a:latin typeface="Karla"/>
              <a:ea typeface="Karla"/>
              <a:cs typeface="Karla"/>
              <a:sym typeface="Karla"/>
            </a:endParaRPr>
          </a:p>
          <a:p>
            <a:pPr indent="0" lvl="0" marL="0" rtl="0" algn="l">
              <a:spcBef>
                <a:spcPts val="1200"/>
              </a:spcBef>
              <a:spcAft>
                <a:spcPts val="0"/>
              </a:spcAft>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sp>
        <p:nvSpPr>
          <p:cNvPr id="562" name="Google Shape;562;p55"/>
          <p:cNvSpPr txBox="1"/>
          <p:nvPr/>
        </p:nvSpPr>
        <p:spPr>
          <a:xfrm>
            <a:off x="5973450" y="2571750"/>
            <a:ext cx="2382000" cy="178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What it changed</a:t>
            </a:r>
            <a:r>
              <a:rPr b="1" lang="en" sz="1100">
                <a:solidFill>
                  <a:schemeClr val="dk1"/>
                </a:solidFill>
              </a:rPr>
              <a:t>:</a:t>
            </a:r>
            <a:br>
              <a:rPr b="1" lang="en" sz="1100">
                <a:solidFill>
                  <a:schemeClr val="dk1"/>
                </a:solidFill>
              </a:rPr>
            </a:br>
            <a:r>
              <a:rPr lang="en" sz="1100">
                <a:solidFill>
                  <a:schemeClr val="dk1"/>
                </a:solidFill>
              </a:rPr>
              <a:t>We treated missing, matched and failed checks separately instead of assuming “mismatch = fraud.” </a:t>
            </a:r>
            <a:r>
              <a:rPr lang="en" sz="1100">
                <a:solidFill>
                  <a:schemeClr val="dk1"/>
                </a:solidFill>
              </a:rPr>
              <a:t> </a:t>
            </a:r>
            <a:endParaRPr>
              <a:solidFill>
                <a:schemeClr val="dk1"/>
              </a:solidFill>
              <a:latin typeface="Karla"/>
              <a:ea typeface="Karla"/>
              <a:cs typeface="Karla"/>
              <a:sym typeface="Karla"/>
            </a:endParaRPr>
          </a:p>
          <a:p>
            <a:pPr indent="0" lvl="0" marL="0" rtl="0" algn="l">
              <a:spcBef>
                <a:spcPts val="1200"/>
              </a:spcBef>
              <a:spcAft>
                <a:spcPts val="0"/>
              </a:spcAft>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6"/>
          <p:cNvSpPr/>
          <p:nvPr/>
        </p:nvSpPr>
        <p:spPr>
          <a:xfrm>
            <a:off x="789325" y="3175100"/>
            <a:ext cx="4260600" cy="1297800"/>
          </a:xfrm>
          <a:prstGeom prst="roundRect">
            <a:avLst>
              <a:gd fmla="val 16667" name="adj"/>
            </a:avLst>
          </a:prstGeom>
          <a:solidFill>
            <a:srgbClr val="CFD9E0"/>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68" name="Google Shape;568;p56"/>
          <p:cNvSpPr/>
          <p:nvPr/>
        </p:nvSpPr>
        <p:spPr>
          <a:xfrm>
            <a:off x="789325" y="670600"/>
            <a:ext cx="4260600" cy="2253900"/>
          </a:xfrm>
          <a:prstGeom prst="roundRect">
            <a:avLst>
              <a:gd fmla="val 16667" name="adj"/>
            </a:avLst>
          </a:prstGeom>
          <a:solidFill>
            <a:srgbClr val="CFD9E0"/>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69" name="Google Shape;569;p56"/>
          <p:cNvSpPr txBox="1"/>
          <p:nvPr/>
        </p:nvSpPr>
        <p:spPr>
          <a:xfrm>
            <a:off x="1022575" y="1193800"/>
            <a:ext cx="3794100" cy="120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Data finding:</a:t>
            </a:r>
            <a:br>
              <a:rPr b="1" lang="en" sz="1100">
                <a:solidFill>
                  <a:schemeClr val="dk1"/>
                </a:solidFill>
              </a:rPr>
            </a:br>
            <a:r>
              <a:rPr lang="en" sz="1100">
                <a:solidFill>
                  <a:schemeClr val="dk1"/>
                </a:solidFill>
              </a:rPr>
              <a:t>Transactions with recipient-email information, including matching domains, showed higher fraud rates.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Possible explanation</a:t>
            </a:r>
            <a:r>
              <a:rPr b="1" lang="en" sz="1100">
                <a:solidFill>
                  <a:schemeClr val="dk1"/>
                </a:solidFill>
              </a:rPr>
              <a:t>:</a:t>
            </a:r>
            <a:br>
              <a:rPr b="1" lang="en" sz="1100">
                <a:solidFill>
                  <a:schemeClr val="dk1"/>
                </a:solidFill>
              </a:rPr>
            </a:br>
            <a:r>
              <a:rPr lang="en" sz="1100">
                <a:solidFill>
                  <a:schemeClr val="dk1"/>
                </a:solidFill>
              </a:rPr>
              <a:t>Recipient-email fields may appear in transaction contexts involving another account, while matching domains can still be controlled by the same fraudster. </a:t>
            </a:r>
            <a:endParaRPr sz="1100">
              <a:solidFill>
                <a:schemeClr val="dk1"/>
              </a:solidFill>
            </a:endParaRPr>
          </a:p>
          <a:p>
            <a:pPr indent="0" lvl="0" marL="0" rtl="0" algn="l">
              <a:lnSpc>
                <a:spcPct val="115000"/>
              </a:lnSpc>
              <a:spcBef>
                <a:spcPts val="1200"/>
              </a:spcBef>
              <a:spcAft>
                <a:spcPts val="0"/>
              </a:spcAft>
              <a:buNone/>
            </a:pPr>
            <a:r>
              <a:t/>
            </a:r>
            <a:endParaRPr b="1" sz="1300">
              <a:solidFill>
                <a:schemeClr val="dk1"/>
              </a:solidFill>
              <a:latin typeface="Karla"/>
              <a:ea typeface="Karla"/>
              <a:cs typeface="Karla"/>
              <a:sym typeface="Karla"/>
            </a:endParaRPr>
          </a:p>
          <a:p>
            <a:pPr indent="0" lvl="0" marL="0" rtl="0" algn="l">
              <a:spcBef>
                <a:spcPts val="1200"/>
              </a:spcBef>
              <a:spcAft>
                <a:spcPts val="0"/>
              </a:spcAft>
              <a:buClr>
                <a:schemeClr val="dk1"/>
              </a:buClr>
              <a:buSzPts val="1100"/>
              <a:buFont typeface="Arial"/>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sp>
        <p:nvSpPr>
          <p:cNvPr id="570" name="Google Shape;570;p56"/>
          <p:cNvSpPr txBox="1"/>
          <p:nvPr/>
        </p:nvSpPr>
        <p:spPr>
          <a:xfrm>
            <a:off x="898675" y="767800"/>
            <a:ext cx="4041900" cy="431100"/>
          </a:xfrm>
          <a:prstGeom prst="rect">
            <a:avLst/>
          </a:prstGeom>
          <a:noFill/>
          <a:ln>
            <a:noFill/>
          </a:ln>
        </p:spPr>
        <p:txBody>
          <a:bodyPr anchorCtr="0" anchor="t" bIns="91425" lIns="91425" spcFirstLastPara="1" rIns="91425" wrap="square" tIns="91425">
            <a:spAutoFit/>
          </a:bodyPr>
          <a:lstStyle/>
          <a:p>
            <a:pPr indent="0" lvl="0" marL="0" rtl="0" algn="l">
              <a:spcBef>
                <a:spcPts val="1400"/>
              </a:spcBef>
              <a:spcAft>
                <a:spcPts val="400"/>
              </a:spcAft>
              <a:buNone/>
            </a:pPr>
            <a:r>
              <a:rPr b="1" lang="en" sz="1600">
                <a:solidFill>
                  <a:srgbClr val="325D79"/>
                </a:solidFill>
                <a:latin typeface="Karla"/>
                <a:ea typeface="Karla"/>
                <a:cs typeface="Karla"/>
                <a:sym typeface="Karla"/>
              </a:rPr>
              <a:t>Email consistency was not always safer </a:t>
            </a:r>
            <a:endParaRPr/>
          </a:p>
        </p:txBody>
      </p:sp>
      <p:pic>
        <p:nvPicPr>
          <p:cNvPr id="571" name="Google Shape;571;p56"/>
          <p:cNvPicPr preferRelativeResize="0"/>
          <p:nvPr/>
        </p:nvPicPr>
        <p:blipFill>
          <a:blip r:embed="rId3">
            <a:alphaModFix/>
          </a:blip>
          <a:stretch>
            <a:fillRect/>
          </a:stretch>
        </p:blipFill>
        <p:spPr>
          <a:xfrm>
            <a:off x="5337802" y="317850"/>
            <a:ext cx="3071597" cy="2253900"/>
          </a:xfrm>
          <a:prstGeom prst="rect">
            <a:avLst/>
          </a:prstGeom>
          <a:noFill/>
          <a:ln>
            <a:noFill/>
          </a:ln>
        </p:spPr>
      </p:pic>
      <p:sp>
        <p:nvSpPr>
          <p:cNvPr id="572" name="Google Shape;572;p56"/>
          <p:cNvSpPr txBox="1"/>
          <p:nvPr/>
        </p:nvSpPr>
        <p:spPr>
          <a:xfrm>
            <a:off x="1019500" y="3393050"/>
            <a:ext cx="36450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dk1"/>
                </a:solidFill>
              </a:rPr>
              <a:t>What it changed</a:t>
            </a:r>
            <a:r>
              <a:rPr b="1" lang="en" sz="1100">
                <a:solidFill>
                  <a:schemeClr val="dk1"/>
                </a:solidFill>
              </a:rPr>
              <a:t>:</a:t>
            </a:r>
            <a:br>
              <a:rPr b="1" lang="en" sz="1100">
                <a:solidFill>
                  <a:schemeClr val="dk1"/>
                </a:solidFill>
              </a:rPr>
            </a:br>
            <a:r>
              <a:rPr lang="en" sz="1100">
                <a:solidFill>
                  <a:schemeClr val="dk1"/>
                </a:solidFill>
              </a:rPr>
              <a:t>We kept matched, different and missing email relationships as separate signals instead of treating a match as automatically safe. </a:t>
            </a:r>
            <a:endParaRPr sz="1100">
              <a:solidFill>
                <a:schemeClr val="dk1"/>
              </a:solidFill>
            </a:endParaRPr>
          </a:p>
        </p:txBody>
      </p:sp>
      <p:pic>
        <p:nvPicPr>
          <p:cNvPr id="573" name="Google Shape;573;p56"/>
          <p:cNvPicPr preferRelativeResize="0"/>
          <p:nvPr/>
        </p:nvPicPr>
        <p:blipFill>
          <a:blip r:embed="rId4">
            <a:alphaModFix/>
          </a:blip>
          <a:stretch>
            <a:fillRect/>
          </a:stretch>
        </p:blipFill>
        <p:spPr>
          <a:xfrm>
            <a:off x="5436325" y="2571750"/>
            <a:ext cx="2973075" cy="22170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7"/>
          <p:cNvSpPr/>
          <p:nvPr/>
        </p:nvSpPr>
        <p:spPr>
          <a:xfrm>
            <a:off x="759000" y="872100"/>
            <a:ext cx="3399300" cy="3807000"/>
          </a:xfrm>
          <a:prstGeom prst="roundRect">
            <a:avLst>
              <a:gd fmla="val 16667" name="adj"/>
            </a:avLst>
          </a:prstGeom>
          <a:solidFill>
            <a:srgbClr val="EEF0F2"/>
          </a:solidFill>
          <a:ln cap="flat" cmpd="sng" w="9525">
            <a:solidFill>
              <a:srgbClr val="EEF0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79" name="Google Shape;579;p57"/>
          <p:cNvSpPr txBox="1"/>
          <p:nvPr/>
        </p:nvSpPr>
        <p:spPr>
          <a:xfrm>
            <a:off x="4572003" y="744150"/>
            <a:ext cx="3190200" cy="6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325D79"/>
                </a:solidFill>
                <a:latin typeface="Karla"/>
                <a:ea typeface="Karla"/>
                <a:cs typeface="Karla"/>
                <a:sym typeface="Karla"/>
              </a:rPr>
              <a:t>More identity data did not mean lower risk </a:t>
            </a:r>
            <a:r>
              <a:rPr b="1" lang="en" sz="1600">
                <a:solidFill>
                  <a:srgbClr val="325D79"/>
                </a:solidFill>
                <a:latin typeface="Karla"/>
                <a:ea typeface="Karla"/>
                <a:cs typeface="Karla"/>
                <a:sym typeface="Karla"/>
              </a:rPr>
              <a:t> </a:t>
            </a:r>
            <a:endParaRPr sz="1600">
              <a:solidFill>
                <a:schemeClr val="dk1"/>
              </a:solidFill>
              <a:latin typeface="Karla"/>
              <a:ea typeface="Karla"/>
              <a:cs typeface="Karla"/>
              <a:sym typeface="Karla"/>
            </a:endParaRPr>
          </a:p>
        </p:txBody>
      </p:sp>
      <p:sp>
        <p:nvSpPr>
          <p:cNvPr id="580" name="Google Shape;580;p57"/>
          <p:cNvSpPr txBox="1"/>
          <p:nvPr/>
        </p:nvSpPr>
        <p:spPr>
          <a:xfrm>
            <a:off x="964351" y="1211853"/>
            <a:ext cx="2988600" cy="225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Data finding:</a:t>
            </a:r>
            <a:br>
              <a:rPr b="1" lang="en" sz="1100">
                <a:solidFill>
                  <a:schemeClr val="dk1"/>
                </a:solidFill>
              </a:rPr>
            </a:br>
            <a:r>
              <a:rPr lang="en" sz="1100">
                <a:solidFill>
                  <a:schemeClr val="dk1"/>
                </a:solidFill>
              </a:rPr>
              <a:t>Transactions with identity or device information available showed higher fraud rates than transactions without it.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Possible explanation:</a:t>
            </a:r>
            <a:br>
              <a:rPr b="1" lang="en" sz="1100">
                <a:solidFill>
                  <a:schemeClr val="dk1"/>
                </a:solidFill>
              </a:rPr>
            </a:br>
            <a:r>
              <a:rPr lang="en" sz="1100">
                <a:solidFill>
                  <a:schemeClr val="dk1"/>
                </a:solidFill>
              </a:rPr>
              <a:t>These fields may be more common in digitally intensive or higher-risk transaction flows, where device reuse, account takeover or automated activity can occur.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What it changed:</a:t>
            </a:r>
            <a:br>
              <a:rPr b="1" lang="en" sz="1100">
                <a:solidFill>
                  <a:schemeClr val="dk1"/>
                </a:solidFill>
              </a:rPr>
            </a:br>
            <a:r>
              <a:rPr lang="en" sz="1100">
                <a:solidFill>
                  <a:schemeClr val="dk1"/>
                </a:solidFill>
              </a:rPr>
              <a:t>We used identity-data presence as contextual evidence, not as proof that a transaction was legitimate or fraudulent. </a:t>
            </a:r>
            <a:endParaRPr sz="1100">
              <a:solidFill>
                <a:schemeClr val="dk1"/>
              </a:solidFill>
            </a:endParaRPr>
          </a:p>
          <a:p>
            <a:pPr indent="0" lvl="0" marL="0" rtl="0" algn="l">
              <a:lnSpc>
                <a:spcPct val="115000"/>
              </a:lnSpc>
              <a:spcBef>
                <a:spcPts val="1200"/>
              </a:spcBef>
              <a:spcAft>
                <a:spcPts val="0"/>
              </a:spcAft>
              <a:buNone/>
            </a:pPr>
            <a:r>
              <a:t/>
            </a:r>
            <a:endParaRPr b="1" sz="1300">
              <a:solidFill>
                <a:schemeClr val="dk1"/>
              </a:solidFill>
              <a:latin typeface="Karla"/>
              <a:ea typeface="Karla"/>
              <a:cs typeface="Karla"/>
              <a:sym typeface="Karla"/>
            </a:endParaRPr>
          </a:p>
          <a:p>
            <a:pPr indent="0" lvl="0" marL="0" rtl="0" algn="l">
              <a:spcBef>
                <a:spcPts val="1200"/>
              </a:spcBef>
              <a:spcAft>
                <a:spcPts val="0"/>
              </a:spcAft>
              <a:buClr>
                <a:schemeClr val="dk1"/>
              </a:buClr>
              <a:buSzPts val="1100"/>
              <a:buFont typeface="Arial"/>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pic>
        <p:nvPicPr>
          <p:cNvPr id="581" name="Google Shape;581;p57"/>
          <p:cNvPicPr preferRelativeResize="0"/>
          <p:nvPr/>
        </p:nvPicPr>
        <p:blipFill>
          <a:blip r:embed="rId3">
            <a:alphaModFix/>
          </a:blip>
          <a:stretch>
            <a:fillRect/>
          </a:stretch>
        </p:blipFill>
        <p:spPr>
          <a:xfrm>
            <a:off x="4266600" y="1522125"/>
            <a:ext cx="4241100" cy="304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8"/>
          <p:cNvSpPr txBox="1"/>
          <p:nvPr>
            <p:ph type="title"/>
          </p:nvPr>
        </p:nvSpPr>
        <p:spPr>
          <a:xfrm>
            <a:off x="713250" y="2418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Four Pipelines </a:t>
            </a:r>
            <a:endParaRPr/>
          </a:p>
        </p:txBody>
      </p:sp>
      <p:graphicFrame>
        <p:nvGraphicFramePr>
          <p:cNvPr id="587" name="Google Shape;587;p58"/>
          <p:cNvGraphicFramePr/>
          <p:nvPr/>
        </p:nvGraphicFramePr>
        <p:xfrm>
          <a:off x="713250" y="1108125"/>
          <a:ext cx="3000000" cy="3000000"/>
        </p:xfrm>
        <a:graphic>
          <a:graphicData uri="http://schemas.openxmlformats.org/drawingml/2006/table">
            <a:tbl>
              <a:tblPr>
                <a:noFill/>
                <a:tableStyleId>{1B4F942A-C269-4141-9DC6-68F5FB5EC288}</a:tableStyleId>
              </a:tblPr>
              <a:tblGrid>
                <a:gridCol w="3815675"/>
                <a:gridCol w="3986125"/>
              </a:tblGrid>
              <a:tr h="865425">
                <a:tc>
                  <a:txBody>
                    <a:bodyPr/>
                    <a:lstStyle/>
                    <a:p>
                      <a:pPr indent="0" lvl="0" marL="0" rtl="0" algn="ctr">
                        <a:lnSpc>
                          <a:spcPct val="115000"/>
                        </a:lnSpc>
                        <a:spcBef>
                          <a:spcPts val="0"/>
                        </a:spcBef>
                        <a:spcAft>
                          <a:spcPts val="0"/>
                        </a:spcAft>
                        <a:buNone/>
                      </a:pPr>
                      <a:r>
                        <a:rPr lang="en" sz="1500">
                          <a:solidFill>
                            <a:schemeClr val="dk2"/>
                          </a:solidFill>
                          <a:latin typeface="DM Serif Display"/>
                          <a:ea typeface="DM Serif Display"/>
                          <a:cs typeface="DM Serif Display"/>
                          <a:sym typeface="DM Serif Display"/>
                        </a:rPr>
                        <a:t>Logistic Regression</a:t>
                      </a:r>
                      <a:endParaRPr sz="1500">
                        <a:solidFill>
                          <a:schemeClr val="dk2"/>
                        </a:solidFill>
                        <a:latin typeface="DM Serif Display"/>
                        <a:ea typeface="DM Serif Display"/>
                        <a:cs typeface="DM Serif Display"/>
                        <a:sym typeface="DM Serif Display"/>
                      </a:endParaRPr>
                    </a:p>
                    <a:p>
                      <a:pPr indent="0" lvl="0" marL="0" rtl="0" algn="ctr">
                        <a:lnSpc>
                          <a:spcPct val="115000"/>
                        </a:lnSpc>
                        <a:spcBef>
                          <a:spcPts val="0"/>
                        </a:spcBef>
                        <a:spcAft>
                          <a:spcPts val="0"/>
                        </a:spcAft>
                        <a:buClr>
                          <a:schemeClr val="dk1"/>
                        </a:buClr>
                        <a:buSzPts val="1100"/>
                        <a:buFont typeface="Arial"/>
                        <a:buNone/>
                      </a:pPr>
                      <a:r>
                        <a:rPr lang="en" sz="1200">
                          <a:solidFill>
                            <a:srgbClr val="404040"/>
                          </a:solidFill>
                        </a:rPr>
                        <a:t>Chen Jian</a:t>
                      </a:r>
                      <a:endParaRPr sz="1500">
                        <a:solidFill>
                          <a:schemeClr val="dk2"/>
                        </a:solidFill>
                        <a:latin typeface="DM Serif Display"/>
                        <a:ea typeface="DM Serif Display"/>
                        <a:cs typeface="DM Serif Display"/>
                        <a:sym typeface="DM Serif Display"/>
                      </a:endParaRPr>
                    </a:p>
                  </a:txBody>
                  <a:tcPr marT="91425" marB="91425" marR="91425" marL="91425" anchor="ctr">
                    <a:lnL cap="flat" cmpd="sng" w="9525">
                      <a:solidFill>
                        <a:schemeClr val="dk2"/>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chemeClr val="dk2"/>
                      </a:solidFill>
                      <a:prstDash val="dashDot"/>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1300">
                          <a:solidFill>
                            <a:srgbClr val="404040"/>
                          </a:solidFill>
                        </a:rPr>
                        <a:t>M-pattern summary/related features</a:t>
                      </a:r>
                      <a:endParaRPr b="1" sz="1500"/>
                    </a:p>
                  </a:txBody>
                  <a:tcPr marT="91425" marB="91425" marR="91425" marL="91425" anchor="ctr">
                    <a:lnL cap="flat" cmpd="sng" w="9525">
                      <a:solidFill>
                        <a:schemeClr val="dk2"/>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
                      <a:round/>
                      <a:headEnd len="sm" w="sm" type="none"/>
                      <a:tailEnd len="sm" w="sm" type="none"/>
                    </a:lnT>
                    <a:lnB cap="flat" cmpd="sng" w="9525">
                      <a:solidFill>
                        <a:schemeClr val="dk2"/>
                      </a:solidFill>
                      <a:prstDash val="dashDot"/>
                      <a:round/>
                      <a:headEnd len="sm" w="sm" type="none"/>
                      <a:tailEnd len="sm" w="sm" type="none"/>
                    </a:lnB>
                  </a:tcPr>
                </a:tc>
              </a:tr>
              <a:tr h="801350">
                <a:tc>
                  <a:txBody>
                    <a:bodyPr/>
                    <a:lstStyle/>
                    <a:p>
                      <a:pPr indent="0" lvl="0" marL="0" rtl="0" algn="ctr">
                        <a:lnSpc>
                          <a:spcPct val="115000"/>
                        </a:lnSpc>
                        <a:spcBef>
                          <a:spcPts val="0"/>
                        </a:spcBef>
                        <a:spcAft>
                          <a:spcPts val="0"/>
                        </a:spcAft>
                        <a:buClr>
                          <a:schemeClr val="dk1"/>
                        </a:buClr>
                        <a:buSzPts val="1100"/>
                        <a:buFont typeface="Arial"/>
                        <a:buNone/>
                      </a:pPr>
                      <a:r>
                        <a:rPr lang="en" sz="1500">
                          <a:solidFill>
                            <a:schemeClr val="dk2"/>
                          </a:solidFill>
                          <a:latin typeface="DM Serif Display"/>
                          <a:ea typeface="DM Serif Display"/>
                          <a:cs typeface="DM Serif Display"/>
                          <a:sym typeface="DM Serif Display"/>
                        </a:rPr>
                        <a:t>XGBoost Tree</a:t>
                      </a:r>
                      <a:endParaRPr sz="1500">
                        <a:solidFill>
                          <a:schemeClr val="dk2"/>
                        </a:solidFill>
                        <a:latin typeface="DM Serif Display"/>
                        <a:ea typeface="DM Serif Display"/>
                        <a:cs typeface="DM Serif Display"/>
                        <a:sym typeface="DM Serif Display"/>
                      </a:endParaRPr>
                    </a:p>
                    <a:p>
                      <a:pPr indent="0" lvl="0" marL="0" rtl="0" algn="ctr">
                        <a:lnSpc>
                          <a:spcPct val="115000"/>
                        </a:lnSpc>
                        <a:spcBef>
                          <a:spcPts val="0"/>
                        </a:spcBef>
                        <a:spcAft>
                          <a:spcPts val="0"/>
                        </a:spcAft>
                        <a:buClr>
                          <a:schemeClr val="dk1"/>
                        </a:buClr>
                        <a:buSzPts val="1100"/>
                        <a:buFont typeface="Arial"/>
                        <a:buNone/>
                      </a:pPr>
                      <a:r>
                        <a:rPr lang="en" sz="1200">
                          <a:solidFill>
                            <a:srgbClr val="404040"/>
                          </a:solidFill>
                        </a:rPr>
                        <a:t>Yuan Ruotian</a:t>
                      </a:r>
                      <a:endParaRPr sz="1500">
                        <a:solidFill>
                          <a:schemeClr val="dk2"/>
                        </a:solidFill>
                        <a:latin typeface="DM Serif Display"/>
                        <a:ea typeface="DM Serif Display"/>
                        <a:cs typeface="DM Serif Display"/>
                        <a:sym typeface="DM Serif Display"/>
                      </a:endParaRPr>
                    </a:p>
                  </a:txBody>
                  <a:tcPr marT="91425" marB="91425" marR="91425" marL="91425" anchor="ctr">
                    <a:lnL cap="flat" cmpd="sng" w="9525">
                      <a:solidFill>
                        <a:srgbClr val="325D79"/>
                      </a:solidFill>
                      <a:prstDash val="dashDot"/>
                      <a:round/>
                      <a:headEnd len="sm" w="sm" type="none"/>
                      <a:tailEnd len="sm" w="sm" type="none"/>
                    </a:lnL>
                    <a:lnR cap="flat" cmpd="sng" w="9525">
                      <a:solidFill>
                        <a:srgbClr val="325D79"/>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rgbClr val="325D79"/>
                      </a:solidFill>
                      <a:prstDash val="dashDot"/>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300">
                          <a:solidFill>
                            <a:srgbClr val="404040"/>
                          </a:solidFill>
                        </a:rPr>
                        <a:t>Card–address/email relationship</a:t>
                      </a:r>
                      <a:endParaRPr b="1" sz="1500"/>
                    </a:p>
                  </a:txBody>
                  <a:tcPr marT="91425" marB="91425" marR="91425" marL="91425" anchor="ctr">
                    <a:lnL cap="flat" cmpd="sng" w="9525">
                      <a:solidFill>
                        <a:srgbClr val="325D79"/>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chemeClr val="dk2"/>
                      </a:solidFill>
                      <a:prstDash val="dashDot"/>
                      <a:round/>
                      <a:headEnd len="sm" w="sm" type="none"/>
                      <a:tailEnd len="sm" w="sm" type="none"/>
                    </a:lnB>
                  </a:tcPr>
                </a:tc>
              </a:tr>
              <a:tr h="801350">
                <a:tc>
                  <a:txBody>
                    <a:bodyPr/>
                    <a:lstStyle/>
                    <a:p>
                      <a:pPr indent="0" lvl="0" marL="0" rtl="0" algn="ctr">
                        <a:lnSpc>
                          <a:spcPct val="115000"/>
                        </a:lnSpc>
                        <a:spcBef>
                          <a:spcPts val="0"/>
                        </a:spcBef>
                        <a:spcAft>
                          <a:spcPts val="0"/>
                        </a:spcAft>
                        <a:buNone/>
                      </a:pPr>
                      <a:r>
                        <a:rPr lang="en" sz="1500">
                          <a:solidFill>
                            <a:schemeClr val="dk2"/>
                          </a:solidFill>
                          <a:latin typeface="DM Serif Display"/>
                          <a:ea typeface="DM Serif Display"/>
                          <a:cs typeface="DM Serif Display"/>
                          <a:sym typeface="DM Serif Display"/>
                        </a:rPr>
                        <a:t>Rule-based points score</a:t>
                      </a:r>
                      <a:endParaRPr sz="1500">
                        <a:solidFill>
                          <a:schemeClr val="dk2"/>
                        </a:solidFill>
                        <a:latin typeface="DM Serif Display"/>
                        <a:ea typeface="DM Serif Display"/>
                        <a:cs typeface="DM Serif Display"/>
                        <a:sym typeface="DM Serif Display"/>
                      </a:endParaRPr>
                    </a:p>
                    <a:p>
                      <a:pPr indent="0" lvl="0" marL="0" rtl="0" algn="ctr">
                        <a:lnSpc>
                          <a:spcPct val="115000"/>
                        </a:lnSpc>
                        <a:spcBef>
                          <a:spcPts val="0"/>
                        </a:spcBef>
                        <a:spcAft>
                          <a:spcPts val="0"/>
                        </a:spcAft>
                        <a:buClr>
                          <a:schemeClr val="dk1"/>
                        </a:buClr>
                        <a:buSzPts val="1100"/>
                        <a:buFont typeface="Arial"/>
                        <a:buNone/>
                      </a:pPr>
                      <a:r>
                        <a:rPr lang="en" sz="1200">
                          <a:solidFill>
                            <a:srgbClr val="404040"/>
                          </a:solidFill>
                        </a:rPr>
                        <a:t>Zhang Xiaohan</a:t>
                      </a:r>
                      <a:endParaRPr sz="1500">
                        <a:solidFill>
                          <a:schemeClr val="dk2"/>
                        </a:solidFill>
                        <a:latin typeface="DM Serif Display"/>
                        <a:ea typeface="DM Serif Display"/>
                        <a:cs typeface="DM Serif Display"/>
                        <a:sym typeface="DM Serif Display"/>
                      </a:endParaRPr>
                    </a:p>
                  </a:txBody>
                  <a:tcPr marT="91425" marB="91425" marR="91425" marL="91425" anchor="ctr">
                    <a:lnL cap="flat" cmpd="sng" w="9525">
                      <a:solidFill>
                        <a:srgbClr val="325D79"/>
                      </a:solidFill>
                      <a:prstDash val="dashDot"/>
                      <a:round/>
                      <a:headEnd len="sm" w="sm" type="none"/>
                      <a:tailEnd len="sm" w="sm" type="none"/>
                    </a:lnL>
                    <a:lnR cap="flat" cmpd="sng" w="9525">
                      <a:solidFill>
                        <a:srgbClr val="325D79"/>
                      </a:solidFill>
                      <a:prstDash val="dashDot"/>
                      <a:round/>
                      <a:headEnd len="sm" w="sm" type="none"/>
                      <a:tailEnd len="sm" w="sm" type="none"/>
                    </a:lnR>
                    <a:lnT cap="flat" cmpd="sng" w="9525">
                      <a:solidFill>
                        <a:srgbClr val="325D79"/>
                      </a:solidFill>
                      <a:prstDash val="dashDot"/>
                      <a:round/>
                      <a:headEnd len="sm" w="sm" type="none"/>
                      <a:tailEnd len="sm" w="sm" type="none"/>
                    </a:lnT>
                    <a:lnB cap="flat" cmpd="sng" w="9525">
                      <a:solidFill>
                        <a:srgbClr val="325D79"/>
                      </a:solidFill>
                      <a:prstDash val="dashDot"/>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300">
                          <a:solidFill>
                            <a:srgbClr val="404040"/>
                          </a:solidFill>
                        </a:rPr>
                        <a:t>Transparent risk score</a:t>
                      </a:r>
                      <a:endParaRPr b="1" sz="1500"/>
                    </a:p>
                  </a:txBody>
                  <a:tcPr marT="91425" marB="91425" marR="91425" marL="91425" anchor="ctr">
                    <a:lnL cap="flat" cmpd="sng" w="9525">
                      <a:solidFill>
                        <a:srgbClr val="325D79"/>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chemeClr val="dk2"/>
                      </a:solidFill>
                      <a:prstDash val="dashDot"/>
                      <a:round/>
                      <a:headEnd len="sm" w="sm" type="none"/>
                      <a:tailEnd len="sm" w="sm" type="none"/>
                    </a:lnB>
                  </a:tcPr>
                </a:tc>
              </a:tr>
              <a:tr h="801350">
                <a:tc>
                  <a:txBody>
                    <a:bodyPr/>
                    <a:lstStyle/>
                    <a:p>
                      <a:pPr indent="0" lvl="0" marL="0" rtl="0" algn="ctr">
                        <a:lnSpc>
                          <a:spcPct val="115000"/>
                        </a:lnSpc>
                        <a:spcBef>
                          <a:spcPts val="0"/>
                        </a:spcBef>
                        <a:spcAft>
                          <a:spcPts val="0"/>
                        </a:spcAft>
                        <a:buNone/>
                      </a:pPr>
                      <a:r>
                        <a:rPr lang="en" sz="1500">
                          <a:solidFill>
                            <a:schemeClr val="dk2"/>
                          </a:solidFill>
                          <a:latin typeface="DM Serif Display"/>
                          <a:ea typeface="DM Serif Display"/>
                          <a:cs typeface="DM Serif Display"/>
                          <a:sym typeface="DM Serif Display"/>
                        </a:rPr>
                        <a:t>Isolation Forest</a:t>
                      </a:r>
                      <a:endParaRPr sz="1500">
                        <a:solidFill>
                          <a:schemeClr val="dk2"/>
                        </a:solidFill>
                        <a:latin typeface="DM Serif Display"/>
                        <a:ea typeface="DM Serif Display"/>
                        <a:cs typeface="DM Serif Display"/>
                        <a:sym typeface="DM Serif Display"/>
                      </a:endParaRPr>
                    </a:p>
                    <a:p>
                      <a:pPr indent="0" lvl="0" marL="0" rtl="0" algn="ctr">
                        <a:lnSpc>
                          <a:spcPct val="115000"/>
                        </a:lnSpc>
                        <a:spcBef>
                          <a:spcPts val="0"/>
                        </a:spcBef>
                        <a:spcAft>
                          <a:spcPts val="0"/>
                        </a:spcAft>
                        <a:buClr>
                          <a:schemeClr val="dk1"/>
                        </a:buClr>
                        <a:buSzPts val="1100"/>
                        <a:buFont typeface="Arial"/>
                        <a:buNone/>
                      </a:pPr>
                      <a:r>
                        <a:rPr lang="en" sz="1200">
                          <a:solidFill>
                            <a:srgbClr val="404040"/>
                          </a:solidFill>
                        </a:rPr>
                        <a:t>Zhang Yang</a:t>
                      </a:r>
                      <a:endParaRPr sz="1500">
                        <a:solidFill>
                          <a:schemeClr val="dk2"/>
                        </a:solidFill>
                        <a:latin typeface="DM Serif Display"/>
                        <a:ea typeface="DM Serif Display"/>
                        <a:cs typeface="DM Serif Display"/>
                        <a:sym typeface="DM Serif Display"/>
                      </a:endParaRPr>
                    </a:p>
                  </a:txBody>
                  <a:tcPr marT="91425" marB="91425" marR="91425" marL="91425" anchor="ctr">
                    <a:lnL cap="flat" cmpd="sng" w="9525">
                      <a:solidFill>
                        <a:srgbClr val="325D79"/>
                      </a:solidFill>
                      <a:prstDash val="dashDot"/>
                      <a:round/>
                      <a:headEnd len="sm" w="sm" type="none"/>
                      <a:tailEnd len="sm" w="sm" type="none"/>
                    </a:lnL>
                    <a:lnR cap="flat" cmpd="sng" w="9525">
                      <a:solidFill>
                        <a:srgbClr val="325D79"/>
                      </a:solidFill>
                      <a:prstDash val="dashDot"/>
                      <a:round/>
                      <a:headEnd len="sm" w="sm" type="none"/>
                      <a:tailEnd len="sm" w="sm" type="none"/>
                    </a:lnR>
                    <a:lnT cap="flat" cmpd="sng" w="9525">
                      <a:solidFill>
                        <a:srgbClr val="325D79"/>
                      </a:solidFill>
                      <a:prstDash val="dashDot"/>
                      <a:round/>
                      <a:headEnd len="sm" w="sm" type="none"/>
                      <a:tailEnd len="sm" w="sm" type="none"/>
                    </a:lnT>
                    <a:lnB cap="flat" cmpd="sng" w="9525">
                      <a:solidFill>
                        <a:srgbClr val="325D79"/>
                      </a:solidFill>
                      <a:prstDash val="dashDot"/>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300">
                          <a:solidFill>
                            <a:srgbClr val="404040"/>
                          </a:solidFill>
                        </a:rPr>
                        <a:t>Unusual</a:t>
                      </a:r>
                      <a:r>
                        <a:rPr b="1" lang="en" sz="1300">
                          <a:solidFill>
                            <a:srgbClr val="404040"/>
                          </a:solidFill>
                        </a:rPr>
                        <a:t> transaction detection</a:t>
                      </a:r>
                      <a:endParaRPr b="1" sz="1500"/>
                    </a:p>
                  </a:txBody>
                  <a:tcPr marT="91425" marB="91425" marR="91425" marL="91425" anchor="ctr">
                    <a:lnL cap="flat" cmpd="sng" w="9525">
                      <a:solidFill>
                        <a:srgbClr val="325D79"/>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chemeClr val="dk2"/>
                      </a:solidFill>
                      <a:prstDash val="dashDot"/>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9"/>
          <p:cNvSpPr/>
          <p:nvPr/>
        </p:nvSpPr>
        <p:spPr>
          <a:xfrm>
            <a:off x="702225" y="1164450"/>
            <a:ext cx="7746300" cy="3693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93" name="Google Shape;593;p59"/>
          <p:cNvSpPr/>
          <p:nvPr/>
        </p:nvSpPr>
        <p:spPr>
          <a:xfrm>
            <a:off x="824625" y="264575"/>
            <a:ext cx="4341300" cy="46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594" name="Google Shape;594;p59"/>
          <p:cNvSpPr txBox="1"/>
          <p:nvPr>
            <p:ph type="title"/>
          </p:nvPr>
        </p:nvSpPr>
        <p:spPr>
          <a:xfrm>
            <a:off x="822825" y="271925"/>
            <a:ext cx="4289700" cy="4806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2200">
                <a:solidFill>
                  <a:schemeClr val="dk2"/>
                </a:solidFill>
              </a:rPr>
              <a:t>Pipeline 1 - </a:t>
            </a:r>
            <a:r>
              <a:rPr b="1" lang="en" sz="2200">
                <a:solidFill>
                  <a:schemeClr val="dk2"/>
                </a:solidFill>
              </a:rPr>
              <a:t>Logistic Regression</a:t>
            </a:r>
            <a:endParaRPr b="1" sz="2200"/>
          </a:p>
        </p:txBody>
      </p:sp>
      <p:sp>
        <p:nvSpPr>
          <p:cNvPr id="595" name="Google Shape;595;p59"/>
          <p:cNvSpPr txBox="1"/>
          <p:nvPr/>
        </p:nvSpPr>
        <p:spPr>
          <a:xfrm>
            <a:off x="731625" y="764174"/>
            <a:ext cx="8174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404040"/>
                </a:solidFill>
              </a:rPr>
              <a:t>Test whether summary patterns from the M-fields can support fraud detection in a simple, explainable model. </a:t>
            </a:r>
            <a:endParaRPr>
              <a:solidFill>
                <a:schemeClr val="dk1"/>
              </a:solidFill>
            </a:endParaRPr>
          </a:p>
        </p:txBody>
      </p:sp>
      <p:sp>
        <p:nvSpPr>
          <p:cNvPr id="596" name="Google Shape;596;p59"/>
          <p:cNvSpPr/>
          <p:nvPr/>
        </p:nvSpPr>
        <p:spPr>
          <a:xfrm>
            <a:off x="731625" y="1737775"/>
            <a:ext cx="2458500" cy="30270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525" lIns="91525" spcFirstLastPara="1" rIns="91525" wrap="square" tIns="91525">
            <a:noAutofit/>
          </a:bodyPr>
          <a:lstStyle/>
          <a:p>
            <a:pPr indent="0" lvl="0" marL="0" rtl="0" algn="l">
              <a:spcBef>
                <a:spcPts val="0"/>
              </a:spcBef>
              <a:spcAft>
                <a:spcPts val="0"/>
              </a:spcAft>
              <a:buNone/>
            </a:pPr>
            <a:r>
              <a:t/>
            </a:r>
            <a:endParaRPr/>
          </a:p>
        </p:txBody>
      </p:sp>
      <p:sp>
        <p:nvSpPr>
          <p:cNvPr id="597" name="Google Shape;597;p59"/>
          <p:cNvSpPr txBox="1"/>
          <p:nvPr/>
        </p:nvSpPr>
        <p:spPr>
          <a:xfrm>
            <a:off x="879525" y="2158450"/>
            <a:ext cx="2162700" cy="1988100"/>
          </a:xfrm>
          <a:prstGeom prst="rect">
            <a:avLst/>
          </a:prstGeom>
          <a:noFill/>
          <a:ln>
            <a:noFill/>
          </a:ln>
        </p:spPr>
        <p:txBody>
          <a:bodyPr anchorCtr="0" anchor="t" bIns="91525" lIns="91525" spcFirstLastPara="1" rIns="91525" wrap="square" tIns="91525">
            <a:noAutofit/>
          </a:bodyPr>
          <a:lstStyle/>
          <a:p>
            <a:pPr indent="0" lvl="0" marL="0" rtl="0" algn="l">
              <a:lnSpc>
                <a:spcPct val="115000"/>
              </a:lnSpc>
              <a:spcBef>
                <a:spcPts val="1502"/>
              </a:spcBef>
              <a:spcAft>
                <a:spcPts val="1502"/>
              </a:spcAft>
              <a:buNone/>
            </a:pPr>
            <a:r>
              <a:rPr lang="en">
                <a:solidFill>
                  <a:schemeClr val="dk1"/>
                </a:solidFill>
                <a:latin typeface="Karla"/>
                <a:ea typeface="Karla"/>
                <a:cs typeface="Karla"/>
                <a:sym typeface="Karla"/>
              </a:rPr>
              <a:t>Test whether summary patterns from the M-fields can support fraud detection in a simple, explainable model. </a:t>
            </a:r>
            <a:endParaRPr>
              <a:solidFill>
                <a:schemeClr val="dk1"/>
              </a:solidFill>
              <a:latin typeface="Karla"/>
              <a:ea typeface="Karla"/>
              <a:cs typeface="Karla"/>
              <a:sym typeface="Karla"/>
            </a:endParaRPr>
          </a:p>
        </p:txBody>
      </p:sp>
      <p:cxnSp>
        <p:nvCxnSpPr>
          <p:cNvPr id="598" name="Google Shape;598;p59"/>
          <p:cNvCxnSpPr/>
          <p:nvPr/>
        </p:nvCxnSpPr>
        <p:spPr>
          <a:xfrm>
            <a:off x="3590542" y="3469503"/>
            <a:ext cx="0" cy="0"/>
          </a:xfrm>
          <a:prstGeom prst="straightConnector1">
            <a:avLst/>
          </a:prstGeom>
          <a:noFill/>
          <a:ln cap="flat" cmpd="sng" w="9525">
            <a:solidFill>
              <a:schemeClr val="dk2"/>
            </a:solidFill>
            <a:prstDash val="solid"/>
            <a:round/>
            <a:headEnd len="med" w="med" type="none"/>
            <a:tailEnd len="med" w="med" type="none"/>
          </a:ln>
        </p:spPr>
      </p:cxnSp>
      <p:sp>
        <p:nvSpPr>
          <p:cNvPr id="599" name="Google Shape;599;p59"/>
          <p:cNvSpPr/>
          <p:nvPr/>
        </p:nvSpPr>
        <p:spPr>
          <a:xfrm>
            <a:off x="3367451" y="1737763"/>
            <a:ext cx="2458500" cy="30270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525" lIns="91525" spcFirstLastPara="1" rIns="91525" wrap="square" tIns="91525">
            <a:noAutofit/>
          </a:bodyPr>
          <a:lstStyle/>
          <a:p>
            <a:pPr indent="0" lvl="0" marL="0" rtl="0" algn="l">
              <a:spcBef>
                <a:spcPts val="0"/>
              </a:spcBef>
              <a:spcAft>
                <a:spcPts val="0"/>
              </a:spcAft>
              <a:buNone/>
            </a:pPr>
            <a:r>
              <a:t/>
            </a:r>
            <a:endParaRPr/>
          </a:p>
        </p:txBody>
      </p:sp>
      <p:cxnSp>
        <p:nvCxnSpPr>
          <p:cNvPr id="600" name="Google Shape;600;p59"/>
          <p:cNvCxnSpPr/>
          <p:nvPr/>
        </p:nvCxnSpPr>
        <p:spPr>
          <a:xfrm>
            <a:off x="6200580" y="3469503"/>
            <a:ext cx="0" cy="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59"/>
          <p:cNvCxnSpPr/>
          <p:nvPr/>
        </p:nvCxnSpPr>
        <p:spPr>
          <a:xfrm>
            <a:off x="6151171" y="3469503"/>
            <a:ext cx="0" cy="0"/>
          </a:xfrm>
          <a:prstGeom prst="straightConnector1">
            <a:avLst/>
          </a:prstGeom>
          <a:noFill/>
          <a:ln cap="flat" cmpd="sng" w="9525">
            <a:solidFill>
              <a:schemeClr val="dk2"/>
            </a:solidFill>
            <a:prstDash val="solid"/>
            <a:round/>
            <a:headEnd len="med" w="med" type="none"/>
            <a:tailEnd len="med" w="med" type="none"/>
          </a:ln>
        </p:spPr>
      </p:cxnSp>
      <p:sp>
        <p:nvSpPr>
          <p:cNvPr id="602" name="Google Shape;602;p59"/>
          <p:cNvSpPr/>
          <p:nvPr/>
        </p:nvSpPr>
        <p:spPr>
          <a:xfrm>
            <a:off x="6151175" y="1799250"/>
            <a:ext cx="2458500" cy="29655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525" lIns="91525" spcFirstLastPara="1" rIns="91525" wrap="square" tIns="91525">
            <a:noAutofit/>
          </a:bodyPr>
          <a:lstStyle/>
          <a:p>
            <a:pPr indent="0" lvl="0" marL="0" rtl="0" algn="l">
              <a:spcBef>
                <a:spcPts val="0"/>
              </a:spcBef>
              <a:spcAft>
                <a:spcPts val="0"/>
              </a:spcAft>
              <a:buNone/>
            </a:pPr>
            <a:r>
              <a:t/>
            </a:r>
            <a:endParaRPr/>
          </a:p>
        </p:txBody>
      </p:sp>
      <p:sp>
        <p:nvSpPr>
          <p:cNvPr id="603" name="Google Shape;603;p59"/>
          <p:cNvSpPr txBox="1"/>
          <p:nvPr/>
        </p:nvSpPr>
        <p:spPr>
          <a:xfrm>
            <a:off x="6476400" y="2158450"/>
            <a:ext cx="1954800" cy="1988100"/>
          </a:xfrm>
          <a:prstGeom prst="rect">
            <a:avLst/>
          </a:prstGeom>
          <a:noFill/>
          <a:ln>
            <a:noFill/>
          </a:ln>
        </p:spPr>
        <p:txBody>
          <a:bodyPr anchorCtr="0" anchor="t" bIns="91525" lIns="91525" spcFirstLastPara="1" rIns="91525" wrap="square" tIns="91525">
            <a:noAutofit/>
          </a:bodyPr>
          <a:lstStyle/>
          <a:p>
            <a:pPr indent="0" lvl="0" marL="0" rtl="0" algn="l">
              <a:lnSpc>
                <a:spcPct val="115000"/>
              </a:lnSpc>
              <a:spcBef>
                <a:spcPts val="1502"/>
              </a:spcBef>
              <a:spcAft>
                <a:spcPts val="1502"/>
              </a:spcAft>
              <a:buNone/>
            </a:pPr>
            <a:r>
              <a:rPr lang="en" sz="1401">
                <a:solidFill>
                  <a:schemeClr val="dk1"/>
                </a:solidFill>
                <a:latin typeface="Karla"/>
                <a:ea typeface="Karla"/>
                <a:cs typeface="Karla"/>
                <a:sym typeface="Karla"/>
              </a:rPr>
              <a:t>Useful as supporting evidence, but not strong enough to drive decisions alone.</a:t>
            </a:r>
            <a:endParaRPr sz="1401">
              <a:solidFill>
                <a:schemeClr val="dk1"/>
              </a:solidFill>
              <a:latin typeface="Karla"/>
              <a:ea typeface="Karla"/>
              <a:cs typeface="Karla"/>
              <a:sym typeface="Karla"/>
            </a:endParaRPr>
          </a:p>
        </p:txBody>
      </p:sp>
      <p:sp>
        <p:nvSpPr>
          <p:cNvPr id="604" name="Google Shape;604;p59"/>
          <p:cNvSpPr txBox="1"/>
          <p:nvPr/>
        </p:nvSpPr>
        <p:spPr>
          <a:xfrm>
            <a:off x="822825" y="1145125"/>
            <a:ext cx="1954800" cy="400500"/>
          </a:xfrm>
          <a:prstGeom prst="rect">
            <a:avLst/>
          </a:prstGeom>
          <a:noFill/>
          <a:ln>
            <a:noFill/>
          </a:ln>
        </p:spPr>
        <p:txBody>
          <a:bodyPr anchorCtr="0" anchor="t" bIns="91525" lIns="91525" spcFirstLastPara="1" rIns="91525" wrap="square" tIns="91525">
            <a:noAutofit/>
          </a:bodyPr>
          <a:lstStyle/>
          <a:p>
            <a:pPr indent="0" lvl="0" marL="0" rtl="0" algn="ctr">
              <a:lnSpc>
                <a:spcPct val="115000"/>
              </a:lnSpc>
              <a:spcBef>
                <a:spcPts val="1402"/>
              </a:spcBef>
              <a:spcAft>
                <a:spcPts val="0"/>
              </a:spcAft>
              <a:buNone/>
            </a:pPr>
            <a:r>
              <a:rPr b="1" lang="en" sz="1402">
                <a:solidFill>
                  <a:srgbClr val="325D79"/>
                </a:solidFill>
              </a:rPr>
              <a:t>Purpose </a:t>
            </a:r>
            <a:endParaRPr b="1" sz="1402">
              <a:solidFill>
                <a:srgbClr val="325D79"/>
              </a:solidFill>
            </a:endParaRPr>
          </a:p>
          <a:p>
            <a:pPr indent="0" lvl="0" marL="0" rtl="0" algn="ctr">
              <a:spcBef>
                <a:spcPts val="400"/>
              </a:spcBef>
              <a:spcAft>
                <a:spcPts val="0"/>
              </a:spcAft>
              <a:buNone/>
            </a:pPr>
            <a:r>
              <a:t/>
            </a:r>
            <a:endParaRPr b="1" sz="1201">
              <a:solidFill>
                <a:schemeClr val="dk1"/>
              </a:solidFill>
            </a:endParaRPr>
          </a:p>
        </p:txBody>
      </p:sp>
      <p:sp>
        <p:nvSpPr>
          <p:cNvPr id="605" name="Google Shape;605;p59"/>
          <p:cNvSpPr txBox="1"/>
          <p:nvPr/>
        </p:nvSpPr>
        <p:spPr>
          <a:xfrm>
            <a:off x="3930192" y="1145113"/>
            <a:ext cx="1748400" cy="400500"/>
          </a:xfrm>
          <a:prstGeom prst="rect">
            <a:avLst/>
          </a:prstGeom>
          <a:noFill/>
          <a:ln>
            <a:noFill/>
          </a:ln>
        </p:spPr>
        <p:txBody>
          <a:bodyPr anchorCtr="0" anchor="t" bIns="91525" lIns="91525" spcFirstLastPara="1" rIns="91525" wrap="square" tIns="91525">
            <a:spAutoFit/>
          </a:bodyPr>
          <a:lstStyle/>
          <a:p>
            <a:pPr indent="0" lvl="0" marL="0" rtl="0" algn="l">
              <a:lnSpc>
                <a:spcPct val="115000"/>
              </a:lnSpc>
              <a:spcBef>
                <a:spcPts val="1402"/>
              </a:spcBef>
              <a:spcAft>
                <a:spcPts val="400"/>
              </a:spcAft>
              <a:buNone/>
            </a:pPr>
            <a:r>
              <a:t/>
            </a:r>
            <a:endParaRPr b="1" sz="1402">
              <a:solidFill>
                <a:schemeClr val="dk1"/>
              </a:solidFill>
            </a:endParaRPr>
          </a:p>
        </p:txBody>
      </p:sp>
      <p:sp>
        <p:nvSpPr>
          <p:cNvPr id="606" name="Google Shape;606;p59"/>
          <p:cNvSpPr txBox="1"/>
          <p:nvPr/>
        </p:nvSpPr>
        <p:spPr>
          <a:xfrm>
            <a:off x="3826952" y="1148838"/>
            <a:ext cx="1490100" cy="400500"/>
          </a:xfrm>
          <a:prstGeom prst="rect">
            <a:avLst/>
          </a:prstGeom>
          <a:noFill/>
          <a:ln>
            <a:noFill/>
          </a:ln>
        </p:spPr>
        <p:txBody>
          <a:bodyPr anchorCtr="0" anchor="t" bIns="91525" lIns="91525" spcFirstLastPara="1" rIns="91525" wrap="square" tIns="91525">
            <a:spAutoFit/>
          </a:bodyPr>
          <a:lstStyle/>
          <a:p>
            <a:pPr indent="0" lvl="0" marL="0" rtl="0" algn="ctr">
              <a:lnSpc>
                <a:spcPct val="115000"/>
              </a:lnSpc>
              <a:spcBef>
                <a:spcPts val="1402"/>
              </a:spcBef>
              <a:spcAft>
                <a:spcPts val="400"/>
              </a:spcAft>
              <a:buNone/>
            </a:pPr>
            <a:r>
              <a:rPr b="1" lang="en" sz="1402">
                <a:solidFill>
                  <a:srgbClr val="325D79"/>
                </a:solidFill>
              </a:rPr>
              <a:t>Contribution</a:t>
            </a:r>
            <a:endParaRPr b="1" sz="1402">
              <a:solidFill>
                <a:schemeClr val="dk1"/>
              </a:solidFill>
            </a:endParaRPr>
          </a:p>
        </p:txBody>
      </p:sp>
      <p:cxnSp>
        <p:nvCxnSpPr>
          <p:cNvPr id="607" name="Google Shape;607;p59"/>
          <p:cNvCxnSpPr>
            <a:stCxn id="596" idx="3"/>
          </p:cNvCxnSpPr>
          <p:nvPr/>
        </p:nvCxnSpPr>
        <p:spPr>
          <a:xfrm>
            <a:off x="3190125" y="3251275"/>
            <a:ext cx="178500" cy="0"/>
          </a:xfrm>
          <a:prstGeom prst="straightConnector1">
            <a:avLst/>
          </a:prstGeom>
          <a:noFill/>
          <a:ln cap="flat" cmpd="sng" w="9525">
            <a:solidFill>
              <a:schemeClr val="dk1"/>
            </a:solidFill>
            <a:prstDash val="solid"/>
            <a:round/>
            <a:headEnd len="med" w="med" type="none"/>
            <a:tailEnd len="med" w="med" type="triangle"/>
          </a:ln>
        </p:spPr>
      </p:cxnSp>
      <p:cxnSp>
        <p:nvCxnSpPr>
          <p:cNvPr id="608" name="Google Shape;608;p59"/>
          <p:cNvCxnSpPr>
            <a:endCxn id="602" idx="1"/>
          </p:cNvCxnSpPr>
          <p:nvPr/>
        </p:nvCxnSpPr>
        <p:spPr>
          <a:xfrm>
            <a:off x="5828675" y="3282000"/>
            <a:ext cx="322500" cy="0"/>
          </a:xfrm>
          <a:prstGeom prst="straightConnector1">
            <a:avLst/>
          </a:prstGeom>
          <a:noFill/>
          <a:ln cap="flat" cmpd="sng" w="9525">
            <a:solidFill>
              <a:schemeClr val="dk1"/>
            </a:solidFill>
            <a:prstDash val="solid"/>
            <a:round/>
            <a:headEnd len="med" w="med" type="none"/>
            <a:tailEnd len="med" w="med" type="triangle"/>
          </a:ln>
        </p:spPr>
      </p:cxnSp>
      <p:sp>
        <p:nvSpPr>
          <p:cNvPr id="609" name="Google Shape;609;p59"/>
          <p:cNvSpPr txBox="1"/>
          <p:nvPr/>
        </p:nvSpPr>
        <p:spPr>
          <a:xfrm>
            <a:off x="6075275" y="1148850"/>
            <a:ext cx="2373300" cy="400500"/>
          </a:xfrm>
          <a:prstGeom prst="rect">
            <a:avLst/>
          </a:prstGeom>
          <a:noFill/>
          <a:ln>
            <a:noFill/>
          </a:ln>
        </p:spPr>
        <p:txBody>
          <a:bodyPr anchorCtr="0" anchor="t" bIns="91525" lIns="91525" spcFirstLastPara="1" rIns="91525" wrap="square" tIns="91525">
            <a:spAutoFit/>
          </a:bodyPr>
          <a:lstStyle/>
          <a:p>
            <a:pPr indent="0" lvl="0" marL="0" rtl="0" algn="ctr">
              <a:lnSpc>
                <a:spcPct val="115000"/>
              </a:lnSpc>
              <a:spcBef>
                <a:spcPts val="1402"/>
              </a:spcBef>
              <a:spcAft>
                <a:spcPts val="400"/>
              </a:spcAft>
              <a:buNone/>
            </a:pPr>
            <a:r>
              <a:rPr b="1" lang="en" sz="1402">
                <a:solidFill>
                  <a:srgbClr val="325D79"/>
                </a:solidFill>
              </a:rPr>
              <a:t>Meaning for the issuer </a:t>
            </a:r>
            <a:endParaRPr b="1" sz="1402">
              <a:solidFill>
                <a:schemeClr val="dk1"/>
              </a:solidFill>
            </a:endParaRPr>
          </a:p>
        </p:txBody>
      </p:sp>
      <p:sp>
        <p:nvSpPr>
          <p:cNvPr id="610" name="Google Shape;610;p59"/>
          <p:cNvSpPr txBox="1"/>
          <p:nvPr/>
        </p:nvSpPr>
        <p:spPr>
          <a:xfrm>
            <a:off x="3621250" y="2029675"/>
            <a:ext cx="1954800" cy="2443200"/>
          </a:xfrm>
          <a:prstGeom prst="rect">
            <a:avLst/>
          </a:prstGeom>
          <a:noFill/>
          <a:ln>
            <a:noFill/>
          </a:ln>
        </p:spPr>
        <p:txBody>
          <a:bodyPr anchorCtr="0" anchor="t" bIns="91525" lIns="91525" spcFirstLastPara="1" rIns="91525" wrap="square" tIns="91525">
            <a:noAutofit/>
          </a:bodyPr>
          <a:lstStyle/>
          <a:p>
            <a:pPr indent="0" lvl="0" marL="0" rtl="0" algn="l">
              <a:lnSpc>
                <a:spcPct val="115000"/>
              </a:lnSpc>
              <a:spcBef>
                <a:spcPts val="1502"/>
              </a:spcBef>
              <a:spcAft>
                <a:spcPts val="0"/>
              </a:spcAft>
              <a:buNone/>
            </a:pPr>
            <a:r>
              <a:rPr lang="en" sz="1301">
                <a:solidFill>
                  <a:schemeClr val="dk1"/>
                </a:solidFill>
                <a:latin typeface="Karla"/>
                <a:ea typeface="Karla"/>
                <a:cs typeface="Karla"/>
                <a:sym typeface="Karla"/>
              </a:rPr>
              <a:t>Separates missing and failed match evidence</a:t>
            </a:r>
            <a:endParaRPr sz="1301">
              <a:solidFill>
                <a:schemeClr val="dk1"/>
              </a:solidFill>
              <a:latin typeface="Karla"/>
              <a:ea typeface="Karla"/>
              <a:cs typeface="Karla"/>
              <a:sym typeface="Karla"/>
            </a:endParaRPr>
          </a:p>
          <a:p>
            <a:pPr indent="0" lvl="0" marL="0" rtl="0" algn="l">
              <a:lnSpc>
                <a:spcPct val="115000"/>
              </a:lnSpc>
              <a:spcBef>
                <a:spcPts val="1502"/>
              </a:spcBef>
              <a:spcAft>
                <a:spcPts val="0"/>
              </a:spcAft>
              <a:buNone/>
            </a:pPr>
            <a:r>
              <a:rPr lang="en" sz="1301">
                <a:solidFill>
                  <a:schemeClr val="dk1"/>
                </a:solidFill>
                <a:latin typeface="Karla"/>
                <a:ea typeface="Karla"/>
                <a:cs typeface="Karla"/>
                <a:sym typeface="Karla"/>
              </a:rPr>
              <a:t>Shows the direction of each risk signal</a:t>
            </a:r>
            <a:endParaRPr sz="1301">
              <a:solidFill>
                <a:schemeClr val="dk1"/>
              </a:solidFill>
              <a:latin typeface="Karla"/>
              <a:ea typeface="Karla"/>
              <a:cs typeface="Karla"/>
              <a:sym typeface="Karla"/>
            </a:endParaRPr>
          </a:p>
          <a:p>
            <a:pPr indent="0" lvl="0" marL="0" rtl="0" algn="l">
              <a:lnSpc>
                <a:spcPct val="115000"/>
              </a:lnSpc>
              <a:spcBef>
                <a:spcPts val="1502"/>
              </a:spcBef>
              <a:spcAft>
                <a:spcPts val="0"/>
              </a:spcAft>
              <a:buNone/>
            </a:pPr>
            <a:r>
              <a:rPr lang="en" sz="1301">
                <a:solidFill>
                  <a:schemeClr val="dk1"/>
                </a:solidFill>
                <a:latin typeface="Karla"/>
                <a:ea typeface="Karla"/>
                <a:cs typeface="Karla"/>
                <a:sym typeface="Karla"/>
              </a:rPr>
              <a:t>Provides an interpretable comparison with more complex models</a:t>
            </a:r>
            <a:endParaRPr sz="1301">
              <a:solidFill>
                <a:schemeClr val="dk1"/>
              </a:solidFill>
              <a:latin typeface="Karla"/>
              <a:ea typeface="Karla"/>
              <a:cs typeface="Karla"/>
              <a:sym typeface="Karla"/>
            </a:endParaRPr>
          </a:p>
          <a:p>
            <a:pPr indent="0" lvl="0" marL="0" rtl="0" algn="l">
              <a:lnSpc>
                <a:spcPct val="115000"/>
              </a:lnSpc>
              <a:spcBef>
                <a:spcPts val="1502"/>
              </a:spcBef>
              <a:spcAft>
                <a:spcPts val="1502"/>
              </a:spcAft>
              <a:buNone/>
            </a:pPr>
            <a:r>
              <a:t/>
            </a:r>
            <a:endParaRPr sz="120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pic>
        <p:nvPicPr>
          <p:cNvPr id="615" name="Google Shape;615;p60"/>
          <p:cNvPicPr preferRelativeResize="0"/>
          <p:nvPr/>
        </p:nvPicPr>
        <p:blipFill>
          <a:blip r:embed="rId3">
            <a:alphaModFix/>
          </a:blip>
          <a:stretch>
            <a:fillRect/>
          </a:stretch>
        </p:blipFill>
        <p:spPr>
          <a:xfrm rot="-22">
            <a:off x="-790076" y="1473439"/>
            <a:ext cx="3905749" cy="4880548"/>
          </a:xfrm>
          <a:prstGeom prst="rect">
            <a:avLst/>
          </a:prstGeom>
          <a:noFill/>
          <a:ln>
            <a:noFill/>
          </a:ln>
        </p:spPr>
      </p:pic>
      <p:sp>
        <p:nvSpPr>
          <p:cNvPr id="616" name="Google Shape;616;p60"/>
          <p:cNvSpPr/>
          <p:nvPr/>
        </p:nvSpPr>
        <p:spPr>
          <a:xfrm>
            <a:off x="6111125" y="2088450"/>
            <a:ext cx="1415400" cy="492600"/>
          </a:xfrm>
          <a:prstGeom prst="flowChartAlternateProcess">
            <a:avLst/>
          </a:prstGeom>
          <a:solidFill>
            <a:srgbClr val="E3E7EA"/>
          </a:solid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17" name="Google Shape;617;p60"/>
          <p:cNvSpPr/>
          <p:nvPr/>
        </p:nvSpPr>
        <p:spPr>
          <a:xfrm>
            <a:off x="2903300" y="2088450"/>
            <a:ext cx="1415400" cy="492600"/>
          </a:xfrm>
          <a:prstGeom prst="flowChartAlternateProcess">
            <a:avLst/>
          </a:prstGeom>
          <a:solidFill>
            <a:srgbClr val="E3E7EA"/>
          </a:solid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18" name="Google Shape;618;p60"/>
          <p:cNvSpPr txBox="1"/>
          <p:nvPr/>
        </p:nvSpPr>
        <p:spPr>
          <a:xfrm>
            <a:off x="4240250" y="479675"/>
            <a:ext cx="40566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200">
                <a:solidFill>
                  <a:schemeClr val="dk2"/>
                </a:solidFill>
                <a:latin typeface="DM Serif Display"/>
                <a:ea typeface="DM Serif Display"/>
                <a:cs typeface="DM Serif Display"/>
                <a:sym typeface="DM Serif Display"/>
              </a:rPr>
              <a:t>Pipeline 2 – </a:t>
            </a:r>
            <a:r>
              <a:rPr b="1" lang="en" sz="2200">
                <a:solidFill>
                  <a:schemeClr val="dk2"/>
                </a:solidFill>
                <a:latin typeface="DM Serif Display"/>
                <a:ea typeface="DM Serif Display"/>
                <a:cs typeface="DM Serif Display"/>
                <a:sym typeface="DM Serif Display"/>
              </a:rPr>
              <a:t>XGBoost Tree</a:t>
            </a:r>
            <a:endParaRPr b="1" sz="2200">
              <a:latin typeface="DM Serif Display"/>
              <a:ea typeface="DM Serif Display"/>
              <a:cs typeface="DM Serif Display"/>
              <a:sym typeface="DM Serif Display"/>
            </a:endParaRPr>
          </a:p>
        </p:txBody>
      </p:sp>
      <p:sp>
        <p:nvSpPr>
          <p:cNvPr id="619" name="Google Shape;619;p60"/>
          <p:cNvSpPr txBox="1"/>
          <p:nvPr/>
        </p:nvSpPr>
        <p:spPr>
          <a:xfrm>
            <a:off x="2028475" y="1002875"/>
            <a:ext cx="70116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404040"/>
                </a:solidFill>
              </a:rPr>
              <a:t>Transforms </a:t>
            </a:r>
            <a:r>
              <a:rPr b="1" lang="en" sz="1200">
                <a:solidFill>
                  <a:srgbClr val="404040"/>
                </a:solidFill>
              </a:rPr>
              <a:t>card–address</a:t>
            </a:r>
            <a:r>
              <a:rPr lang="en" sz="1200">
                <a:solidFill>
                  <a:srgbClr val="404040"/>
                </a:solidFill>
              </a:rPr>
              <a:t> and </a:t>
            </a:r>
            <a:r>
              <a:rPr b="1" lang="en" sz="1200">
                <a:solidFill>
                  <a:srgbClr val="404040"/>
                </a:solidFill>
              </a:rPr>
              <a:t>card–email</a:t>
            </a:r>
            <a:r>
              <a:rPr lang="en" sz="1200">
                <a:solidFill>
                  <a:srgbClr val="404040"/>
                </a:solidFill>
              </a:rPr>
              <a:t> relationships into frequency, novelty, breadth, and amount-behaviour signals.</a:t>
            </a:r>
            <a:endParaRPr>
              <a:solidFill>
                <a:schemeClr val="dk1"/>
              </a:solidFill>
            </a:endParaRPr>
          </a:p>
        </p:txBody>
      </p:sp>
      <p:graphicFrame>
        <p:nvGraphicFramePr>
          <p:cNvPr id="620" name="Google Shape;620;p60"/>
          <p:cNvGraphicFramePr/>
          <p:nvPr/>
        </p:nvGraphicFramePr>
        <p:xfrm>
          <a:off x="2028463" y="2046375"/>
          <a:ext cx="3000000" cy="3000000"/>
        </p:xfrm>
        <a:graphic>
          <a:graphicData uri="http://schemas.openxmlformats.org/drawingml/2006/table">
            <a:tbl>
              <a:tblPr>
                <a:noFill/>
                <a:tableStyleId>{1B4F942A-C269-4141-9DC6-68F5FB5EC288}</a:tableStyleId>
              </a:tblPr>
              <a:tblGrid>
                <a:gridCol w="3130975"/>
                <a:gridCol w="3362850"/>
              </a:tblGrid>
              <a:tr h="576950">
                <a:tc>
                  <a:txBody>
                    <a:bodyPr/>
                    <a:lstStyle/>
                    <a:p>
                      <a:pPr indent="0" lvl="0" marL="0" rtl="0" algn="ctr">
                        <a:spcBef>
                          <a:spcPts val="0"/>
                        </a:spcBef>
                        <a:spcAft>
                          <a:spcPts val="0"/>
                        </a:spcAft>
                        <a:buClr>
                          <a:schemeClr val="dk1"/>
                        </a:buClr>
                        <a:buSzPts val="1100"/>
                        <a:buFont typeface="Arial"/>
                        <a:buNone/>
                      </a:pPr>
                      <a:r>
                        <a:rPr b="1" lang="en" sz="1500">
                          <a:solidFill>
                            <a:schemeClr val="dk2"/>
                          </a:solidFill>
                          <a:latin typeface="Karla"/>
                          <a:ea typeface="Karla"/>
                          <a:cs typeface="Karla"/>
                          <a:sym typeface="Karla"/>
                        </a:rPr>
                        <a:t>What it looks at </a:t>
                      </a:r>
                      <a:endParaRPr>
                        <a:latin typeface="Karla"/>
                        <a:ea typeface="Karla"/>
                        <a:cs typeface="Karla"/>
                        <a:sym typeface="Karla"/>
                      </a:endParaRPr>
                    </a:p>
                  </a:txBody>
                  <a:tcPr marT="91425" marB="91425" marR="91425" marL="91425" anchor="ctr">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1500">
                          <a:solidFill>
                            <a:schemeClr val="dk2"/>
                          </a:solidFill>
                          <a:latin typeface="Karla"/>
                          <a:ea typeface="Karla"/>
                          <a:cs typeface="Karla"/>
                          <a:sym typeface="Karla"/>
                        </a:rPr>
                        <a:t>What it learns</a:t>
                      </a:r>
                      <a:endParaRPr>
                        <a:latin typeface="Karla"/>
                        <a:ea typeface="Karla"/>
                        <a:cs typeface="Karla"/>
                        <a:sym typeface="Karla"/>
                      </a:endParaRPr>
                    </a:p>
                  </a:txBody>
                  <a:tcPr marT="91425" marB="91425" marR="91425" marL="91425" anchor="ctr">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tcPr>
                </a:tc>
              </a:tr>
              <a:tr h="687400">
                <a:tc rowSpan="3">
                  <a:txBody>
                    <a:bodyPr/>
                    <a:lstStyle/>
                    <a:p>
                      <a:pPr indent="-317500" lvl="0" marL="457200" rtl="0" algn="l">
                        <a:spcBef>
                          <a:spcPts val="0"/>
                        </a:spcBef>
                        <a:spcAft>
                          <a:spcPts val="0"/>
                        </a:spcAft>
                        <a:buClr>
                          <a:schemeClr val="dk1"/>
                        </a:buClr>
                        <a:buSzPts val="1400"/>
                        <a:buFont typeface="Karla"/>
                        <a:buChar char="●"/>
                      </a:pPr>
                      <a:r>
                        <a:rPr b="1" lang="en" sz="1200">
                          <a:solidFill>
                            <a:schemeClr val="dk1"/>
                          </a:solidFill>
                          <a:latin typeface="Karla"/>
                          <a:ea typeface="Karla"/>
                          <a:cs typeface="Karla"/>
                          <a:sym typeface="Karla"/>
                        </a:rPr>
                        <a:t>Frequency:</a:t>
                      </a:r>
                      <a:r>
                        <a:rPr lang="en" sz="1200">
                          <a:solidFill>
                            <a:schemeClr val="dk1"/>
                          </a:solidFill>
                          <a:latin typeface="Karla"/>
                          <a:ea typeface="Karla"/>
                          <a:cs typeface="Karla"/>
                          <a:sym typeface="Karla"/>
                        </a:rPr>
                        <a:t> How often has the relationship appeared?</a:t>
                      </a:r>
                      <a:endParaRPr sz="1200">
                        <a:solidFill>
                          <a:schemeClr val="dk1"/>
                        </a:solidFill>
                        <a:latin typeface="Karla"/>
                        <a:ea typeface="Karla"/>
                        <a:cs typeface="Karla"/>
                        <a:sym typeface="Karla"/>
                      </a:endParaRPr>
                    </a:p>
                    <a:p>
                      <a:pPr indent="-317500" lvl="0" marL="457200" rtl="0" algn="l">
                        <a:spcBef>
                          <a:spcPts val="0"/>
                        </a:spcBef>
                        <a:spcAft>
                          <a:spcPts val="0"/>
                        </a:spcAft>
                        <a:buClr>
                          <a:schemeClr val="dk1"/>
                        </a:buClr>
                        <a:buSzPts val="1400"/>
                        <a:buFont typeface="Karla"/>
                        <a:buChar char="●"/>
                      </a:pPr>
                      <a:r>
                        <a:rPr b="1" lang="en" sz="1200">
                          <a:solidFill>
                            <a:schemeClr val="dk1"/>
                          </a:solidFill>
                          <a:latin typeface="Karla"/>
                          <a:ea typeface="Karla"/>
                          <a:cs typeface="Karla"/>
                          <a:sym typeface="Karla"/>
                        </a:rPr>
                        <a:t>Novelty:</a:t>
                      </a:r>
                      <a:r>
                        <a:rPr lang="en" sz="1200">
                          <a:solidFill>
                            <a:schemeClr val="dk1"/>
                          </a:solidFill>
                          <a:latin typeface="Karla"/>
                          <a:ea typeface="Karla"/>
                          <a:cs typeface="Karla"/>
                          <a:sym typeface="Karla"/>
                        </a:rPr>
                        <a:t> Is the relationship new or unseen?</a:t>
                      </a:r>
                      <a:endParaRPr sz="1200">
                        <a:solidFill>
                          <a:schemeClr val="dk1"/>
                        </a:solidFill>
                        <a:latin typeface="Karla"/>
                        <a:ea typeface="Karla"/>
                        <a:cs typeface="Karla"/>
                        <a:sym typeface="Karla"/>
                      </a:endParaRPr>
                    </a:p>
                    <a:p>
                      <a:pPr indent="-317500" lvl="0" marL="457200" rtl="0" algn="l">
                        <a:spcBef>
                          <a:spcPts val="0"/>
                        </a:spcBef>
                        <a:spcAft>
                          <a:spcPts val="0"/>
                        </a:spcAft>
                        <a:buClr>
                          <a:schemeClr val="dk1"/>
                        </a:buClr>
                        <a:buSzPts val="1400"/>
                        <a:buFont typeface="Karla"/>
                        <a:buChar char="●"/>
                      </a:pPr>
                      <a:r>
                        <a:rPr b="1" lang="en" sz="1200">
                          <a:solidFill>
                            <a:schemeClr val="dk1"/>
                          </a:solidFill>
                          <a:latin typeface="Karla"/>
                          <a:ea typeface="Karla"/>
                          <a:cs typeface="Karla"/>
                          <a:sym typeface="Karla"/>
                        </a:rPr>
                        <a:t>Breadth:</a:t>
                      </a:r>
                      <a:r>
                        <a:rPr lang="en" sz="1200">
                          <a:solidFill>
                            <a:schemeClr val="dk1"/>
                          </a:solidFill>
                          <a:latin typeface="Karla"/>
                          <a:ea typeface="Karla"/>
                          <a:cs typeface="Karla"/>
                          <a:sym typeface="Karla"/>
                        </a:rPr>
                        <a:t> How many entities are connected?</a:t>
                      </a:r>
                      <a:endParaRPr>
                        <a:solidFill>
                          <a:schemeClr val="dk1"/>
                        </a:solidFill>
                        <a:latin typeface="Karla"/>
                        <a:ea typeface="Karla"/>
                        <a:cs typeface="Karla"/>
                        <a:sym typeface="Karla"/>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tcPr>
                </a:tc>
                <a:tc rowSpan="3">
                  <a:txBody>
                    <a:bodyPr/>
                    <a:lstStyle/>
                    <a:p>
                      <a:pPr indent="0" lvl="0" marL="0" rtl="0" algn="l">
                        <a:spcBef>
                          <a:spcPts val="0"/>
                        </a:spcBef>
                        <a:spcAft>
                          <a:spcPts val="0"/>
                        </a:spcAft>
                        <a:buNone/>
                      </a:pPr>
                      <a:r>
                        <a:rPr lang="en" sz="1300">
                          <a:solidFill>
                            <a:schemeClr val="dk1"/>
                          </a:solidFill>
                          <a:latin typeface="Karla"/>
                          <a:ea typeface="Karla"/>
                          <a:cs typeface="Karla"/>
                          <a:sym typeface="Karla"/>
                        </a:rPr>
                        <a:t>Whether a card relationship is established, newly activated, rare, unusually broad, or amount-inconsistent. </a:t>
                      </a:r>
                      <a:endParaRPr sz="1300">
                        <a:solidFill>
                          <a:schemeClr val="dk1"/>
                        </a:solidFill>
                        <a:latin typeface="Karla"/>
                        <a:ea typeface="Karla"/>
                        <a:cs typeface="Karla"/>
                        <a:sym typeface="Karla"/>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tcPr>
                </a:tc>
              </a:tr>
              <a:tr h="661050">
                <a:tc vMerge="1"/>
                <a:tc vMerge="1"/>
              </a:tr>
              <a:tr h="74875">
                <a:tc vMerge="1"/>
                <a:tc vMerge="1"/>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1"/>
          <p:cNvSpPr txBox="1"/>
          <p:nvPr>
            <p:ph type="title"/>
          </p:nvPr>
        </p:nvSpPr>
        <p:spPr>
          <a:xfrm>
            <a:off x="713225" y="539500"/>
            <a:ext cx="7864200" cy="4590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300"/>
              <a:t>Pipeline 2 Contribution: Relationship-Level Evidence</a:t>
            </a:r>
            <a:r>
              <a:rPr lang="en" sz="2300"/>
              <a:t> </a:t>
            </a:r>
            <a:endParaRPr sz="1400"/>
          </a:p>
        </p:txBody>
      </p:sp>
      <p:sp>
        <p:nvSpPr>
          <p:cNvPr id="626" name="Google Shape;626;p61"/>
          <p:cNvSpPr txBox="1"/>
          <p:nvPr/>
        </p:nvSpPr>
        <p:spPr>
          <a:xfrm>
            <a:off x="972625" y="1452300"/>
            <a:ext cx="1325400" cy="210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latin typeface="Karla"/>
                <a:ea typeface="Karla"/>
                <a:cs typeface="Karla"/>
                <a:sym typeface="Karla"/>
              </a:rPr>
              <a:t>Problem</a:t>
            </a:r>
            <a:endParaRPr b="1" sz="1300">
              <a:solidFill>
                <a:schemeClr val="dk1"/>
              </a:solidFill>
              <a:latin typeface="Karla"/>
              <a:ea typeface="Karla"/>
              <a:cs typeface="Karla"/>
              <a:sym typeface="Karla"/>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Karla"/>
                <a:ea typeface="Karla"/>
                <a:cs typeface="Karla"/>
                <a:sym typeface="Karla"/>
              </a:rPr>
              <a:t>Raw fields are isolated</a:t>
            </a:r>
            <a:br>
              <a:rPr b="1" lang="en" sz="1100">
                <a:solidFill>
                  <a:schemeClr val="dk1"/>
                </a:solidFill>
                <a:latin typeface="Karla"/>
                <a:ea typeface="Karla"/>
                <a:cs typeface="Karla"/>
                <a:sym typeface="Karla"/>
              </a:rPr>
            </a:br>
            <a:r>
              <a:rPr lang="en" sz="1100">
                <a:solidFill>
                  <a:schemeClr val="dk1"/>
                </a:solidFill>
                <a:latin typeface="Karla"/>
                <a:ea typeface="Karla"/>
                <a:cs typeface="Karla"/>
                <a:sym typeface="Karla"/>
              </a:rPr>
              <a:t>Card / Address / Email tell us </a:t>
            </a:r>
            <a:r>
              <a:rPr i="1" lang="en" sz="1100">
                <a:solidFill>
                  <a:schemeClr val="dk1"/>
                </a:solidFill>
                <a:latin typeface="Karla"/>
                <a:ea typeface="Karla"/>
                <a:cs typeface="Karla"/>
                <a:sym typeface="Karla"/>
              </a:rPr>
              <a:t>who</a:t>
            </a:r>
            <a:r>
              <a:rPr lang="en" sz="1100">
                <a:solidFill>
                  <a:schemeClr val="dk1"/>
                </a:solidFill>
                <a:latin typeface="Karla"/>
                <a:ea typeface="Karla"/>
                <a:cs typeface="Karla"/>
                <a:sym typeface="Karla"/>
              </a:rPr>
              <a:t>, but not whether the combination is normal.</a:t>
            </a:r>
            <a:endParaRPr sz="1100">
              <a:solidFill>
                <a:schemeClr val="dk1"/>
              </a:solidFill>
              <a:latin typeface="Karla"/>
              <a:ea typeface="Karla"/>
              <a:cs typeface="Karla"/>
              <a:sym typeface="Karla"/>
            </a:endParaRPr>
          </a:p>
          <a:p>
            <a:pPr indent="0" lvl="0" marL="0" rtl="0" algn="l">
              <a:spcBef>
                <a:spcPts val="1200"/>
              </a:spcBef>
              <a:spcAft>
                <a:spcPts val="0"/>
              </a:spcAft>
              <a:buNone/>
            </a:pPr>
            <a:r>
              <a:t/>
            </a:r>
            <a:endParaRPr sz="1600">
              <a:solidFill>
                <a:schemeClr val="dk1"/>
              </a:solidFill>
              <a:latin typeface="Karla"/>
              <a:ea typeface="Karla"/>
              <a:cs typeface="Karla"/>
              <a:sym typeface="Karla"/>
            </a:endParaRPr>
          </a:p>
        </p:txBody>
      </p:sp>
      <p:sp>
        <p:nvSpPr>
          <p:cNvPr id="627" name="Google Shape;627;p61"/>
          <p:cNvSpPr txBox="1"/>
          <p:nvPr/>
        </p:nvSpPr>
        <p:spPr>
          <a:xfrm>
            <a:off x="2874750" y="1452300"/>
            <a:ext cx="3394500" cy="22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latin typeface="Karla"/>
                <a:ea typeface="Karla"/>
                <a:cs typeface="Karla"/>
                <a:sym typeface="Karla"/>
              </a:rPr>
              <a:t>Contribution</a:t>
            </a:r>
            <a:endParaRPr b="1" sz="1300">
              <a:solidFill>
                <a:schemeClr val="dk1"/>
              </a:solidFill>
              <a:latin typeface="Karla"/>
              <a:ea typeface="Karla"/>
              <a:cs typeface="Karla"/>
              <a:sym typeface="Karla"/>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Karla"/>
                <a:ea typeface="Karla"/>
                <a:cs typeface="Karla"/>
                <a:sym typeface="Karla"/>
              </a:rPr>
              <a:t>Pipeline 2 adds relationship context</a:t>
            </a:r>
            <a:endParaRPr sz="1100">
              <a:solidFill>
                <a:schemeClr val="dk1"/>
              </a:solidFill>
              <a:latin typeface="Karla"/>
              <a:ea typeface="Karla"/>
              <a:cs typeface="Karla"/>
              <a:sym typeface="Karla"/>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latin typeface="Karla"/>
                <a:ea typeface="Karla"/>
                <a:cs typeface="Karla"/>
                <a:sym typeface="Karla"/>
              </a:rPr>
              <a:t>Frequency</a:t>
            </a:r>
            <a:br>
              <a:rPr b="1" lang="en" sz="1100">
                <a:solidFill>
                  <a:schemeClr val="dk1"/>
                </a:solidFill>
                <a:latin typeface="Karla"/>
                <a:ea typeface="Karla"/>
                <a:cs typeface="Karla"/>
                <a:sym typeface="Karla"/>
              </a:rPr>
            </a:br>
            <a:r>
              <a:rPr lang="en" sz="1100">
                <a:solidFill>
                  <a:schemeClr val="dk1"/>
                </a:solidFill>
                <a:latin typeface="Karla"/>
                <a:ea typeface="Karla"/>
                <a:cs typeface="Karla"/>
                <a:sym typeface="Karla"/>
              </a:rPr>
              <a:t> Common or rare?</a:t>
            </a:r>
            <a:endParaRPr sz="1100">
              <a:solidFill>
                <a:schemeClr val="dk1"/>
              </a:solidFill>
              <a:latin typeface="Karla"/>
              <a:ea typeface="Karla"/>
              <a:cs typeface="Karla"/>
              <a:sym typeface="Karla"/>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Karla"/>
                <a:ea typeface="Karla"/>
                <a:cs typeface="Karla"/>
                <a:sym typeface="Karla"/>
              </a:rPr>
              <a:t>Novelty</a:t>
            </a:r>
            <a:br>
              <a:rPr b="1" lang="en" sz="1100">
                <a:solidFill>
                  <a:schemeClr val="dk1"/>
                </a:solidFill>
                <a:latin typeface="Karla"/>
                <a:ea typeface="Karla"/>
                <a:cs typeface="Karla"/>
                <a:sym typeface="Karla"/>
              </a:rPr>
            </a:br>
            <a:r>
              <a:rPr b="1" lang="en" sz="1100">
                <a:solidFill>
                  <a:schemeClr val="dk1"/>
                </a:solidFill>
                <a:latin typeface="Karla"/>
                <a:ea typeface="Karla"/>
                <a:cs typeface="Karla"/>
                <a:sym typeface="Karla"/>
              </a:rPr>
              <a:t> </a:t>
            </a:r>
            <a:r>
              <a:rPr lang="en" sz="1100">
                <a:solidFill>
                  <a:schemeClr val="dk1"/>
                </a:solidFill>
                <a:latin typeface="Karla"/>
                <a:ea typeface="Karla"/>
                <a:cs typeface="Karla"/>
                <a:sym typeface="Karla"/>
              </a:rPr>
              <a:t>Established or new? </a:t>
            </a:r>
            <a:endParaRPr sz="1100">
              <a:solidFill>
                <a:schemeClr val="dk1"/>
              </a:solidFill>
              <a:latin typeface="Karla"/>
              <a:ea typeface="Karla"/>
              <a:cs typeface="Karla"/>
              <a:sym typeface="Karla"/>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Karla"/>
                <a:ea typeface="Karla"/>
                <a:cs typeface="Karla"/>
                <a:sym typeface="Karla"/>
              </a:rPr>
              <a:t>Breadth</a:t>
            </a:r>
            <a:br>
              <a:rPr b="1" lang="en" sz="1100">
                <a:solidFill>
                  <a:schemeClr val="dk1"/>
                </a:solidFill>
                <a:latin typeface="Karla"/>
                <a:ea typeface="Karla"/>
                <a:cs typeface="Karla"/>
                <a:sym typeface="Karla"/>
              </a:rPr>
            </a:br>
            <a:r>
              <a:rPr lang="en" sz="1100">
                <a:solidFill>
                  <a:schemeClr val="dk1"/>
                </a:solidFill>
                <a:latin typeface="Karla"/>
                <a:ea typeface="Karla"/>
                <a:cs typeface="Karla"/>
                <a:sym typeface="Karla"/>
              </a:rPr>
              <a:t> Normal or unusually connected? </a:t>
            </a:r>
            <a:endParaRPr sz="1100">
              <a:solidFill>
                <a:schemeClr val="dk1"/>
              </a:solidFill>
              <a:latin typeface="Karla"/>
              <a:ea typeface="Karla"/>
              <a:cs typeface="Karla"/>
              <a:sym typeface="Karla"/>
            </a:endParaRPr>
          </a:p>
          <a:p>
            <a:pPr indent="0" lvl="0" marL="0" rtl="0" algn="l">
              <a:spcBef>
                <a:spcPts val="1200"/>
              </a:spcBef>
              <a:spcAft>
                <a:spcPts val="0"/>
              </a:spcAft>
              <a:buNone/>
            </a:pPr>
            <a:r>
              <a:t/>
            </a:r>
            <a:endParaRPr sz="1600">
              <a:solidFill>
                <a:schemeClr val="dk1"/>
              </a:solidFill>
              <a:latin typeface="Karla"/>
              <a:ea typeface="Karla"/>
              <a:cs typeface="Karla"/>
              <a:sym typeface="Karla"/>
            </a:endParaRPr>
          </a:p>
        </p:txBody>
      </p:sp>
      <p:sp>
        <p:nvSpPr>
          <p:cNvPr id="628" name="Google Shape;628;p61"/>
          <p:cNvSpPr txBox="1"/>
          <p:nvPr/>
        </p:nvSpPr>
        <p:spPr>
          <a:xfrm>
            <a:off x="890550" y="3919900"/>
            <a:ext cx="7362900" cy="7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Karla"/>
                <a:ea typeface="Karla"/>
                <a:cs typeface="Karla"/>
                <a:sym typeface="Karla"/>
              </a:rPr>
              <a:t>This helps the issuer catch suspicious CNP fraud patterns while avoiding unnecessary friction for legitimate customers. </a:t>
            </a:r>
            <a:endParaRPr sz="1600">
              <a:solidFill>
                <a:schemeClr val="dk1"/>
              </a:solidFill>
              <a:latin typeface="Karla"/>
              <a:ea typeface="Karla"/>
              <a:cs typeface="Karla"/>
              <a:sym typeface="Karla"/>
            </a:endParaRPr>
          </a:p>
        </p:txBody>
      </p:sp>
      <p:grpSp>
        <p:nvGrpSpPr>
          <p:cNvPr id="629" name="Google Shape;629;p61"/>
          <p:cNvGrpSpPr/>
          <p:nvPr/>
        </p:nvGrpSpPr>
        <p:grpSpPr>
          <a:xfrm>
            <a:off x="568562" y="1303590"/>
            <a:ext cx="256800" cy="357024"/>
            <a:chOff x="3910637" y="3352690"/>
            <a:chExt cx="256800" cy="357024"/>
          </a:xfrm>
        </p:grpSpPr>
        <p:sp>
          <p:nvSpPr>
            <p:cNvPr id="630" name="Google Shape;630;p61"/>
            <p:cNvSpPr/>
            <p:nvPr/>
          </p:nvSpPr>
          <p:spPr>
            <a:xfrm>
              <a:off x="3910637" y="3352690"/>
              <a:ext cx="256800" cy="357024"/>
            </a:xfrm>
            <a:custGeom>
              <a:rect b="b" l="l" r="r" t="t"/>
              <a:pathLst>
                <a:path extrusionOk="0" h="11157" w="8025">
                  <a:moveTo>
                    <a:pt x="4001" y="310"/>
                  </a:moveTo>
                  <a:cubicBezTo>
                    <a:pt x="4596" y="310"/>
                    <a:pt x="5144" y="608"/>
                    <a:pt x="5477" y="1120"/>
                  </a:cubicBezTo>
                  <a:cubicBezTo>
                    <a:pt x="5501" y="1155"/>
                    <a:pt x="5560" y="1191"/>
                    <a:pt x="5608" y="1191"/>
                  </a:cubicBezTo>
                  <a:lnTo>
                    <a:pt x="5656" y="1191"/>
                  </a:lnTo>
                  <a:cubicBezTo>
                    <a:pt x="6668" y="1191"/>
                    <a:pt x="7501" y="2025"/>
                    <a:pt x="7501" y="3037"/>
                  </a:cubicBezTo>
                  <a:cubicBezTo>
                    <a:pt x="7501" y="3346"/>
                    <a:pt x="7418" y="3656"/>
                    <a:pt x="7263" y="3930"/>
                  </a:cubicBezTo>
                  <a:lnTo>
                    <a:pt x="7215" y="3882"/>
                  </a:lnTo>
                  <a:cubicBezTo>
                    <a:pt x="7186" y="3852"/>
                    <a:pt x="7144" y="3837"/>
                    <a:pt x="7101" y="3837"/>
                  </a:cubicBezTo>
                  <a:cubicBezTo>
                    <a:pt x="7058" y="3837"/>
                    <a:pt x="7013" y="3852"/>
                    <a:pt x="6977" y="3882"/>
                  </a:cubicBezTo>
                  <a:cubicBezTo>
                    <a:pt x="6918" y="3942"/>
                    <a:pt x="6918" y="4049"/>
                    <a:pt x="6977" y="4120"/>
                  </a:cubicBezTo>
                  <a:cubicBezTo>
                    <a:pt x="7418" y="4549"/>
                    <a:pt x="7656" y="5132"/>
                    <a:pt x="7656" y="5763"/>
                  </a:cubicBezTo>
                  <a:cubicBezTo>
                    <a:pt x="7692" y="7025"/>
                    <a:pt x="6668" y="8049"/>
                    <a:pt x="5418" y="8049"/>
                  </a:cubicBezTo>
                  <a:cubicBezTo>
                    <a:pt x="5179" y="8049"/>
                    <a:pt x="4953" y="8025"/>
                    <a:pt x="4727" y="7942"/>
                  </a:cubicBezTo>
                  <a:lnTo>
                    <a:pt x="4715" y="7513"/>
                  </a:lnTo>
                  <a:cubicBezTo>
                    <a:pt x="4763" y="7490"/>
                    <a:pt x="4810" y="7442"/>
                    <a:pt x="4834" y="7394"/>
                  </a:cubicBezTo>
                  <a:cubicBezTo>
                    <a:pt x="4894" y="7335"/>
                    <a:pt x="4894" y="7228"/>
                    <a:pt x="4834" y="7156"/>
                  </a:cubicBezTo>
                  <a:cubicBezTo>
                    <a:pt x="4804" y="7126"/>
                    <a:pt x="4763" y="7112"/>
                    <a:pt x="4720" y="7112"/>
                  </a:cubicBezTo>
                  <a:cubicBezTo>
                    <a:pt x="4676" y="7112"/>
                    <a:pt x="4632" y="7126"/>
                    <a:pt x="4596" y="7156"/>
                  </a:cubicBezTo>
                  <a:cubicBezTo>
                    <a:pt x="4382" y="7371"/>
                    <a:pt x="4120" y="7466"/>
                    <a:pt x="3834" y="7466"/>
                  </a:cubicBezTo>
                  <a:cubicBezTo>
                    <a:pt x="3667" y="7466"/>
                    <a:pt x="3524" y="7442"/>
                    <a:pt x="3370" y="7371"/>
                  </a:cubicBezTo>
                  <a:cubicBezTo>
                    <a:pt x="3350" y="7357"/>
                    <a:pt x="3327" y="7351"/>
                    <a:pt x="3304" y="7351"/>
                  </a:cubicBezTo>
                  <a:cubicBezTo>
                    <a:pt x="3244" y="7351"/>
                    <a:pt x="3181" y="7390"/>
                    <a:pt x="3155" y="7442"/>
                  </a:cubicBezTo>
                  <a:cubicBezTo>
                    <a:pt x="3108" y="7513"/>
                    <a:pt x="3155" y="7621"/>
                    <a:pt x="3227" y="7668"/>
                  </a:cubicBezTo>
                  <a:cubicBezTo>
                    <a:pt x="3358" y="7728"/>
                    <a:pt x="3489" y="7763"/>
                    <a:pt x="3644" y="7787"/>
                  </a:cubicBezTo>
                  <a:lnTo>
                    <a:pt x="3608" y="8347"/>
                  </a:lnTo>
                  <a:cubicBezTo>
                    <a:pt x="3513" y="8359"/>
                    <a:pt x="3405" y="8359"/>
                    <a:pt x="3298" y="8359"/>
                  </a:cubicBezTo>
                  <a:cubicBezTo>
                    <a:pt x="2036" y="8359"/>
                    <a:pt x="1024" y="7335"/>
                    <a:pt x="1024" y="6085"/>
                  </a:cubicBezTo>
                  <a:cubicBezTo>
                    <a:pt x="1024" y="6013"/>
                    <a:pt x="1024" y="5942"/>
                    <a:pt x="1036" y="5858"/>
                  </a:cubicBezTo>
                  <a:cubicBezTo>
                    <a:pt x="1036" y="5823"/>
                    <a:pt x="1024" y="5775"/>
                    <a:pt x="988" y="5739"/>
                  </a:cubicBezTo>
                  <a:cubicBezTo>
                    <a:pt x="560" y="5251"/>
                    <a:pt x="322" y="4644"/>
                    <a:pt x="322" y="3989"/>
                  </a:cubicBezTo>
                  <a:cubicBezTo>
                    <a:pt x="322" y="2906"/>
                    <a:pt x="988" y="1929"/>
                    <a:pt x="1989" y="1548"/>
                  </a:cubicBezTo>
                  <a:lnTo>
                    <a:pt x="1989" y="1548"/>
                  </a:lnTo>
                  <a:cubicBezTo>
                    <a:pt x="1965" y="1656"/>
                    <a:pt x="1941" y="1775"/>
                    <a:pt x="1929" y="1870"/>
                  </a:cubicBezTo>
                  <a:cubicBezTo>
                    <a:pt x="1917" y="1965"/>
                    <a:pt x="1989" y="2037"/>
                    <a:pt x="2084" y="2048"/>
                  </a:cubicBezTo>
                  <a:lnTo>
                    <a:pt x="2096" y="2048"/>
                  </a:lnTo>
                  <a:cubicBezTo>
                    <a:pt x="2179" y="2048"/>
                    <a:pt x="2239" y="1989"/>
                    <a:pt x="2262" y="1906"/>
                  </a:cubicBezTo>
                  <a:cubicBezTo>
                    <a:pt x="2274" y="1715"/>
                    <a:pt x="2322" y="1536"/>
                    <a:pt x="2393" y="1370"/>
                  </a:cubicBezTo>
                  <a:lnTo>
                    <a:pt x="2393" y="1358"/>
                  </a:lnTo>
                  <a:cubicBezTo>
                    <a:pt x="2679" y="715"/>
                    <a:pt x="3298" y="310"/>
                    <a:pt x="4001" y="310"/>
                  </a:cubicBezTo>
                  <a:close/>
                  <a:moveTo>
                    <a:pt x="4394" y="7704"/>
                  </a:moveTo>
                  <a:lnTo>
                    <a:pt x="4536" y="10847"/>
                  </a:lnTo>
                  <a:lnTo>
                    <a:pt x="3834" y="10847"/>
                  </a:lnTo>
                  <a:lnTo>
                    <a:pt x="3989" y="7811"/>
                  </a:lnTo>
                  <a:cubicBezTo>
                    <a:pt x="4120" y="7799"/>
                    <a:pt x="4251" y="7763"/>
                    <a:pt x="4394" y="7704"/>
                  </a:cubicBezTo>
                  <a:close/>
                  <a:moveTo>
                    <a:pt x="4013" y="1"/>
                  </a:moveTo>
                  <a:cubicBezTo>
                    <a:pt x="3215" y="1"/>
                    <a:pt x="2501" y="465"/>
                    <a:pt x="2143" y="1155"/>
                  </a:cubicBezTo>
                  <a:cubicBezTo>
                    <a:pt x="881" y="1536"/>
                    <a:pt x="0" y="2679"/>
                    <a:pt x="0" y="4001"/>
                  </a:cubicBezTo>
                  <a:cubicBezTo>
                    <a:pt x="0" y="4704"/>
                    <a:pt x="250" y="5382"/>
                    <a:pt x="703" y="5918"/>
                  </a:cubicBezTo>
                  <a:lnTo>
                    <a:pt x="703" y="6097"/>
                  </a:lnTo>
                  <a:cubicBezTo>
                    <a:pt x="703" y="7549"/>
                    <a:pt x="1869" y="8704"/>
                    <a:pt x="3298" y="8704"/>
                  </a:cubicBezTo>
                  <a:cubicBezTo>
                    <a:pt x="3405" y="8704"/>
                    <a:pt x="3501" y="8704"/>
                    <a:pt x="3596" y="8692"/>
                  </a:cubicBezTo>
                  <a:lnTo>
                    <a:pt x="3596" y="8692"/>
                  </a:lnTo>
                  <a:lnTo>
                    <a:pt x="3501" y="10835"/>
                  </a:lnTo>
                  <a:lnTo>
                    <a:pt x="3298" y="10835"/>
                  </a:lnTo>
                  <a:cubicBezTo>
                    <a:pt x="3215" y="10835"/>
                    <a:pt x="3143" y="10907"/>
                    <a:pt x="3143" y="11002"/>
                  </a:cubicBezTo>
                  <a:cubicBezTo>
                    <a:pt x="3143" y="11085"/>
                    <a:pt x="3215" y="11157"/>
                    <a:pt x="3298" y="11157"/>
                  </a:cubicBezTo>
                  <a:lnTo>
                    <a:pt x="5048" y="11157"/>
                  </a:lnTo>
                  <a:cubicBezTo>
                    <a:pt x="5132" y="11157"/>
                    <a:pt x="5203" y="11085"/>
                    <a:pt x="5203" y="11002"/>
                  </a:cubicBezTo>
                  <a:cubicBezTo>
                    <a:pt x="5203" y="10907"/>
                    <a:pt x="5132" y="10835"/>
                    <a:pt x="5048" y="10835"/>
                  </a:cubicBezTo>
                  <a:lnTo>
                    <a:pt x="4846" y="10835"/>
                  </a:lnTo>
                  <a:lnTo>
                    <a:pt x="4715" y="8275"/>
                  </a:lnTo>
                  <a:lnTo>
                    <a:pt x="4715" y="8275"/>
                  </a:lnTo>
                  <a:cubicBezTo>
                    <a:pt x="4941" y="8335"/>
                    <a:pt x="5168" y="8359"/>
                    <a:pt x="5382" y="8359"/>
                  </a:cubicBezTo>
                  <a:cubicBezTo>
                    <a:pt x="6834" y="8359"/>
                    <a:pt x="7989" y="7192"/>
                    <a:pt x="7989" y="5763"/>
                  </a:cubicBezTo>
                  <a:cubicBezTo>
                    <a:pt x="8025" y="5204"/>
                    <a:pt x="7846" y="4656"/>
                    <a:pt x="7513" y="4215"/>
                  </a:cubicBezTo>
                  <a:cubicBezTo>
                    <a:pt x="7739" y="3870"/>
                    <a:pt x="7858" y="3465"/>
                    <a:pt x="7858" y="3049"/>
                  </a:cubicBezTo>
                  <a:cubicBezTo>
                    <a:pt x="7858" y="1858"/>
                    <a:pt x="6906" y="894"/>
                    <a:pt x="5715" y="882"/>
                  </a:cubicBezTo>
                  <a:cubicBezTo>
                    <a:pt x="5322" y="322"/>
                    <a:pt x="4691" y="1"/>
                    <a:pt x="4013"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61"/>
            <p:cNvSpPr/>
            <p:nvPr/>
          </p:nvSpPr>
          <p:spPr>
            <a:xfrm>
              <a:off x="3960909" y="3498226"/>
              <a:ext cx="60992" cy="60992"/>
            </a:xfrm>
            <a:custGeom>
              <a:rect b="b" l="l" r="r" t="t"/>
              <a:pathLst>
                <a:path extrusionOk="0" h="1906" w="1906">
                  <a:moveTo>
                    <a:pt x="168" y="1"/>
                  </a:moveTo>
                  <a:cubicBezTo>
                    <a:pt x="84" y="1"/>
                    <a:pt x="1" y="84"/>
                    <a:pt x="1" y="167"/>
                  </a:cubicBezTo>
                  <a:cubicBezTo>
                    <a:pt x="1" y="1120"/>
                    <a:pt x="775" y="1906"/>
                    <a:pt x="1751" y="1906"/>
                  </a:cubicBezTo>
                  <a:cubicBezTo>
                    <a:pt x="1834" y="1906"/>
                    <a:pt x="1906" y="1834"/>
                    <a:pt x="1906" y="1751"/>
                  </a:cubicBezTo>
                  <a:cubicBezTo>
                    <a:pt x="1906" y="1656"/>
                    <a:pt x="1834" y="1584"/>
                    <a:pt x="1751" y="1584"/>
                  </a:cubicBezTo>
                  <a:cubicBezTo>
                    <a:pt x="977" y="1584"/>
                    <a:pt x="334" y="953"/>
                    <a:pt x="334" y="167"/>
                  </a:cubicBezTo>
                  <a:cubicBezTo>
                    <a:pt x="334" y="84"/>
                    <a:pt x="263" y="1"/>
                    <a:pt x="168"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61"/>
            <p:cNvSpPr/>
            <p:nvPr/>
          </p:nvSpPr>
          <p:spPr>
            <a:xfrm>
              <a:off x="4083981" y="3408690"/>
              <a:ext cx="44224" cy="43872"/>
            </a:xfrm>
            <a:custGeom>
              <a:rect b="b" l="l" r="r" t="t"/>
              <a:pathLst>
                <a:path extrusionOk="0" h="1371" w="1382">
                  <a:moveTo>
                    <a:pt x="167" y="1"/>
                  </a:moveTo>
                  <a:cubicBezTo>
                    <a:pt x="72" y="1"/>
                    <a:pt x="1" y="84"/>
                    <a:pt x="1" y="167"/>
                  </a:cubicBezTo>
                  <a:cubicBezTo>
                    <a:pt x="1" y="263"/>
                    <a:pt x="72" y="334"/>
                    <a:pt x="167" y="334"/>
                  </a:cubicBezTo>
                  <a:cubicBezTo>
                    <a:pt x="655" y="334"/>
                    <a:pt x="1036" y="739"/>
                    <a:pt x="1036" y="1215"/>
                  </a:cubicBezTo>
                  <a:cubicBezTo>
                    <a:pt x="1036" y="1299"/>
                    <a:pt x="1120" y="1370"/>
                    <a:pt x="1203" y="1370"/>
                  </a:cubicBezTo>
                  <a:cubicBezTo>
                    <a:pt x="1298" y="1370"/>
                    <a:pt x="1370" y="1299"/>
                    <a:pt x="1370" y="1215"/>
                  </a:cubicBezTo>
                  <a:cubicBezTo>
                    <a:pt x="1382" y="560"/>
                    <a:pt x="834" y="1"/>
                    <a:pt x="16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3" name="Google Shape;633;p61"/>
          <p:cNvSpPr txBox="1"/>
          <p:nvPr/>
        </p:nvSpPr>
        <p:spPr>
          <a:xfrm>
            <a:off x="6273875" y="1780825"/>
            <a:ext cx="2461200" cy="196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            Action decision </a:t>
            </a:r>
            <a:endParaRPr b="1"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lang="en" sz="1100">
                <a:solidFill>
                  <a:schemeClr val="dk1"/>
                </a:solidFill>
              </a:rPr>
              <a:t>                Approve normally</a:t>
            </a:r>
            <a:br>
              <a:rPr lang="en" sz="1100">
                <a:solidFill>
                  <a:schemeClr val="dk1"/>
                </a:solidFill>
              </a:rPr>
            </a:br>
            <a:r>
              <a:rPr lang="en" sz="1100">
                <a:solidFill>
                  <a:schemeClr val="dk1"/>
                </a:solidFill>
              </a:rPr>
              <a:t>                            ↓</a:t>
            </a:r>
            <a:br>
              <a:rPr lang="en" sz="1100">
                <a:solidFill>
                  <a:schemeClr val="dk1"/>
                </a:solidFill>
              </a:rPr>
            </a:br>
            <a:r>
              <a:rPr lang="en" sz="1100">
                <a:solidFill>
                  <a:schemeClr val="dk1"/>
                </a:solidFill>
              </a:rPr>
              <a:t>            Step-up authentication</a:t>
            </a:r>
            <a:br>
              <a:rPr lang="en" sz="1100">
                <a:solidFill>
                  <a:schemeClr val="dk1"/>
                </a:solidFill>
              </a:rPr>
            </a:br>
            <a:r>
              <a:rPr lang="en" sz="1100">
                <a:solidFill>
                  <a:schemeClr val="dk1"/>
                </a:solidFill>
              </a:rPr>
              <a:t>                            ↓</a:t>
            </a:r>
            <a:br>
              <a:rPr lang="en" sz="1100">
                <a:solidFill>
                  <a:schemeClr val="dk1"/>
                </a:solidFill>
              </a:rPr>
            </a:br>
            <a:r>
              <a:rPr lang="en" sz="1100">
                <a:solidFill>
                  <a:schemeClr val="dk1"/>
                </a:solidFill>
              </a:rPr>
              <a:t>                  Manual review</a:t>
            </a:r>
            <a:endParaRPr sz="1100">
              <a:solidFill>
                <a:schemeClr val="dk1"/>
              </a:solidFill>
            </a:endParaRPr>
          </a:p>
          <a:p>
            <a:pPr indent="0" lvl="0" marL="0" rtl="0" algn="l">
              <a:spcBef>
                <a:spcPts val="400"/>
              </a:spcBef>
              <a:spcAft>
                <a:spcPts val="0"/>
              </a:spcAft>
              <a:buNone/>
            </a:pPr>
            <a:r>
              <a:t/>
            </a:r>
            <a:endParaRPr sz="1600">
              <a:solidFill>
                <a:schemeClr val="dk1"/>
              </a:solidFill>
              <a:latin typeface="Karla"/>
              <a:ea typeface="Karla"/>
              <a:cs typeface="Karla"/>
              <a:sym typeface="Karla"/>
            </a:endParaRPr>
          </a:p>
        </p:txBody>
      </p:sp>
      <p:sp>
        <p:nvSpPr>
          <p:cNvPr id="634" name="Google Shape;634;p61"/>
          <p:cNvSpPr/>
          <p:nvPr/>
        </p:nvSpPr>
        <p:spPr>
          <a:xfrm>
            <a:off x="6305375" y="1644473"/>
            <a:ext cx="2398200" cy="1794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Karla"/>
              <a:ea typeface="Karla"/>
              <a:cs typeface="Karla"/>
              <a:sym typeface="Karla"/>
            </a:endParaRPr>
          </a:p>
        </p:txBody>
      </p:sp>
      <p:grpSp>
        <p:nvGrpSpPr>
          <p:cNvPr id="635" name="Google Shape;635;p61"/>
          <p:cNvGrpSpPr/>
          <p:nvPr/>
        </p:nvGrpSpPr>
        <p:grpSpPr>
          <a:xfrm>
            <a:off x="7056833" y="1225937"/>
            <a:ext cx="255247" cy="327458"/>
            <a:chOff x="6974158" y="2789537"/>
            <a:chExt cx="255247" cy="327458"/>
          </a:xfrm>
        </p:grpSpPr>
        <p:sp>
          <p:nvSpPr>
            <p:cNvPr id="636" name="Google Shape;636;p61"/>
            <p:cNvSpPr/>
            <p:nvPr/>
          </p:nvSpPr>
          <p:spPr>
            <a:xfrm>
              <a:off x="7066407" y="2897282"/>
              <a:ext cx="9876" cy="14798"/>
            </a:xfrm>
            <a:custGeom>
              <a:rect b="b" l="l" r="r" t="t"/>
              <a:pathLst>
                <a:path extrusionOk="0" h="466" w="311">
                  <a:moveTo>
                    <a:pt x="144" y="1"/>
                  </a:moveTo>
                  <a:cubicBezTo>
                    <a:pt x="60" y="1"/>
                    <a:pt x="1" y="84"/>
                    <a:pt x="1" y="155"/>
                  </a:cubicBezTo>
                  <a:lnTo>
                    <a:pt x="1" y="322"/>
                  </a:lnTo>
                  <a:cubicBezTo>
                    <a:pt x="1" y="405"/>
                    <a:pt x="72" y="465"/>
                    <a:pt x="144" y="465"/>
                  </a:cubicBezTo>
                  <a:cubicBezTo>
                    <a:pt x="227" y="465"/>
                    <a:pt x="299" y="394"/>
                    <a:pt x="299" y="322"/>
                  </a:cubicBezTo>
                  <a:lnTo>
                    <a:pt x="299" y="155"/>
                  </a:lnTo>
                  <a:cubicBezTo>
                    <a:pt x="310" y="60"/>
                    <a:pt x="239" y="1"/>
                    <a:pt x="144"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1"/>
            <p:cNvSpPr/>
            <p:nvPr/>
          </p:nvSpPr>
          <p:spPr>
            <a:xfrm>
              <a:off x="7127662" y="2897282"/>
              <a:ext cx="9495" cy="14798"/>
            </a:xfrm>
            <a:custGeom>
              <a:rect b="b" l="l" r="r" t="t"/>
              <a:pathLst>
                <a:path extrusionOk="0" h="466" w="299">
                  <a:moveTo>
                    <a:pt x="155" y="1"/>
                  </a:moveTo>
                  <a:cubicBezTo>
                    <a:pt x="60" y="1"/>
                    <a:pt x="1" y="84"/>
                    <a:pt x="1" y="155"/>
                  </a:cubicBezTo>
                  <a:lnTo>
                    <a:pt x="1" y="322"/>
                  </a:lnTo>
                  <a:cubicBezTo>
                    <a:pt x="1" y="405"/>
                    <a:pt x="84" y="465"/>
                    <a:pt x="155" y="465"/>
                  </a:cubicBezTo>
                  <a:cubicBezTo>
                    <a:pt x="227" y="465"/>
                    <a:pt x="298" y="394"/>
                    <a:pt x="298" y="322"/>
                  </a:cubicBezTo>
                  <a:lnTo>
                    <a:pt x="298" y="155"/>
                  </a:lnTo>
                  <a:cubicBezTo>
                    <a:pt x="298" y="60"/>
                    <a:pt x="239" y="1"/>
                    <a:pt x="155"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1"/>
            <p:cNvSpPr/>
            <p:nvPr/>
          </p:nvSpPr>
          <p:spPr>
            <a:xfrm>
              <a:off x="7081935" y="2933292"/>
              <a:ext cx="40837" cy="14703"/>
            </a:xfrm>
            <a:custGeom>
              <a:rect b="b" l="l" r="r" t="t"/>
              <a:pathLst>
                <a:path extrusionOk="0" h="463" w="1286">
                  <a:moveTo>
                    <a:pt x="162" y="1"/>
                  </a:moveTo>
                  <a:cubicBezTo>
                    <a:pt x="125" y="1"/>
                    <a:pt x="89" y="16"/>
                    <a:pt x="60" y="45"/>
                  </a:cubicBezTo>
                  <a:cubicBezTo>
                    <a:pt x="0" y="105"/>
                    <a:pt x="0" y="200"/>
                    <a:pt x="60" y="260"/>
                  </a:cubicBezTo>
                  <a:cubicBezTo>
                    <a:pt x="191" y="391"/>
                    <a:pt x="417" y="462"/>
                    <a:pt x="655" y="462"/>
                  </a:cubicBezTo>
                  <a:cubicBezTo>
                    <a:pt x="893" y="462"/>
                    <a:pt x="1119" y="391"/>
                    <a:pt x="1250" y="260"/>
                  </a:cubicBezTo>
                  <a:cubicBezTo>
                    <a:pt x="1286" y="200"/>
                    <a:pt x="1286" y="105"/>
                    <a:pt x="1226" y="45"/>
                  </a:cubicBezTo>
                  <a:cubicBezTo>
                    <a:pt x="1197" y="16"/>
                    <a:pt x="1158" y="1"/>
                    <a:pt x="1119" y="1"/>
                  </a:cubicBezTo>
                  <a:cubicBezTo>
                    <a:pt x="1081" y="1"/>
                    <a:pt x="1042" y="16"/>
                    <a:pt x="1012" y="45"/>
                  </a:cubicBezTo>
                  <a:cubicBezTo>
                    <a:pt x="953" y="105"/>
                    <a:pt x="822" y="164"/>
                    <a:pt x="643" y="164"/>
                  </a:cubicBezTo>
                  <a:cubicBezTo>
                    <a:pt x="464" y="164"/>
                    <a:pt x="310" y="105"/>
                    <a:pt x="274" y="45"/>
                  </a:cubicBezTo>
                  <a:cubicBezTo>
                    <a:pt x="238" y="16"/>
                    <a:pt x="199" y="1"/>
                    <a:pt x="16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1"/>
            <p:cNvSpPr/>
            <p:nvPr/>
          </p:nvSpPr>
          <p:spPr>
            <a:xfrm>
              <a:off x="6974158" y="2789537"/>
              <a:ext cx="255247" cy="327458"/>
            </a:xfrm>
            <a:custGeom>
              <a:rect b="b" l="l" r="r" t="t"/>
              <a:pathLst>
                <a:path extrusionOk="0" h="10312" w="8038">
                  <a:moveTo>
                    <a:pt x="6228" y="2167"/>
                  </a:moveTo>
                  <a:lnTo>
                    <a:pt x="6132" y="3239"/>
                  </a:lnTo>
                  <a:lnTo>
                    <a:pt x="6121" y="3239"/>
                  </a:lnTo>
                  <a:cubicBezTo>
                    <a:pt x="6025" y="3239"/>
                    <a:pt x="5942" y="3156"/>
                    <a:pt x="5942" y="3060"/>
                  </a:cubicBezTo>
                  <a:lnTo>
                    <a:pt x="5942" y="2227"/>
                  </a:lnTo>
                  <a:cubicBezTo>
                    <a:pt x="6049" y="2227"/>
                    <a:pt x="6132" y="2191"/>
                    <a:pt x="6228" y="2167"/>
                  </a:cubicBezTo>
                  <a:close/>
                  <a:moveTo>
                    <a:pt x="5787" y="322"/>
                  </a:moveTo>
                  <a:cubicBezTo>
                    <a:pt x="6240" y="322"/>
                    <a:pt x="6609" y="691"/>
                    <a:pt x="6609" y="1131"/>
                  </a:cubicBezTo>
                  <a:cubicBezTo>
                    <a:pt x="6609" y="1584"/>
                    <a:pt x="6240" y="1953"/>
                    <a:pt x="5787" y="1953"/>
                  </a:cubicBezTo>
                  <a:cubicBezTo>
                    <a:pt x="5490" y="1953"/>
                    <a:pt x="5228" y="1786"/>
                    <a:pt x="5073" y="1536"/>
                  </a:cubicBezTo>
                  <a:cubicBezTo>
                    <a:pt x="5048" y="1487"/>
                    <a:pt x="4996" y="1455"/>
                    <a:pt x="4942" y="1455"/>
                  </a:cubicBezTo>
                  <a:cubicBezTo>
                    <a:pt x="4918" y="1455"/>
                    <a:pt x="4893" y="1462"/>
                    <a:pt x="4870" y="1477"/>
                  </a:cubicBezTo>
                  <a:cubicBezTo>
                    <a:pt x="4799" y="1524"/>
                    <a:pt x="4763" y="1608"/>
                    <a:pt x="4811" y="1691"/>
                  </a:cubicBezTo>
                  <a:cubicBezTo>
                    <a:pt x="4823" y="1703"/>
                    <a:pt x="4823" y="1715"/>
                    <a:pt x="4835" y="1727"/>
                  </a:cubicBezTo>
                  <a:cubicBezTo>
                    <a:pt x="4775" y="1763"/>
                    <a:pt x="4716" y="1786"/>
                    <a:pt x="4656" y="1786"/>
                  </a:cubicBezTo>
                  <a:cubicBezTo>
                    <a:pt x="4477" y="1786"/>
                    <a:pt x="4335" y="1643"/>
                    <a:pt x="4335" y="1465"/>
                  </a:cubicBezTo>
                  <a:cubicBezTo>
                    <a:pt x="4335" y="1370"/>
                    <a:pt x="4263" y="1310"/>
                    <a:pt x="4180" y="1310"/>
                  </a:cubicBezTo>
                  <a:cubicBezTo>
                    <a:pt x="4108" y="1310"/>
                    <a:pt x="4037" y="1393"/>
                    <a:pt x="4037" y="1465"/>
                  </a:cubicBezTo>
                  <a:cubicBezTo>
                    <a:pt x="4037" y="1810"/>
                    <a:pt x="4323" y="2108"/>
                    <a:pt x="4680" y="2108"/>
                  </a:cubicBezTo>
                  <a:cubicBezTo>
                    <a:pt x="4811" y="2108"/>
                    <a:pt x="4942" y="2060"/>
                    <a:pt x="5061" y="1965"/>
                  </a:cubicBezTo>
                  <a:cubicBezTo>
                    <a:pt x="5228" y="2120"/>
                    <a:pt x="5442" y="2227"/>
                    <a:pt x="5668" y="2251"/>
                  </a:cubicBezTo>
                  <a:lnTo>
                    <a:pt x="5668" y="3072"/>
                  </a:lnTo>
                  <a:cubicBezTo>
                    <a:pt x="5668" y="3334"/>
                    <a:pt x="5882" y="3548"/>
                    <a:pt x="6144" y="3548"/>
                  </a:cubicBezTo>
                  <a:lnTo>
                    <a:pt x="6382" y="3548"/>
                  </a:lnTo>
                  <a:cubicBezTo>
                    <a:pt x="6454" y="3548"/>
                    <a:pt x="6513" y="3572"/>
                    <a:pt x="6573" y="3632"/>
                  </a:cubicBezTo>
                  <a:cubicBezTo>
                    <a:pt x="6621" y="3691"/>
                    <a:pt x="6656" y="3751"/>
                    <a:pt x="6633" y="3834"/>
                  </a:cubicBezTo>
                  <a:cubicBezTo>
                    <a:pt x="6621" y="3953"/>
                    <a:pt x="6502" y="4049"/>
                    <a:pt x="6371" y="4049"/>
                  </a:cubicBezTo>
                  <a:lnTo>
                    <a:pt x="6299" y="4049"/>
                  </a:lnTo>
                  <a:lnTo>
                    <a:pt x="6299" y="4037"/>
                  </a:lnTo>
                  <a:cubicBezTo>
                    <a:pt x="6299" y="3953"/>
                    <a:pt x="6216" y="3894"/>
                    <a:pt x="6144" y="3894"/>
                  </a:cubicBezTo>
                  <a:cubicBezTo>
                    <a:pt x="6061" y="3894"/>
                    <a:pt x="6001" y="3965"/>
                    <a:pt x="6001" y="4037"/>
                  </a:cubicBezTo>
                  <a:cubicBezTo>
                    <a:pt x="6001" y="5108"/>
                    <a:pt x="5120" y="5977"/>
                    <a:pt x="4049" y="5977"/>
                  </a:cubicBezTo>
                  <a:cubicBezTo>
                    <a:pt x="2953" y="5977"/>
                    <a:pt x="2084" y="5096"/>
                    <a:pt x="2084" y="4025"/>
                  </a:cubicBezTo>
                  <a:cubicBezTo>
                    <a:pt x="2084" y="3929"/>
                    <a:pt x="2013" y="3870"/>
                    <a:pt x="1941" y="3870"/>
                  </a:cubicBezTo>
                  <a:cubicBezTo>
                    <a:pt x="1858" y="3870"/>
                    <a:pt x="1787" y="3953"/>
                    <a:pt x="1787" y="4025"/>
                  </a:cubicBezTo>
                  <a:lnTo>
                    <a:pt x="1787" y="4037"/>
                  </a:lnTo>
                  <a:lnTo>
                    <a:pt x="1703" y="4037"/>
                  </a:lnTo>
                  <a:cubicBezTo>
                    <a:pt x="1620" y="4037"/>
                    <a:pt x="1560" y="4013"/>
                    <a:pt x="1501" y="3953"/>
                  </a:cubicBezTo>
                  <a:cubicBezTo>
                    <a:pt x="1465" y="3894"/>
                    <a:pt x="1429" y="3834"/>
                    <a:pt x="1441" y="3751"/>
                  </a:cubicBezTo>
                  <a:cubicBezTo>
                    <a:pt x="1465" y="3632"/>
                    <a:pt x="1584" y="3537"/>
                    <a:pt x="1715" y="3537"/>
                  </a:cubicBezTo>
                  <a:lnTo>
                    <a:pt x="1941" y="3537"/>
                  </a:lnTo>
                  <a:cubicBezTo>
                    <a:pt x="2203" y="3537"/>
                    <a:pt x="2418" y="3322"/>
                    <a:pt x="2418" y="3060"/>
                  </a:cubicBezTo>
                  <a:lnTo>
                    <a:pt x="2418" y="2358"/>
                  </a:lnTo>
                  <a:cubicBezTo>
                    <a:pt x="2418" y="2084"/>
                    <a:pt x="2632" y="1870"/>
                    <a:pt x="2906" y="1870"/>
                  </a:cubicBezTo>
                  <a:lnTo>
                    <a:pt x="3525" y="1870"/>
                  </a:lnTo>
                  <a:cubicBezTo>
                    <a:pt x="3620" y="1870"/>
                    <a:pt x="3680" y="1786"/>
                    <a:pt x="3680" y="1715"/>
                  </a:cubicBezTo>
                  <a:cubicBezTo>
                    <a:pt x="3680" y="1632"/>
                    <a:pt x="3608" y="1572"/>
                    <a:pt x="3525" y="1572"/>
                  </a:cubicBezTo>
                  <a:lnTo>
                    <a:pt x="2906" y="1572"/>
                  </a:lnTo>
                  <a:cubicBezTo>
                    <a:pt x="2477" y="1572"/>
                    <a:pt x="2120" y="1929"/>
                    <a:pt x="2120" y="2358"/>
                  </a:cubicBezTo>
                  <a:lnTo>
                    <a:pt x="2120" y="3060"/>
                  </a:lnTo>
                  <a:cubicBezTo>
                    <a:pt x="2120" y="3144"/>
                    <a:pt x="2037" y="3239"/>
                    <a:pt x="1941" y="3239"/>
                  </a:cubicBezTo>
                  <a:lnTo>
                    <a:pt x="1906" y="3239"/>
                  </a:lnTo>
                  <a:lnTo>
                    <a:pt x="1739" y="1572"/>
                  </a:lnTo>
                  <a:cubicBezTo>
                    <a:pt x="1715" y="1251"/>
                    <a:pt x="1822" y="929"/>
                    <a:pt x="2025" y="691"/>
                  </a:cubicBezTo>
                  <a:cubicBezTo>
                    <a:pt x="2239" y="453"/>
                    <a:pt x="2549" y="322"/>
                    <a:pt x="2870" y="322"/>
                  </a:cubicBezTo>
                  <a:close/>
                  <a:moveTo>
                    <a:pt x="5013" y="6013"/>
                  </a:moveTo>
                  <a:lnTo>
                    <a:pt x="5013" y="6537"/>
                  </a:lnTo>
                  <a:cubicBezTo>
                    <a:pt x="5013" y="6823"/>
                    <a:pt x="5204" y="7073"/>
                    <a:pt x="5478" y="7144"/>
                  </a:cubicBezTo>
                  <a:lnTo>
                    <a:pt x="5740" y="7227"/>
                  </a:lnTo>
                  <a:cubicBezTo>
                    <a:pt x="5668" y="7478"/>
                    <a:pt x="5537" y="7716"/>
                    <a:pt x="5370" y="7906"/>
                  </a:cubicBezTo>
                  <a:cubicBezTo>
                    <a:pt x="5311" y="7966"/>
                    <a:pt x="5323" y="8073"/>
                    <a:pt x="5382" y="8120"/>
                  </a:cubicBezTo>
                  <a:cubicBezTo>
                    <a:pt x="5418" y="8144"/>
                    <a:pt x="5442" y="8156"/>
                    <a:pt x="5490" y="8156"/>
                  </a:cubicBezTo>
                  <a:cubicBezTo>
                    <a:pt x="5537" y="8156"/>
                    <a:pt x="5585" y="8144"/>
                    <a:pt x="5609" y="8120"/>
                  </a:cubicBezTo>
                  <a:cubicBezTo>
                    <a:pt x="5823" y="7882"/>
                    <a:pt x="5966" y="7608"/>
                    <a:pt x="6061" y="7311"/>
                  </a:cubicBezTo>
                  <a:lnTo>
                    <a:pt x="6382" y="7418"/>
                  </a:lnTo>
                  <a:cubicBezTo>
                    <a:pt x="6204" y="7906"/>
                    <a:pt x="5930" y="8335"/>
                    <a:pt x="5525" y="8668"/>
                  </a:cubicBezTo>
                  <a:cubicBezTo>
                    <a:pt x="5085" y="9013"/>
                    <a:pt x="4573" y="9204"/>
                    <a:pt x="4001" y="9204"/>
                  </a:cubicBezTo>
                  <a:cubicBezTo>
                    <a:pt x="3442" y="9204"/>
                    <a:pt x="2918" y="9025"/>
                    <a:pt x="2489" y="8668"/>
                  </a:cubicBezTo>
                  <a:cubicBezTo>
                    <a:pt x="2096" y="8359"/>
                    <a:pt x="1810" y="7918"/>
                    <a:pt x="1668" y="7442"/>
                  </a:cubicBezTo>
                  <a:lnTo>
                    <a:pt x="2001" y="7347"/>
                  </a:lnTo>
                  <a:cubicBezTo>
                    <a:pt x="2108" y="7739"/>
                    <a:pt x="2358" y="8097"/>
                    <a:pt x="2680" y="8370"/>
                  </a:cubicBezTo>
                  <a:cubicBezTo>
                    <a:pt x="3049" y="8668"/>
                    <a:pt x="3513" y="8847"/>
                    <a:pt x="4001" y="8847"/>
                  </a:cubicBezTo>
                  <a:cubicBezTo>
                    <a:pt x="4382" y="8847"/>
                    <a:pt x="4739" y="8751"/>
                    <a:pt x="5049" y="8561"/>
                  </a:cubicBezTo>
                  <a:cubicBezTo>
                    <a:pt x="5120" y="8513"/>
                    <a:pt x="5132" y="8430"/>
                    <a:pt x="5109" y="8359"/>
                  </a:cubicBezTo>
                  <a:cubicBezTo>
                    <a:pt x="5077" y="8304"/>
                    <a:pt x="5031" y="8280"/>
                    <a:pt x="4979" y="8280"/>
                  </a:cubicBezTo>
                  <a:cubicBezTo>
                    <a:pt x="4952" y="8280"/>
                    <a:pt x="4923" y="8287"/>
                    <a:pt x="4894" y="8299"/>
                  </a:cubicBezTo>
                  <a:cubicBezTo>
                    <a:pt x="4632" y="8442"/>
                    <a:pt x="4311" y="8537"/>
                    <a:pt x="4001" y="8537"/>
                  </a:cubicBezTo>
                  <a:cubicBezTo>
                    <a:pt x="3215" y="8537"/>
                    <a:pt x="2513" y="8001"/>
                    <a:pt x="2299" y="7239"/>
                  </a:cubicBezTo>
                  <a:lnTo>
                    <a:pt x="2596" y="7144"/>
                  </a:lnTo>
                  <a:cubicBezTo>
                    <a:pt x="2858" y="7073"/>
                    <a:pt x="3049" y="6823"/>
                    <a:pt x="3049" y="6537"/>
                  </a:cubicBezTo>
                  <a:lnTo>
                    <a:pt x="3049" y="6013"/>
                  </a:lnTo>
                  <a:cubicBezTo>
                    <a:pt x="3346" y="6168"/>
                    <a:pt x="3680" y="6239"/>
                    <a:pt x="4037" y="6239"/>
                  </a:cubicBezTo>
                  <a:cubicBezTo>
                    <a:pt x="4394" y="6239"/>
                    <a:pt x="4716" y="6168"/>
                    <a:pt x="5013" y="6013"/>
                  </a:cubicBezTo>
                  <a:close/>
                  <a:moveTo>
                    <a:pt x="2870" y="0"/>
                  </a:moveTo>
                  <a:cubicBezTo>
                    <a:pt x="2477" y="0"/>
                    <a:pt x="2084" y="179"/>
                    <a:pt x="1799" y="477"/>
                  </a:cubicBezTo>
                  <a:cubicBezTo>
                    <a:pt x="1537" y="774"/>
                    <a:pt x="1406" y="1179"/>
                    <a:pt x="1429" y="1596"/>
                  </a:cubicBezTo>
                  <a:lnTo>
                    <a:pt x="1596" y="3251"/>
                  </a:lnTo>
                  <a:cubicBezTo>
                    <a:pt x="1358" y="3298"/>
                    <a:pt x="1144" y="3489"/>
                    <a:pt x="1132" y="3739"/>
                  </a:cubicBezTo>
                  <a:cubicBezTo>
                    <a:pt x="1120" y="3894"/>
                    <a:pt x="1168" y="4049"/>
                    <a:pt x="1263" y="4168"/>
                  </a:cubicBezTo>
                  <a:cubicBezTo>
                    <a:pt x="1370" y="4287"/>
                    <a:pt x="1525" y="4346"/>
                    <a:pt x="1680" y="4346"/>
                  </a:cubicBezTo>
                  <a:lnTo>
                    <a:pt x="1799" y="4346"/>
                  </a:lnTo>
                  <a:cubicBezTo>
                    <a:pt x="1894" y="4989"/>
                    <a:pt x="2251" y="5525"/>
                    <a:pt x="2739" y="5882"/>
                  </a:cubicBezTo>
                  <a:lnTo>
                    <a:pt x="2739" y="6585"/>
                  </a:lnTo>
                  <a:cubicBezTo>
                    <a:pt x="2739" y="6727"/>
                    <a:pt x="2632" y="6870"/>
                    <a:pt x="2501" y="6894"/>
                  </a:cubicBezTo>
                  <a:lnTo>
                    <a:pt x="810" y="7406"/>
                  </a:lnTo>
                  <a:cubicBezTo>
                    <a:pt x="322" y="7537"/>
                    <a:pt x="1" y="7978"/>
                    <a:pt x="1" y="8478"/>
                  </a:cubicBezTo>
                  <a:lnTo>
                    <a:pt x="1" y="10168"/>
                  </a:lnTo>
                  <a:cubicBezTo>
                    <a:pt x="1" y="10252"/>
                    <a:pt x="72" y="10311"/>
                    <a:pt x="144" y="10311"/>
                  </a:cubicBezTo>
                  <a:cubicBezTo>
                    <a:pt x="227" y="10311"/>
                    <a:pt x="298" y="10240"/>
                    <a:pt x="298" y="10168"/>
                  </a:cubicBezTo>
                  <a:lnTo>
                    <a:pt x="298" y="8466"/>
                  </a:lnTo>
                  <a:cubicBezTo>
                    <a:pt x="298" y="8109"/>
                    <a:pt x="537" y="7787"/>
                    <a:pt x="882" y="7680"/>
                  </a:cubicBezTo>
                  <a:lnTo>
                    <a:pt x="1370" y="7537"/>
                  </a:lnTo>
                  <a:cubicBezTo>
                    <a:pt x="1513" y="8073"/>
                    <a:pt x="1846" y="8549"/>
                    <a:pt x="2275" y="8906"/>
                  </a:cubicBezTo>
                  <a:cubicBezTo>
                    <a:pt x="2751" y="9287"/>
                    <a:pt x="3358" y="9502"/>
                    <a:pt x="3989" y="9502"/>
                  </a:cubicBezTo>
                  <a:cubicBezTo>
                    <a:pt x="4608" y="9502"/>
                    <a:pt x="5204" y="9287"/>
                    <a:pt x="5704" y="8906"/>
                  </a:cubicBezTo>
                  <a:cubicBezTo>
                    <a:pt x="6144" y="8549"/>
                    <a:pt x="6454" y="8073"/>
                    <a:pt x="6621" y="7537"/>
                  </a:cubicBezTo>
                  <a:lnTo>
                    <a:pt x="7144" y="7680"/>
                  </a:lnTo>
                  <a:cubicBezTo>
                    <a:pt x="7490" y="7787"/>
                    <a:pt x="7728" y="8097"/>
                    <a:pt x="7728" y="8466"/>
                  </a:cubicBezTo>
                  <a:lnTo>
                    <a:pt x="7728" y="10168"/>
                  </a:lnTo>
                  <a:cubicBezTo>
                    <a:pt x="7728" y="10252"/>
                    <a:pt x="7799" y="10311"/>
                    <a:pt x="7871" y="10311"/>
                  </a:cubicBezTo>
                  <a:cubicBezTo>
                    <a:pt x="7966" y="10311"/>
                    <a:pt x="8026" y="10240"/>
                    <a:pt x="8026" y="10168"/>
                  </a:cubicBezTo>
                  <a:lnTo>
                    <a:pt x="8026" y="8466"/>
                  </a:lnTo>
                  <a:cubicBezTo>
                    <a:pt x="8037" y="7966"/>
                    <a:pt x="7716" y="7525"/>
                    <a:pt x="7240" y="7382"/>
                  </a:cubicBezTo>
                  <a:lnTo>
                    <a:pt x="5537" y="6882"/>
                  </a:lnTo>
                  <a:cubicBezTo>
                    <a:pt x="5406" y="6835"/>
                    <a:pt x="5299" y="6704"/>
                    <a:pt x="5299" y="6573"/>
                  </a:cubicBezTo>
                  <a:lnTo>
                    <a:pt x="5299" y="5870"/>
                  </a:lnTo>
                  <a:cubicBezTo>
                    <a:pt x="5811" y="5525"/>
                    <a:pt x="6168" y="4977"/>
                    <a:pt x="6240" y="4334"/>
                  </a:cubicBezTo>
                  <a:lnTo>
                    <a:pt x="6323" y="4334"/>
                  </a:lnTo>
                  <a:cubicBezTo>
                    <a:pt x="6621" y="4334"/>
                    <a:pt x="6871" y="4108"/>
                    <a:pt x="6906" y="3846"/>
                  </a:cubicBezTo>
                  <a:cubicBezTo>
                    <a:pt x="6918" y="3691"/>
                    <a:pt x="6871" y="3525"/>
                    <a:pt x="6775" y="3417"/>
                  </a:cubicBezTo>
                  <a:cubicBezTo>
                    <a:pt x="6680" y="3322"/>
                    <a:pt x="6561" y="3251"/>
                    <a:pt x="6442" y="3239"/>
                  </a:cubicBezTo>
                  <a:lnTo>
                    <a:pt x="6549" y="1941"/>
                  </a:lnTo>
                  <a:cubicBezTo>
                    <a:pt x="6775" y="1727"/>
                    <a:pt x="6906" y="1453"/>
                    <a:pt x="6906" y="1120"/>
                  </a:cubicBezTo>
                  <a:cubicBezTo>
                    <a:pt x="6906" y="512"/>
                    <a:pt x="6394" y="0"/>
                    <a:pt x="578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1"/>
            <p:cNvSpPr/>
            <p:nvPr/>
          </p:nvSpPr>
          <p:spPr>
            <a:xfrm>
              <a:off x="7061135" y="2881785"/>
              <a:ext cx="20069" cy="9495"/>
            </a:xfrm>
            <a:custGeom>
              <a:rect b="b" l="l" r="r" t="t"/>
              <a:pathLst>
                <a:path extrusionOk="0" h="299" w="632">
                  <a:moveTo>
                    <a:pt x="155" y="1"/>
                  </a:moveTo>
                  <a:cubicBezTo>
                    <a:pt x="60" y="1"/>
                    <a:pt x="0" y="72"/>
                    <a:pt x="0" y="155"/>
                  </a:cubicBezTo>
                  <a:cubicBezTo>
                    <a:pt x="0" y="227"/>
                    <a:pt x="72" y="298"/>
                    <a:pt x="155" y="298"/>
                  </a:cubicBezTo>
                  <a:lnTo>
                    <a:pt x="476" y="298"/>
                  </a:lnTo>
                  <a:cubicBezTo>
                    <a:pt x="560" y="298"/>
                    <a:pt x="631" y="227"/>
                    <a:pt x="631" y="155"/>
                  </a:cubicBezTo>
                  <a:cubicBezTo>
                    <a:pt x="631" y="72"/>
                    <a:pt x="572" y="1"/>
                    <a:pt x="476"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1"/>
            <p:cNvSpPr/>
            <p:nvPr/>
          </p:nvSpPr>
          <p:spPr>
            <a:xfrm>
              <a:off x="7122740" y="2881785"/>
              <a:ext cx="19688" cy="9495"/>
            </a:xfrm>
            <a:custGeom>
              <a:rect b="b" l="l" r="r" t="t"/>
              <a:pathLst>
                <a:path extrusionOk="0" h="299" w="620">
                  <a:moveTo>
                    <a:pt x="144" y="1"/>
                  </a:moveTo>
                  <a:cubicBezTo>
                    <a:pt x="60" y="1"/>
                    <a:pt x="1" y="72"/>
                    <a:pt x="1" y="155"/>
                  </a:cubicBezTo>
                  <a:cubicBezTo>
                    <a:pt x="1" y="227"/>
                    <a:pt x="72" y="298"/>
                    <a:pt x="144" y="298"/>
                  </a:cubicBezTo>
                  <a:lnTo>
                    <a:pt x="477" y="298"/>
                  </a:lnTo>
                  <a:cubicBezTo>
                    <a:pt x="560" y="298"/>
                    <a:pt x="620" y="227"/>
                    <a:pt x="620" y="155"/>
                  </a:cubicBezTo>
                  <a:cubicBezTo>
                    <a:pt x="620" y="72"/>
                    <a:pt x="560" y="1"/>
                    <a:pt x="47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 name="Google Shape;642;p61"/>
          <p:cNvGrpSpPr/>
          <p:nvPr/>
        </p:nvGrpSpPr>
        <p:grpSpPr>
          <a:xfrm>
            <a:off x="7613372" y="1226699"/>
            <a:ext cx="244291" cy="326314"/>
            <a:chOff x="7530697" y="2790299"/>
            <a:chExt cx="244291" cy="326314"/>
          </a:xfrm>
        </p:grpSpPr>
        <p:sp>
          <p:nvSpPr>
            <p:cNvPr id="643" name="Google Shape;643;p61"/>
            <p:cNvSpPr/>
            <p:nvPr/>
          </p:nvSpPr>
          <p:spPr>
            <a:xfrm>
              <a:off x="7616911" y="2907507"/>
              <a:ext cx="9463" cy="14385"/>
            </a:xfrm>
            <a:custGeom>
              <a:rect b="b" l="l" r="r" t="t"/>
              <a:pathLst>
                <a:path extrusionOk="0" h="453" w="298">
                  <a:moveTo>
                    <a:pt x="155" y="0"/>
                  </a:moveTo>
                  <a:cubicBezTo>
                    <a:pt x="60" y="0"/>
                    <a:pt x="0" y="72"/>
                    <a:pt x="0" y="143"/>
                  </a:cubicBezTo>
                  <a:lnTo>
                    <a:pt x="0" y="310"/>
                  </a:lnTo>
                  <a:cubicBezTo>
                    <a:pt x="0" y="393"/>
                    <a:pt x="72" y="453"/>
                    <a:pt x="155" y="453"/>
                  </a:cubicBezTo>
                  <a:cubicBezTo>
                    <a:pt x="227" y="453"/>
                    <a:pt x="298" y="381"/>
                    <a:pt x="298" y="310"/>
                  </a:cubicBezTo>
                  <a:lnTo>
                    <a:pt x="298" y="143"/>
                  </a:lnTo>
                  <a:cubicBezTo>
                    <a:pt x="298" y="72"/>
                    <a:pt x="238" y="0"/>
                    <a:pt x="15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61"/>
            <p:cNvSpPr/>
            <p:nvPr/>
          </p:nvSpPr>
          <p:spPr>
            <a:xfrm>
              <a:off x="7678548" y="2907507"/>
              <a:ext cx="9463" cy="14385"/>
            </a:xfrm>
            <a:custGeom>
              <a:rect b="b" l="l" r="r" t="t"/>
              <a:pathLst>
                <a:path extrusionOk="0" h="453" w="298">
                  <a:moveTo>
                    <a:pt x="143" y="0"/>
                  </a:moveTo>
                  <a:cubicBezTo>
                    <a:pt x="60" y="0"/>
                    <a:pt x="0" y="72"/>
                    <a:pt x="0" y="143"/>
                  </a:cubicBezTo>
                  <a:lnTo>
                    <a:pt x="0" y="310"/>
                  </a:lnTo>
                  <a:cubicBezTo>
                    <a:pt x="0" y="393"/>
                    <a:pt x="72" y="453"/>
                    <a:pt x="143" y="453"/>
                  </a:cubicBezTo>
                  <a:cubicBezTo>
                    <a:pt x="214" y="453"/>
                    <a:pt x="298" y="381"/>
                    <a:pt x="298" y="310"/>
                  </a:cubicBezTo>
                  <a:lnTo>
                    <a:pt x="298" y="143"/>
                  </a:lnTo>
                  <a:cubicBezTo>
                    <a:pt x="298" y="72"/>
                    <a:pt x="238" y="0"/>
                    <a:pt x="14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1"/>
            <p:cNvSpPr/>
            <p:nvPr/>
          </p:nvSpPr>
          <p:spPr>
            <a:xfrm>
              <a:off x="7632408" y="2943136"/>
              <a:ext cx="40869" cy="14671"/>
            </a:xfrm>
            <a:custGeom>
              <a:rect b="b" l="l" r="r" t="t"/>
              <a:pathLst>
                <a:path extrusionOk="0" h="462" w="1287">
                  <a:moveTo>
                    <a:pt x="167" y="0"/>
                  </a:moveTo>
                  <a:cubicBezTo>
                    <a:pt x="129" y="0"/>
                    <a:pt x="90" y="15"/>
                    <a:pt x="60" y="45"/>
                  </a:cubicBezTo>
                  <a:cubicBezTo>
                    <a:pt x="1" y="104"/>
                    <a:pt x="1" y="200"/>
                    <a:pt x="60" y="259"/>
                  </a:cubicBezTo>
                  <a:cubicBezTo>
                    <a:pt x="203" y="390"/>
                    <a:pt x="417" y="462"/>
                    <a:pt x="655" y="462"/>
                  </a:cubicBezTo>
                  <a:cubicBezTo>
                    <a:pt x="893" y="462"/>
                    <a:pt x="1120" y="390"/>
                    <a:pt x="1251" y="259"/>
                  </a:cubicBezTo>
                  <a:cubicBezTo>
                    <a:pt x="1286" y="212"/>
                    <a:pt x="1286" y="104"/>
                    <a:pt x="1227" y="45"/>
                  </a:cubicBezTo>
                  <a:cubicBezTo>
                    <a:pt x="1197" y="15"/>
                    <a:pt x="1158" y="0"/>
                    <a:pt x="1120" y="0"/>
                  </a:cubicBezTo>
                  <a:cubicBezTo>
                    <a:pt x="1081" y="0"/>
                    <a:pt x="1042" y="15"/>
                    <a:pt x="1013" y="45"/>
                  </a:cubicBezTo>
                  <a:cubicBezTo>
                    <a:pt x="953" y="104"/>
                    <a:pt x="822" y="164"/>
                    <a:pt x="643" y="164"/>
                  </a:cubicBezTo>
                  <a:cubicBezTo>
                    <a:pt x="465" y="164"/>
                    <a:pt x="322" y="104"/>
                    <a:pt x="274" y="45"/>
                  </a:cubicBezTo>
                  <a:cubicBezTo>
                    <a:pt x="245" y="15"/>
                    <a:pt x="206"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1"/>
            <p:cNvSpPr/>
            <p:nvPr/>
          </p:nvSpPr>
          <p:spPr>
            <a:xfrm>
              <a:off x="7530697" y="2790299"/>
              <a:ext cx="244291" cy="326314"/>
            </a:xfrm>
            <a:custGeom>
              <a:rect b="b" l="l" r="r" t="t"/>
              <a:pathLst>
                <a:path extrusionOk="0" h="10276" w="7693">
                  <a:moveTo>
                    <a:pt x="3846" y="298"/>
                  </a:moveTo>
                  <a:cubicBezTo>
                    <a:pt x="5275" y="298"/>
                    <a:pt x="6442" y="1453"/>
                    <a:pt x="6442" y="2882"/>
                  </a:cubicBezTo>
                  <a:lnTo>
                    <a:pt x="6442" y="4013"/>
                  </a:lnTo>
                  <a:cubicBezTo>
                    <a:pt x="6442" y="4846"/>
                    <a:pt x="6633" y="5489"/>
                    <a:pt x="6799" y="5870"/>
                  </a:cubicBezTo>
                  <a:cubicBezTo>
                    <a:pt x="6811" y="5918"/>
                    <a:pt x="6811" y="5965"/>
                    <a:pt x="6799" y="6001"/>
                  </a:cubicBezTo>
                  <a:cubicBezTo>
                    <a:pt x="6775" y="6049"/>
                    <a:pt x="6752" y="6084"/>
                    <a:pt x="6704" y="6096"/>
                  </a:cubicBezTo>
                  <a:cubicBezTo>
                    <a:pt x="6359" y="6227"/>
                    <a:pt x="5692" y="6489"/>
                    <a:pt x="4978" y="6632"/>
                  </a:cubicBezTo>
                  <a:lnTo>
                    <a:pt x="4978" y="6132"/>
                  </a:lnTo>
                  <a:cubicBezTo>
                    <a:pt x="5644" y="5739"/>
                    <a:pt x="6109" y="5013"/>
                    <a:pt x="6109" y="4179"/>
                  </a:cubicBezTo>
                  <a:lnTo>
                    <a:pt x="6109" y="3536"/>
                  </a:lnTo>
                  <a:cubicBezTo>
                    <a:pt x="6109" y="3108"/>
                    <a:pt x="5751" y="2751"/>
                    <a:pt x="5323" y="2751"/>
                  </a:cubicBezTo>
                  <a:lnTo>
                    <a:pt x="5073" y="2751"/>
                  </a:lnTo>
                  <a:lnTo>
                    <a:pt x="4311" y="1989"/>
                  </a:lnTo>
                  <a:cubicBezTo>
                    <a:pt x="4282" y="1960"/>
                    <a:pt x="4249" y="1944"/>
                    <a:pt x="4214" y="1944"/>
                  </a:cubicBezTo>
                  <a:cubicBezTo>
                    <a:pt x="4191" y="1944"/>
                    <a:pt x="4168" y="1951"/>
                    <a:pt x="4144" y="1965"/>
                  </a:cubicBezTo>
                  <a:cubicBezTo>
                    <a:pt x="4085" y="1989"/>
                    <a:pt x="4061" y="2036"/>
                    <a:pt x="4061" y="2096"/>
                  </a:cubicBezTo>
                  <a:lnTo>
                    <a:pt x="4061" y="2751"/>
                  </a:lnTo>
                  <a:lnTo>
                    <a:pt x="3239" y="2751"/>
                  </a:lnTo>
                  <a:cubicBezTo>
                    <a:pt x="3144" y="2751"/>
                    <a:pt x="3084" y="2822"/>
                    <a:pt x="3084" y="2893"/>
                  </a:cubicBezTo>
                  <a:cubicBezTo>
                    <a:pt x="3084" y="2965"/>
                    <a:pt x="3168" y="3048"/>
                    <a:pt x="3239" y="3048"/>
                  </a:cubicBezTo>
                  <a:lnTo>
                    <a:pt x="4204" y="3048"/>
                  </a:lnTo>
                  <a:cubicBezTo>
                    <a:pt x="4299" y="3048"/>
                    <a:pt x="4358" y="2965"/>
                    <a:pt x="4358" y="2893"/>
                  </a:cubicBezTo>
                  <a:lnTo>
                    <a:pt x="4358" y="2453"/>
                  </a:lnTo>
                  <a:lnTo>
                    <a:pt x="4906" y="3001"/>
                  </a:lnTo>
                  <a:cubicBezTo>
                    <a:pt x="4930" y="3024"/>
                    <a:pt x="4966" y="3048"/>
                    <a:pt x="5013" y="3048"/>
                  </a:cubicBezTo>
                  <a:lnTo>
                    <a:pt x="5335" y="3048"/>
                  </a:lnTo>
                  <a:cubicBezTo>
                    <a:pt x="5609" y="3048"/>
                    <a:pt x="5823" y="3263"/>
                    <a:pt x="5823" y="3536"/>
                  </a:cubicBezTo>
                  <a:lnTo>
                    <a:pt x="5823" y="4179"/>
                  </a:lnTo>
                  <a:cubicBezTo>
                    <a:pt x="5823" y="5251"/>
                    <a:pt x="4954" y="6132"/>
                    <a:pt x="3882" y="6132"/>
                  </a:cubicBezTo>
                  <a:cubicBezTo>
                    <a:pt x="2811" y="6132"/>
                    <a:pt x="1930" y="5251"/>
                    <a:pt x="1930" y="4179"/>
                  </a:cubicBezTo>
                  <a:lnTo>
                    <a:pt x="1930" y="3536"/>
                  </a:lnTo>
                  <a:cubicBezTo>
                    <a:pt x="1930" y="3263"/>
                    <a:pt x="2156" y="3048"/>
                    <a:pt x="2418" y="3048"/>
                  </a:cubicBezTo>
                  <a:lnTo>
                    <a:pt x="2584" y="3048"/>
                  </a:lnTo>
                  <a:cubicBezTo>
                    <a:pt x="2668" y="3048"/>
                    <a:pt x="2727" y="2965"/>
                    <a:pt x="2727" y="2893"/>
                  </a:cubicBezTo>
                  <a:cubicBezTo>
                    <a:pt x="2727" y="2822"/>
                    <a:pt x="2656" y="2751"/>
                    <a:pt x="2584" y="2751"/>
                  </a:cubicBezTo>
                  <a:lnTo>
                    <a:pt x="2418" y="2751"/>
                  </a:lnTo>
                  <a:cubicBezTo>
                    <a:pt x="1989" y="2751"/>
                    <a:pt x="1632" y="3108"/>
                    <a:pt x="1632" y="3536"/>
                  </a:cubicBezTo>
                  <a:lnTo>
                    <a:pt x="1632" y="4179"/>
                  </a:lnTo>
                  <a:cubicBezTo>
                    <a:pt x="1632" y="5013"/>
                    <a:pt x="2096" y="5739"/>
                    <a:pt x="2763" y="6132"/>
                  </a:cubicBezTo>
                  <a:lnTo>
                    <a:pt x="2763" y="6632"/>
                  </a:lnTo>
                  <a:cubicBezTo>
                    <a:pt x="2001" y="6465"/>
                    <a:pt x="1334" y="6227"/>
                    <a:pt x="989" y="6096"/>
                  </a:cubicBezTo>
                  <a:cubicBezTo>
                    <a:pt x="941" y="6084"/>
                    <a:pt x="918" y="6049"/>
                    <a:pt x="906" y="6001"/>
                  </a:cubicBezTo>
                  <a:cubicBezTo>
                    <a:pt x="882" y="5965"/>
                    <a:pt x="882" y="5918"/>
                    <a:pt x="906" y="5870"/>
                  </a:cubicBezTo>
                  <a:cubicBezTo>
                    <a:pt x="1060" y="5489"/>
                    <a:pt x="1263" y="4846"/>
                    <a:pt x="1263" y="4013"/>
                  </a:cubicBezTo>
                  <a:lnTo>
                    <a:pt x="1263" y="2882"/>
                  </a:lnTo>
                  <a:cubicBezTo>
                    <a:pt x="1263" y="1453"/>
                    <a:pt x="2418" y="298"/>
                    <a:pt x="3846" y="298"/>
                  </a:cubicBezTo>
                  <a:close/>
                  <a:moveTo>
                    <a:pt x="4632" y="6275"/>
                  </a:moveTo>
                  <a:lnTo>
                    <a:pt x="4632" y="6787"/>
                  </a:lnTo>
                  <a:cubicBezTo>
                    <a:pt x="4632" y="7025"/>
                    <a:pt x="4739" y="7239"/>
                    <a:pt x="4918" y="7394"/>
                  </a:cubicBezTo>
                  <a:cubicBezTo>
                    <a:pt x="4894" y="7442"/>
                    <a:pt x="4858" y="7477"/>
                    <a:pt x="4835" y="7513"/>
                  </a:cubicBezTo>
                  <a:cubicBezTo>
                    <a:pt x="4787" y="7573"/>
                    <a:pt x="4787" y="7680"/>
                    <a:pt x="4858" y="7715"/>
                  </a:cubicBezTo>
                  <a:cubicBezTo>
                    <a:pt x="4894" y="7739"/>
                    <a:pt x="4918" y="7751"/>
                    <a:pt x="4954" y="7751"/>
                  </a:cubicBezTo>
                  <a:cubicBezTo>
                    <a:pt x="4989" y="7751"/>
                    <a:pt x="5037" y="7739"/>
                    <a:pt x="5073" y="7692"/>
                  </a:cubicBezTo>
                  <a:cubicBezTo>
                    <a:pt x="5109" y="7632"/>
                    <a:pt x="5156" y="7584"/>
                    <a:pt x="5192" y="7525"/>
                  </a:cubicBezTo>
                  <a:lnTo>
                    <a:pt x="5525" y="7644"/>
                  </a:lnTo>
                  <a:cubicBezTo>
                    <a:pt x="4918" y="8573"/>
                    <a:pt x="4299" y="8894"/>
                    <a:pt x="3882" y="9001"/>
                  </a:cubicBezTo>
                  <a:cubicBezTo>
                    <a:pt x="3864" y="9007"/>
                    <a:pt x="3849" y="9010"/>
                    <a:pt x="3835" y="9010"/>
                  </a:cubicBezTo>
                  <a:cubicBezTo>
                    <a:pt x="3820" y="9010"/>
                    <a:pt x="3805" y="9007"/>
                    <a:pt x="3787" y="9001"/>
                  </a:cubicBezTo>
                  <a:cubicBezTo>
                    <a:pt x="3370" y="8882"/>
                    <a:pt x="2751" y="8549"/>
                    <a:pt x="2120" y="7644"/>
                  </a:cubicBezTo>
                  <a:lnTo>
                    <a:pt x="2465" y="7525"/>
                  </a:lnTo>
                  <a:cubicBezTo>
                    <a:pt x="2763" y="7942"/>
                    <a:pt x="3204" y="8442"/>
                    <a:pt x="3787" y="8644"/>
                  </a:cubicBezTo>
                  <a:cubicBezTo>
                    <a:pt x="3799" y="8644"/>
                    <a:pt x="3823" y="8656"/>
                    <a:pt x="3835" y="8656"/>
                  </a:cubicBezTo>
                  <a:cubicBezTo>
                    <a:pt x="3846" y="8656"/>
                    <a:pt x="3858" y="8656"/>
                    <a:pt x="3882" y="8644"/>
                  </a:cubicBezTo>
                  <a:cubicBezTo>
                    <a:pt x="4144" y="8549"/>
                    <a:pt x="4418" y="8382"/>
                    <a:pt x="4668" y="8132"/>
                  </a:cubicBezTo>
                  <a:cubicBezTo>
                    <a:pt x="4728" y="8073"/>
                    <a:pt x="4728" y="7989"/>
                    <a:pt x="4668" y="7930"/>
                  </a:cubicBezTo>
                  <a:cubicBezTo>
                    <a:pt x="4638" y="7900"/>
                    <a:pt x="4600" y="7885"/>
                    <a:pt x="4561" y="7885"/>
                  </a:cubicBezTo>
                  <a:cubicBezTo>
                    <a:pt x="4522" y="7885"/>
                    <a:pt x="4483" y="7900"/>
                    <a:pt x="4454" y="7930"/>
                  </a:cubicBezTo>
                  <a:cubicBezTo>
                    <a:pt x="4251" y="8120"/>
                    <a:pt x="4025" y="8275"/>
                    <a:pt x="3823" y="8346"/>
                  </a:cubicBezTo>
                  <a:cubicBezTo>
                    <a:pt x="3358" y="8168"/>
                    <a:pt x="2965" y="7751"/>
                    <a:pt x="2715" y="7394"/>
                  </a:cubicBezTo>
                  <a:cubicBezTo>
                    <a:pt x="2894" y="7239"/>
                    <a:pt x="3001" y="7025"/>
                    <a:pt x="3001" y="6787"/>
                  </a:cubicBezTo>
                  <a:lnTo>
                    <a:pt x="3001" y="6275"/>
                  </a:lnTo>
                  <a:cubicBezTo>
                    <a:pt x="3251" y="6382"/>
                    <a:pt x="3525" y="6430"/>
                    <a:pt x="3823" y="6430"/>
                  </a:cubicBezTo>
                  <a:cubicBezTo>
                    <a:pt x="4120" y="6430"/>
                    <a:pt x="4382" y="6370"/>
                    <a:pt x="4632" y="6275"/>
                  </a:cubicBezTo>
                  <a:close/>
                  <a:moveTo>
                    <a:pt x="3846" y="0"/>
                  </a:moveTo>
                  <a:cubicBezTo>
                    <a:pt x="2251" y="0"/>
                    <a:pt x="953" y="1286"/>
                    <a:pt x="953" y="2882"/>
                  </a:cubicBezTo>
                  <a:lnTo>
                    <a:pt x="953" y="4013"/>
                  </a:lnTo>
                  <a:cubicBezTo>
                    <a:pt x="953" y="4846"/>
                    <a:pt x="751" y="5453"/>
                    <a:pt x="632" y="5775"/>
                  </a:cubicBezTo>
                  <a:cubicBezTo>
                    <a:pt x="584" y="5894"/>
                    <a:pt x="584" y="6013"/>
                    <a:pt x="632" y="6132"/>
                  </a:cubicBezTo>
                  <a:cubicBezTo>
                    <a:pt x="679" y="6251"/>
                    <a:pt x="775" y="6334"/>
                    <a:pt x="894" y="6382"/>
                  </a:cubicBezTo>
                  <a:cubicBezTo>
                    <a:pt x="1251" y="6525"/>
                    <a:pt x="1965" y="6787"/>
                    <a:pt x="2715" y="6930"/>
                  </a:cubicBezTo>
                  <a:cubicBezTo>
                    <a:pt x="2668" y="7084"/>
                    <a:pt x="2549" y="7180"/>
                    <a:pt x="2418" y="7239"/>
                  </a:cubicBezTo>
                  <a:lnTo>
                    <a:pt x="751" y="7823"/>
                  </a:lnTo>
                  <a:cubicBezTo>
                    <a:pt x="298" y="7989"/>
                    <a:pt x="1" y="8406"/>
                    <a:pt x="1" y="8882"/>
                  </a:cubicBezTo>
                  <a:lnTo>
                    <a:pt x="1" y="10132"/>
                  </a:lnTo>
                  <a:cubicBezTo>
                    <a:pt x="1" y="10216"/>
                    <a:pt x="84" y="10275"/>
                    <a:pt x="156" y="10275"/>
                  </a:cubicBezTo>
                  <a:cubicBezTo>
                    <a:pt x="227" y="10275"/>
                    <a:pt x="298" y="10204"/>
                    <a:pt x="298" y="10132"/>
                  </a:cubicBezTo>
                  <a:lnTo>
                    <a:pt x="298" y="8882"/>
                  </a:lnTo>
                  <a:cubicBezTo>
                    <a:pt x="298" y="8775"/>
                    <a:pt x="322" y="8692"/>
                    <a:pt x="358" y="8597"/>
                  </a:cubicBezTo>
                  <a:lnTo>
                    <a:pt x="1120" y="9251"/>
                  </a:lnTo>
                  <a:cubicBezTo>
                    <a:pt x="1227" y="9347"/>
                    <a:pt x="1299" y="9478"/>
                    <a:pt x="1299" y="9620"/>
                  </a:cubicBezTo>
                  <a:lnTo>
                    <a:pt x="1299" y="10132"/>
                  </a:lnTo>
                  <a:cubicBezTo>
                    <a:pt x="1299" y="10216"/>
                    <a:pt x="1370" y="10275"/>
                    <a:pt x="1453" y="10275"/>
                  </a:cubicBezTo>
                  <a:cubicBezTo>
                    <a:pt x="1525" y="10275"/>
                    <a:pt x="1596" y="10204"/>
                    <a:pt x="1596" y="10132"/>
                  </a:cubicBezTo>
                  <a:lnTo>
                    <a:pt x="1596" y="9609"/>
                  </a:lnTo>
                  <a:cubicBezTo>
                    <a:pt x="1596" y="9370"/>
                    <a:pt x="1489" y="9168"/>
                    <a:pt x="1310" y="9001"/>
                  </a:cubicBezTo>
                  <a:lnTo>
                    <a:pt x="513" y="8311"/>
                  </a:lnTo>
                  <a:cubicBezTo>
                    <a:pt x="596" y="8216"/>
                    <a:pt x="715" y="8132"/>
                    <a:pt x="834" y="8085"/>
                  </a:cubicBezTo>
                  <a:lnTo>
                    <a:pt x="1846" y="7739"/>
                  </a:lnTo>
                  <a:cubicBezTo>
                    <a:pt x="2537" y="8775"/>
                    <a:pt x="3251" y="9144"/>
                    <a:pt x="3727" y="9275"/>
                  </a:cubicBezTo>
                  <a:cubicBezTo>
                    <a:pt x="3775" y="9299"/>
                    <a:pt x="3799" y="9299"/>
                    <a:pt x="3846" y="9299"/>
                  </a:cubicBezTo>
                  <a:cubicBezTo>
                    <a:pt x="3894" y="9299"/>
                    <a:pt x="3930" y="9299"/>
                    <a:pt x="3966" y="9275"/>
                  </a:cubicBezTo>
                  <a:cubicBezTo>
                    <a:pt x="4442" y="9144"/>
                    <a:pt x="5156" y="8775"/>
                    <a:pt x="5835" y="7739"/>
                  </a:cubicBezTo>
                  <a:lnTo>
                    <a:pt x="6847" y="8085"/>
                  </a:lnTo>
                  <a:cubicBezTo>
                    <a:pt x="6990" y="8132"/>
                    <a:pt x="7085" y="8216"/>
                    <a:pt x="7180" y="8311"/>
                  </a:cubicBezTo>
                  <a:lnTo>
                    <a:pt x="6371" y="9001"/>
                  </a:lnTo>
                  <a:cubicBezTo>
                    <a:pt x="6192" y="9144"/>
                    <a:pt x="6097" y="9370"/>
                    <a:pt x="6097" y="9609"/>
                  </a:cubicBezTo>
                  <a:lnTo>
                    <a:pt x="6097" y="10120"/>
                  </a:lnTo>
                  <a:cubicBezTo>
                    <a:pt x="6097" y="10204"/>
                    <a:pt x="6168" y="10263"/>
                    <a:pt x="6240" y="10263"/>
                  </a:cubicBezTo>
                  <a:cubicBezTo>
                    <a:pt x="6311" y="10263"/>
                    <a:pt x="6394" y="10192"/>
                    <a:pt x="6394" y="10120"/>
                  </a:cubicBezTo>
                  <a:lnTo>
                    <a:pt x="6394" y="9609"/>
                  </a:lnTo>
                  <a:cubicBezTo>
                    <a:pt x="6394" y="9466"/>
                    <a:pt x="6454" y="9323"/>
                    <a:pt x="6573" y="9239"/>
                  </a:cubicBezTo>
                  <a:lnTo>
                    <a:pt x="7323" y="8585"/>
                  </a:lnTo>
                  <a:cubicBezTo>
                    <a:pt x="7359" y="8668"/>
                    <a:pt x="7383" y="8775"/>
                    <a:pt x="7383" y="8870"/>
                  </a:cubicBezTo>
                  <a:lnTo>
                    <a:pt x="7383" y="10120"/>
                  </a:lnTo>
                  <a:cubicBezTo>
                    <a:pt x="7383" y="10204"/>
                    <a:pt x="7466" y="10263"/>
                    <a:pt x="7537" y="10263"/>
                  </a:cubicBezTo>
                  <a:cubicBezTo>
                    <a:pt x="7609" y="10263"/>
                    <a:pt x="7680" y="10192"/>
                    <a:pt x="7680" y="10120"/>
                  </a:cubicBezTo>
                  <a:lnTo>
                    <a:pt x="7680" y="8870"/>
                  </a:lnTo>
                  <a:cubicBezTo>
                    <a:pt x="7692" y="8406"/>
                    <a:pt x="7395" y="7977"/>
                    <a:pt x="6942" y="7823"/>
                  </a:cubicBezTo>
                  <a:lnTo>
                    <a:pt x="5275" y="7239"/>
                  </a:lnTo>
                  <a:cubicBezTo>
                    <a:pt x="5132" y="7203"/>
                    <a:pt x="5025" y="7084"/>
                    <a:pt x="4978" y="6930"/>
                  </a:cubicBezTo>
                  <a:cubicBezTo>
                    <a:pt x="5740" y="6787"/>
                    <a:pt x="6442" y="6513"/>
                    <a:pt x="6799" y="6382"/>
                  </a:cubicBezTo>
                  <a:cubicBezTo>
                    <a:pt x="6918" y="6334"/>
                    <a:pt x="7002" y="6251"/>
                    <a:pt x="7061" y="6132"/>
                  </a:cubicBezTo>
                  <a:cubicBezTo>
                    <a:pt x="7109" y="6013"/>
                    <a:pt x="7109" y="5894"/>
                    <a:pt x="7061" y="5775"/>
                  </a:cubicBezTo>
                  <a:cubicBezTo>
                    <a:pt x="6942" y="5477"/>
                    <a:pt x="6740" y="4846"/>
                    <a:pt x="6740" y="4013"/>
                  </a:cubicBezTo>
                  <a:lnTo>
                    <a:pt x="6740" y="2882"/>
                  </a:lnTo>
                  <a:cubicBezTo>
                    <a:pt x="6740" y="1286"/>
                    <a:pt x="5442" y="0"/>
                    <a:pt x="384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1"/>
            <p:cNvSpPr/>
            <p:nvPr/>
          </p:nvSpPr>
          <p:spPr>
            <a:xfrm>
              <a:off x="7611608" y="2891630"/>
              <a:ext cx="20069" cy="9463"/>
            </a:xfrm>
            <a:custGeom>
              <a:rect b="b" l="l" r="r" t="t"/>
              <a:pathLst>
                <a:path extrusionOk="0" h="298" w="632">
                  <a:moveTo>
                    <a:pt x="155" y="0"/>
                  </a:moveTo>
                  <a:cubicBezTo>
                    <a:pt x="60" y="0"/>
                    <a:pt x="1" y="83"/>
                    <a:pt x="1" y="155"/>
                  </a:cubicBezTo>
                  <a:cubicBezTo>
                    <a:pt x="1" y="226"/>
                    <a:pt x="84" y="298"/>
                    <a:pt x="155" y="298"/>
                  </a:cubicBezTo>
                  <a:lnTo>
                    <a:pt x="477" y="298"/>
                  </a:lnTo>
                  <a:cubicBezTo>
                    <a:pt x="572" y="298"/>
                    <a:pt x="632" y="226"/>
                    <a:pt x="632" y="155"/>
                  </a:cubicBezTo>
                  <a:cubicBezTo>
                    <a:pt x="632" y="83"/>
                    <a:pt x="572" y="0"/>
                    <a:pt x="47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61"/>
            <p:cNvSpPr/>
            <p:nvPr/>
          </p:nvSpPr>
          <p:spPr>
            <a:xfrm>
              <a:off x="7673245" y="2891630"/>
              <a:ext cx="19688" cy="9463"/>
            </a:xfrm>
            <a:custGeom>
              <a:rect b="b" l="l" r="r" t="t"/>
              <a:pathLst>
                <a:path extrusionOk="0" h="298" w="620">
                  <a:moveTo>
                    <a:pt x="143" y="0"/>
                  </a:moveTo>
                  <a:cubicBezTo>
                    <a:pt x="60" y="0"/>
                    <a:pt x="0" y="83"/>
                    <a:pt x="0" y="155"/>
                  </a:cubicBezTo>
                  <a:cubicBezTo>
                    <a:pt x="0" y="226"/>
                    <a:pt x="72" y="298"/>
                    <a:pt x="143" y="298"/>
                  </a:cubicBezTo>
                  <a:lnTo>
                    <a:pt x="477" y="298"/>
                  </a:lnTo>
                  <a:cubicBezTo>
                    <a:pt x="560" y="298"/>
                    <a:pt x="620" y="226"/>
                    <a:pt x="620" y="155"/>
                  </a:cubicBezTo>
                  <a:cubicBezTo>
                    <a:pt x="620" y="83"/>
                    <a:pt x="548" y="0"/>
                    <a:pt x="47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9" name="Google Shape;649;p61"/>
          <p:cNvSpPr/>
          <p:nvPr/>
        </p:nvSpPr>
        <p:spPr>
          <a:xfrm>
            <a:off x="2786850" y="1452300"/>
            <a:ext cx="2958600" cy="2102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Karla"/>
              <a:ea typeface="Karla"/>
              <a:cs typeface="Karla"/>
              <a:sym typeface="Karla"/>
            </a:endParaRPr>
          </a:p>
        </p:txBody>
      </p:sp>
      <p:sp>
        <p:nvSpPr>
          <p:cNvPr id="650" name="Google Shape;650;p61"/>
          <p:cNvSpPr/>
          <p:nvPr/>
        </p:nvSpPr>
        <p:spPr>
          <a:xfrm>
            <a:off x="972625" y="1452300"/>
            <a:ext cx="1472700" cy="1966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Karla"/>
              <a:ea typeface="Karla"/>
              <a:cs typeface="Karla"/>
              <a:sym typeface="Karl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62"/>
          <p:cNvSpPr txBox="1"/>
          <p:nvPr/>
        </p:nvSpPr>
        <p:spPr>
          <a:xfrm>
            <a:off x="3118625" y="221075"/>
            <a:ext cx="52014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b="1" lang="en" sz="2200">
                <a:solidFill>
                  <a:schemeClr val="dk2"/>
                </a:solidFill>
                <a:latin typeface="DM Serif Display"/>
                <a:ea typeface="DM Serif Display"/>
                <a:cs typeface="DM Serif Display"/>
                <a:sym typeface="DM Serif Display"/>
              </a:rPr>
              <a:t>Pipeline 3 - </a:t>
            </a:r>
            <a:r>
              <a:rPr b="1" lang="en" sz="2200">
                <a:solidFill>
                  <a:schemeClr val="dk2"/>
                </a:solidFill>
                <a:latin typeface="DM Serif Display"/>
                <a:ea typeface="DM Serif Display"/>
                <a:cs typeface="DM Serif Display"/>
                <a:sym typeface="DM Serif Display"/>
              </a:rPr>
              <a:t>Rule-based risk score points</a:t>
            </a:r>
            <a:endParaRPr b="1" sz="2700">
              <a:latin typeface="DM Serif Display"/>
              <a:ea typeface="DM Serif Display"/>
              <a:cs typeface="DM Serif Display"/>
              <a:sym typeface="DM Serif Display"/>
            </a:endParaRPr>
          </a:p>
        </p:txBody>
      </p:sp>
      <p:sp>
        <p:nvSpPr>
          <p:cNvPr id="656" name="Google Shape;656;p62"/>
          <p:cNvSpPr txBox="1"/>
          <p:nvPr/>
        </p:nvSpPr>
        <p:spPr>
          <a:xfrm>
            <a:off x="2760050" y="633400"/>
            <a:ext cx="63024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404040"/>
                </a:solidFill>
              </a:rPr>
              <a:t>1.Converts four fraud signals into a transparent, rule-based </a:t>
            </a:r>
            <a:r>
              <a:rPr lang="en">
                <a:solidFill>
                  <a:srgbClr val="404040"/>
                </a:solidFill>
                <a:highlight>
                  <a:srgbClr val="CFD9E0"/>
                </a:highlight>
              </a:rPr>
              <a:t>points score</a:t>
            </a:r>
            <a:r>
              <a:rPr lang="en">
                <a:solidFill>
                  <a:srgbClr val="404040"/>
                </a:solidFill>
              </a:rPr>
              <a:t>.</a:t>
            </a:r>
            <a:endParaRPr>
              <a:solidFill>
                <a:srgbClr val="404040"/>
              </a:solidFill>
            </a:endParaRPr>
          </a:p>
          <a:p>
            <a:pPr indent="0" lvl="0" marL="0" rtl="0" algn="l">
              <a:lnSpc>
                <a:spcPct val="115000"/>
              </a:lnSpc>
              <a:spcBef>
                <a:spcPts val="0"/>
              </a:spcBef>
              <a:spcAft>
                <a:spcPts val="0"/>
              </a:spcAft>
              <a:buNone/>
            </a:pPr>
            <a:r>
              <a:rPr lang="en">
                <a:solidFill>
                  <a:srgbClr val="404040"/>
                </a:solidFill>
              </a:rPr>
              <a:t>2.Produces clear </a:t>
            </a:r>
            <a:r>
              <a:rPr lang="en">
                <a:solidFill>
                  <a:srgbClr val="404040"/>
                </a:solidFill>
                <a:highlight>
                  <a:srgbClr val="CFD9E0"/>
                </a:highlight>
              </a:rPr>
              <a:t>Low, Medium and High risk tiers</a:t>
            </a:r>
            <a:r>
              <a:rPr lang="en">
                <a:solidFill>
                  <a:srgbClr val="404040"/>
                </a:solidFill>
              </a:rPr>
              <a:t> for operational review.</a:t>
            </a:r>
            <a:endParaRPr>
              <a:solidFill>
                <a:srgbClr val="404040"/>
              </a:solidFill>
            </a:endParaRPr>
          </a:p>
          <a:p>
            <a:pPr indent="0" lvl="0" marL="0" rtl="0" algn="l">
              <a:lnSpc>
                <a:spcPct val="115000"/>
              </a:lnSpc>
              <a:spcBef>
                <a:spcPts val="0"/>
              </a:spcBef>
              <a:spcAft>
                <a:spcPts val="0"/>
              </a:spcAft>
              <a:buClr>
                <a:schemeClr val="dk1"/>
              </a:buClr>
              <a:buSzPts val="1100"/>
              <a:buFont typeface="Arial"/>
              <a:buNone/>
            </a:pPr>
            <a:r>
              <a:rPr lang="en">
                <a:solidFill>
                  <a:srgbClr val="404040"/>
                </a:solidFill>
              </a:rPr>
              <a:t>3.Unlike machine-learning models, every score can be directly explained and audited.</a:t>
            </a:r>
            <a:endParaRPr sz="1600">
              <a:solidFill>
                <a:schemeClr val="dk1"/>
              </a:solidFill>
            </a:endParaRPr>
          </a:p>
          <a:p>
            <a:pPr indent="0" lvl="0" marL="0" rtl="0" algn="l">
              <a:lnSpc>
                <a:spcPct val="115000"/>
              </a:lnSpc>
              <a:spcBef>
                <a:spcPts val="0"/>
              </a:spcBef>
              <a:spcAft>
                <a:spcPts val="0"/>
              </a:spcAft>
              <a:buNone/>
            </a:pPr>
            <a:r>
              <a:t/>
            </a:r>
            <a:endParaRPr>
              <a:solidFill>
                <a:srgbClr val="404040"/>
              </a:solidFill>
            </a:endParaRPr>
          </a:p>
        </p:txBody>
      </p:sp>
      <p:sp>
        <p:nvSpPr>
          <p:cNvPr id="657" name="Google Shape;657;p62"/>
          <p:cNvSpPr/>
          <p:nvPr/>
        </p:nvSpPr>
        <p:spPr>
          <a:xfrm>
            <a:off x="463850" y="287500"/>
            <a:ext cx="2208600" cy="2083200"/>
          </a:xfrm>
          <a:prstGeom prst="flowChartConnector">
            <a:avLst/>
          </a:prstGeom>
          <a:solidFill>
            <a:srgbClr val="E3E9ED"/>
          </a:solidFill>
          <a:ln cap="flat" cmpd="sng" w="9525">
            <a:solidFill>
              <a:srgbClr val="EEF0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58" name="Google Shape;658;p62"/>
          <p:cNvSpPr/>
          <p:nvPr/>
        </p:nvSpPr>
        <p:spPr>
          <a:xfrm>
            <a:off x="570650" y="2499775"/>
            <a:ext cx="1995000" cy="1686300"/>
          </a:xfrm>
          <a:prstGeom prst="roundRect">
            <a:avLst>
              <a:gd fmla="val 16667" name="adj"/>
            </a:avLst>
          </a:prstGeom>
          <a:noFill/>
          <a:ln cap="flat" cmpd="sng" w="9525">
            <a:solidFill>
              <a:srgbClr val="C2C2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59" name="Google Shape;659;p62"/>
          <p:cNvSpPr/>
          <p:nvPr/>
        </p:nvSpPr>
        <p:spPr>
          <a:xfrm>
            <a:off x="2769650" y="3174025"/>
            <a:ext cx="1995000" cy="1686300"/>
          </a:xfrm>
          <a:prstGeom prst="roundRect">
            <a:avLst>
              <a:gd fmla="val 16667" name="adj"/>
            </a:avLst>
          </a:prstGeom>
          <a:solidFill>
            <a:srgbClr val="A5B7C5"/>
          </a:solid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60" name="Google Shape;660;p62"/>
          <p:cNvSpPr/>
          <p:nvPr/>
        </p:nvSpPr>
        <p:spPr>
          <a:xfrm>
            <a:off x="4839925" y="1728600"/>
            <a:ext cx="1995000" cy="2083200"/>
          </a:xfrm>
          <a:prstGeom prst="roundRect">
            <a:avLst>
              <a:gd fmla="val 16667" name="adj"/>
            </a:avLst>
          </a:pr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61" name="Google Shape;661;p62"/>
          <p:cNvSpPr/>
          <p:nvPr/>
        </p:nvSpPr>
        <p:spPr>
          <a:xfrm>
            <a:off x="6957425" y="2382725"/>
            <a:ext cx="1995000" cy="2692500"/>
          </a:xfrm>
          <a:prstGeom prst="roundRect">
            <a:avLst>
              <a:gd fmla="val 16667" name="adj"/>
            </a:avLst>
          </a:prstGeom>
          <a:solidFill>
            <a:srgbClr val="9FA0A4"/>
          </a:solidFill>
          <a:ln cap="flat" cmpd="sng" w="9525">
            <a:solidFill>
              <a:srgbClr val="9FA0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62" name="Google Shape;662;p62"/>
          <p:cNvSpPr/>
          <p:nvPr/>
        </p:nvSpPr>
        <p:spPr>
          <a:xfrm flipH="1" rot="-7632194">
            <a:off x="377546" y="1781389"/>
            <a:ext cx="433147" cy="605109"/>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63" name="Google Shape;663;p62"/>
          <p:cNvSpPr/>
          <p:nvPr/>
        </p:nvSpPr>
        <p:spPr>
          <a:xfrm flipH="1" rot="5791459">
            <a:off x="4939980" y="3782727"/>
            <a:ext cx="433004" cy="605112"/>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64" name="Google Shape;664;p62"/>
          <p:cNvSpPr/>
          <p:nvPr/>
        </p:nvSpPr>
        <p:spPr>
          <a:xfrm rot="6585155">
            <a:off x="7098741" y="1645090"/>
            <a:ext cx="433188" cy="604942"/>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65" name="Google Shape;665;p62"/>
          <p:cNvSpPr/>
          <p:nvPr/>
        </p:nvSpPr>
        <p:spPr>
          <a:xfrm rot="4934412">
            <a:off x="2791340" y="2616110"/>
            <a:ext cx="433268" cy="604929"/>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66" name="Google Shape;666;p62"/>
          <p:cNvSpPr txBox="1"/>
          <p:nvPr/>
        </p:nvSpPr>
        <p:spPr>
          <a:xfrm>
            <a:off x="840950" y="510550"/>
            <a:ext cx="1454400" cy="4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Karla"/>
                <a:ea typeface="Karla"/>
                <a:cs typeface="Karla"/>
                <a:sym typeface="Karla"/>
              </a:rPr>
              <a:t>4 Risk Points</a:t>
            </a:r>
            <a:endParaRPr sz="1600">
              <a:solidFill>
                <a:schemeClr val="dk1"/>
              </a:solidFill>
              <a:latin typeface="Karla"/>
              <a:ea typeface="Karla"/>
              <a:cs typeface="Karla"/>
              <a:sym typeface="Karla"/>
            </a:endParaRPr>
          </a:p>
        </p:txBody>
      </p:sp>
      <p:sp>
        <p:nvSpPr>
          <p:cNvPr id="667" name="Google Shape;667;p62"/>
          <p:cNvSpPr txBox="1"/>
          <p:nvPr/>
        </p:nvSpPr>
        <p:spPr>
          <a:xfrm>
            <a:off x="685075" y="987550"/>
            <a:ext cx="1854600" cy="9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Karla"/>
                <a:ea typeface="Karla"/>
                <a:cs typeface="Karla"/>
                <a:sym typeface="Karla"/>
              </a:rPr>
              <a:t>Amount</a:t>
            </a:r>
            <a:endParaRPr sz="1600">
              <a:solidFill>
                <a:schemeClr val="dk1"/>
              </a:solidFill>
              <a:latin typeface="Karla"/>
              <a:ea typeface="Karla"/>
              <a:cs typeface="Karla"/>
              <a:sym typeface="Karla"/>
            </a:endParaRPr>
          </a:p>
          <a:p>
            <a:pPr indent="0" lvl="0" marL="0" rtl="0" algn="l">
              <a:spcBef>
                <a:spcPts val="0"/>
              </a:spcBef>
              <a:spcAft>
                <a:spcPts val="0"/>
              </a:spcAft>
              <a:buClr>
                <a:schemeClr val="dk1"/>
              </a:buClr>
              <a:buSzPts val="1100"/>
              <a:buFont typeface="Arial"/>
              <a:buNone/>
            </a:pPr>
            <a:r>
              <a:rPr lang="en" sz="1600">
                <a:solidFill>
                  <a:schemeClr val="dk1"/>
                </a:solidFill>
                <a:latin typeface="Karla"/>
                <a:ea typeface="Karla"/>
                <a:cs typeface="Karla"/>
                <a:sym typeface="Karla"/>
              </a:rPr>
              <a:t>Card category</a:t>
            </a:r>
            <a:endParaRPr sz="1600">
              <a:solidFill>
                <a:schemeClr val="dk1"/>
              </a:solidFill>
              <a:latin typeface="Karla"/>
              <a:ea typeface="Karla"/>
              <a:cs typeface="Karla"/>
              <a:sym typeface="Karla"/>
            </a:endParaRPr>
          </a:p>
          <a:p>
            <a:pPr indent="0" lvl="0" marL="0" rtl="0" algn="l">
              <a:spcBef>
                <a:spcPts val="0"/>
              </a:spcBef>
              <a:spcAft>
                <a:spcPts val="0"/>
              </a:spcAft>
              <a:buClr>
                <a:schemeClr val="dk1"/>
              </a:buClr>
              <a:buSzPts val="1100"/>
              <a:buFont typeface="Arial"/>
              <a:buNone/>
            </a:pPr>
            <a:r>
              <a:rPr lang="en" sz="1600">
                <a:solidFill>
                  <a:schemeClr val="dk1"/>
                </a:solidFill>
                <a:latin typeface="Karla"/>
                <a:ea typeface="Karla"/>
                <a:cs typeface="Karla"/>
                <a:sym typeface="Karla"/>
              </a:rPr>
              <a:t>Evidence</a:t>
            </a:r>
            <a:endParaRPr sz="1600">
              <a:solidFill>
                <a:schemeClr val="dk1"/>
              </a:solidFill>
              <a:latin typeface="Karla"/>
              <a:ea typeface="Karla"/>
              <a:cs typeface="Karla"/>
              <a:sym typeface="Karla"/>
            </a:endParaRPr>
          </a:p>
          <a:p>
            <a:pPr indent="0" lvl="0" marL="0" rtl="0" algn="l">
              <a:spcBef>
                <a:spcPts val="0"/>
              </a:spcBef>
              <a:spcAft>
                <a:spcPts val="0"/>
              </a:spcAft>
              <a:buNone/>
            </a:pPr>
            <a:r>
              <a:rPr lang="en" sz="1600">
                <a:solidFill>
                  <a:schemeClr val="dk1"/>
                </a:solidFill>
                <a:latin typeface="Karla"/>
                <a:ea typeface="Karla"/>
                <a:cs typeface="Karla"/>
                <a:sym typeface="Karla"/>
              </a:rPr>
              <a:t>M-pattern </a:t>
            </a:r>
            <a:endParaRPr sz="1600">
              <a:solidFill>
                <a:schemeClr val="dk1"/>
              </a:solidFill>
              <a:latin typeface="Karla"/>
              <a:ea typeface="Karla"/>
              <a:cs typeface="Karla"/>
              <a:sym typeface="Karla"/>
            </a:endParaRPr>
          </a:p>
        </p:txBody>
      </p:sp>
      <p:sp>
        <p:nvSpPr>
          <p:cNvPr id="668" name="Google Shape;668;p62"/>
          <p:cNvSpPr txBox="1"/>
          <p:nvPr/>
        </p:nvSpPr>
        <p:spPr>
          <a:xfrm>
            <a:off x="929275" y="2582600"/>
            <a:ext cx="13662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Karla"/>
                <a:ea typeface="Karla"/>
                <a:cs typeface="Karla"/>
                <a:sym typeface="Karla"/>
              </a:rPr>
              <a:t>Point Rules</a:t>
            </a:r>
            <a:r>
              <a:rPr lang="en" sz="1600">
                <a:solidFill>
                  <a:schemeClr val="dk1"/>
                </a:solidFill>
                <a:latin typeface="Karla"/>
                <a:ea typeface="Karla"/>
                <a:cs typeface="Karla"/>
                <a:sym typeface="Karla"/>
              </a:rPr>
              <a:t> </a:t>
            </a:r>
            <a:endParaRPr sz="1600">
              <a:solidFill>
                <a:schemeClr val="dk1"/>
              </a:solidFill>
              <a:latin typeface="Karla"/>
              <a:ea typeface="Karla"/>
              <a:cs typeface="Karla"/>
              <a:sym typeface="Karla"/>
            </a:endParaRPr>
          </a:p>
        </p:txBody>
      </p:sp>
      <p:sp>
        <p:nvSpPr>
          <p:cNvPr id="669" name="Google Shape;669;p62"/>
          <p:cNvSpPr txBox="1"/>
          <p:nvPr/>
        </p:nvSpPr>
        <p:spPr>
          <a:xfrm>
            <a:off x="579325" y="2950475"/>
            <a:ext cx="1995000" cy="9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Karla"/>
                <a:ea typeface="Karla"/>
                <a:cs typeface="Karla"/>
                <a:sym typeface="Karla"/>
              </a:rPr>
              <a:t>Convert each fraud signal into 0/1/2 points using Rule Engine. </a:t>
            </a:r>
            <a:endParaRPr sz="1600">
              <a:solidFill>
                <a:schemeClr val="dk1"/>
              </a:solidFill>
              <a:latin typeface="Karla"/>
              <a:ea typeface="Karla"/>
              <a:cs typeface="Karla"/>
              <a:sym typeface="Karla"/>
            </a:endParaRPr>
          </a:p>
        </p:txBody>
      </p:sp>
      <p:sp>
        <p:nvSpPr>
          <p:cNvPr id="670" name="Google Shape;670;p62"/>
          <p:cNvSpPr txBox="1"/>
          <p:nvPr/>
        </p:nvSpPr>
        <p:spPr>
          <a:xfrm>
            <a:off x="2779825" y="3236425"/>
            <a:ext cx="18546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Karla"/>
                <a:ea typeface="Karla"/>
                <a:cs typeface="Karla"/>
                <a:sym typeface="Karla"/>
              </a:rPr>
              <a:t>Total Risk Score </a:t>
            </a:r>
            <a:endParaRPr b="1" sz="1600">
              <a:solidFill>
                <a:schemeClr val="dk1"/>
              </a:solidFill>
              <a:latin typeface="Karla"/>
              <a:ea typeface="Karla"/>
              <a:cs typeface="Karla"/>
              <a:sym typeface="Karla"/>
            </a:endParaRPr>
          </a:p>
        </p:txBody>
      </p:sp>
      <p:sp>
        <p:nvSpPr>
          <p:cNvPr id="671" name="Google Shape;671;p62"/>
          <p:cNvSpPr txBox="1"/>
          <p:nvPr/>
        </p:nvSpPr>
        <p:spPr>
          <a:xfrm>
            <a:off x="2862938" y="3682225"/>
            <a:ext cx="1679700" cy="9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Karla"/>
                <a:ea typeface="Karla"/>
                <a:cs typeface="Karla"/>
                <a:sym typeface="Karla"/>
              </a:rPr>
              <a:t>Add the four points to create one transparent risk score. </a:t>
            </a:r>
            <a:endParaRPr sz="1600">
              <a:solidFill>
                <a:schemeClr val="dk1"/>
              </a:solidFill>
              <a:latin typeface="Karla"/>
              <a:ea typeface="Karla"/>
              <a:cs typeface="Karla"/>
              <a:sym typeface="Karla"/>
            </a:endParaRPr>
          </a:p>
        </p:txBody>
      </p:sp>
      <p:sp>
        <p:nvSpPr>
          <p:cNvPr id="672" name="Google Shape;672;p62"/>
          <p:cNvSpPr txBox="1"/>
          <p:nvPr/>
        </p:nvSpPr>
        <p:spPr>
          <a:xfrm>
            <a:off x="4806950" y="1870150"/>
            <a:ext cx="2208600" cy="3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Karla"/>
                <a:ea typeface="Karla"/>
                <a:cs typeface="Karla"/>
                <a:sym typeface="Karla"/>
              </a:rPr>
              <a:t>Combo Refinement</a:t>
            </a:r>
            <a:r>
              <a:rPr lang="en" sz="1600">
                <a:solidFill>
                  <a:schemeClr val="dk1"/>
                </a:solidFill>
                <a:latin typeface="Karla"/>
                <a:ea typeface="Karla"/>
                <a:cs typeface="Karla"/>
                <a:sym typeface="Karla"/>
              </a:rPr>
              <a:t> </a:t>
            </a:r>
            <a:endParaRPr sz="1600">
              <a:solidFill>
                <a:schemeClr val="dk1"/>
              </a:solidFill>
              <a:latin typeface="Karla"/>
              <a:ea typeface="Karla"/>
              <a:cs typeface="Karla"/>
              <a:sym typeface="Karla"/>
            </a:endParaRPr>
          </a:p>
        </p:txBody>
      </p:sp>
      <p:sp>
        <p:nvSpPr>
          <p:cNvPr id="673" name="Google Shape;673;p62"/>
          <p:cNvSpPr txBox="1"/>
          <p:nvPr/>
        </p:nvSpPr>
        <p:spPr>
          <a:xfrm>
            <a:off x="4863538" y="2253550"/>
            <a:ext cx="1995000" cy="9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Karla"/>
                <a:ea typeface="Karla"/>
                <a:cs typeface="Karla"/>
                <a:sym typeface="Karla"/>
              </a:rPr>
              <a:t>Use score-combination patterns that historically showed unusually high fraud risk. </a:t>
            </a:r>
            <a:endParaRPr sz="1600">
              <a:solidFill>
                <a:schemeClr val="dk1"/>
              </a:solidFill>
              <a:latin typeface="Karla"/>
              <a:ea typeface="Karla"/>
              <a:cs typeface="Karla"/>
              <a:sym typeface="Karla"/>
            </a:endParaRPr>
          </a:p>
        </p:txBody>
      </p:sp>
      <p:sp>
        <p:nvSpPr>
          <p:cNvPr id="674" name="Google Shape;674;p62"/>
          <p:cNvSpPr txBox="1"/>
          <p:nvPr/>
        </p:nvSpPr>
        <p:spPr>
          <a:xfrm>
            <a:off x="7015925" y="2253538"/>
            <a:ext cx="16797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Karla"/>
                <a:ea typeface="Karla"/>
                <a:cs typeface="Karla"/>
                <a:sym typeface="Karla"/>
              </a:rPr>
              <a:t>Final Review Decision </a:t>
            </a:r>
            <a:endParaRPr sz="1600">
              <a:solidFill>
                <a:schemeClr val="dk1"/>
              </a:solidFill>
              <a:latin typeface="Karla"/>
              <a:ea typeface="Karla"/>
              <a:cs typeface="Karla"/>
              <a:sym typeface="Karla"/>
            </a:endParaRPr>
          </a:p>
        </p:txBody>
      </p:sp>
      <p:sp>
        <p:nvSpPr>
          <p:cNvPr id="675" name="Google Shape;675;p62"/>
          <p:cNvSpPr txBox="1"/>
          <p:nvPr/>
        </p:nvSpPr>
        <p:spPr>
          <a:xfrm>
            <a:off x="7040425" y="2845825"/>
            <a:ext cx="1995000" cy="8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Karla"/>
                <a:ea typeface="Karla"/>
                <a:cs typeface="Karla"/>
                <a:sym typeface="Karla"/>
              </a:rPr>
              <a:t>Flag：</a:t>
            </a:r>
            <a:endParaRPr>
              <a:solidFill>
                <a:schemeClr val="dk1"/>
              </a:solidFill>
              <a:latin typeface="Karla"/>
              <a:ea typeface="Karla"/>
              <a:cs typeface="Karla"/>
              <a:sym typeface="Karla"/>
            </a:endParaRPr>
          </a:p>
          <a:p>
            <a:pPr indent="0" lvl="0" marL="0" rtl="0" algn="l">
              <a:spcBef>
                <a:spcPts val="0"/>
              </a:spcBef>
              <a:spcAft>
                <a:spcPts val="0"/>
              </a:spcAft>
              <a:buNone/>
            </a:pPr>
            <a:r>
              <a:rPr lang="en">
                <a:solidFill>
                  <a:schemeClr val="dk1"/>
                </a:solidFill>
                <a:latin typeface="Karla"/>
                <a:ea typeface="Karla"/>
                <a:cs typeface="Karla"/>
                <a:sym typeface="Karla"/>
              </a:rPr>
              <a:t>Score ≥ 3.0: Directly marked as requiring review. 2≤ Score &lt; 3.0:Only reviewed when combo_review_flag = 1. Other cases:Not marked by this pipeline.</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63"/>
          <p:cNvSpPr/>
          <p:nvPr/>
        </p:nvSpPr>
        <p:spPr>
          <a:xfrm>
            <a:off x="2455325" y="2209800"/>
            <a:ext cx="6375300" cy="269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81" name="Google Shape;681;p63"/>
          <p:cNvSpPr/>
          <p:nvPr/>
        </p:nvSpPr>
        <p:spPr>
          <a:xfrm>
            <a:off x="499525" y="1574800"/>
            <a:ext cx="5130900" cy="996900"/>
          </a:xfrm>
          <a:prstGeom prst="roundRect">
            <a:avLst>
              <a:gd fmla="val 16667" name="adj"/>
            </a:avLst>
          </a:prstGeom>
          <a:solidFill>
            <a:srgbClr val="D7DFE5">
              <a:alpha val="65920"/>
            </a:srgbClr>
          </a:solid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82" name="Google Shape;682;p63"/>
          <p:cNvSpPr txBox="1"/>
          <p:nvPr>
            <p:ph idx="1" type="subTitle"/>
          </p:nvPr>
        </p:nvSpPr>
        <p:spPr>
          <a:xfrm>
            <a:off x="499525" y="1574800"/>
            <a:ext cx="5232300" cy="888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Converts key fraud signals into a clear, auditable scoring system for issuer review. </a:t>
            </a:r>
            <a:endParaRPr/>
          </a:p>
        </p:txBody>
      </p:sp>
      <p:sp>
        <p:nvSpPr>
          <p:cNvPr id="683" name="Google Shape;683;p63"/>
          <p:cNvSpPr txBox="1"/>
          <p:nvPr>
            <p:ph type="title"/>
          </p:nvPr>
        </p:nvSpPr>
        <p:spPr>
          <a:xfrm>
            <a:off x="333350" y="895100"/>
            <a:ext cx="3647100" cy="58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Pipeline Contribution </a:t>
            </a:r>
            <a:endParaRPr/>
          </a:p>
        </p:txBody>
      </p:sp>
      <p:sp>
        <p:nvSpPr>
          <p:cNvPr id="684" name="Google Shape;684;p63"/>
          <p:cNvSpPr txBox="1"/>
          <p:nvPr>
            <p:ph idx="2" type="subTitle"/>
          </p:nvPr>
        </p:nvSpPr>
        <p:spPr>
          <a:xfrm>
            <a:off x="2769600" y="2322550"/>
            <a:ext cx="1802400" cy="371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i="1" lang="en" sz="2000">
                <a:solidFill>
                  <a:srgbClr val="325D79"/>
                </a:solidFill>
              </a:rPr>
              <a:t>Risk tiering</a:t>
            </a:r>
            <a:r>
              <a:rPr b="1" i="1" lang="en" sz="1900">
                <a:solidFill>
                  <a:srgbClr val="325D79"/>
                </a:solidFill>
              </a:rPr>
              <a:t> </a:t>
            </a:r>
            <a:endParaRPr b="1" i="1" sz="1900">
              <a:solidFill>
                <a:srgbClr val="325D79"/>
              </a:solidFill>
            </a:endParaRPr>
          </a:p>
        </p:txBody>
      </p:sp>
      <p:sp>
        <p:nvSpPr>
          <p:cNvPr id="685" name="Google Shape;685;p63"/>
          <p:cNvSpPr txBox="1"/>
          <p:nvPr/>
        </p:nvSpPr>
        <p:spPr>
          <a:xfrm>
            <a:off x="956725" y="513175"/>
            <a:ext cx="2857500" cy="477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900">
                <a:solidFill>
                  <a:schemeClr val="dk2"/>
                </a:solidFill>
                <a:latin typeface="DM Serif Display"/>
                <a:ea typeface="DM Serif Display"/>
                <a:cs typeface="DM Serif Display"/>
                <a:sym typeface="DM Serif Display"/>
              </a:rPr>
              <a:t>Rule-based points score</a:t>
            </a:r>
            <a:endParaRPr sz="2400">
              <a:latin typeface="DM Serif Display"/>
              <a:ea typeface="DM Serif Display"/>
              <a:cs typeface="DM Serif Display"/>
              <a:sym typeface="DM Serif Display"/>
            </a:endParaRPr>
          </a:p>
        </p:txBody>
      </p:sp>
      <p:graphicFrame>
        <p:nvGraphicFramePr>
          <p:cNvPr id="686" name="Google Shape;686;p63"/>
          <p:cNvGraphicFramePr/>
          <p:nvPr/>
        </p:nvGraphicFramePr>
        <p:xfrm>
          <a:off x="3086100" y="2833625"/>
          <a:ext cx="3000000" cy="3000000"/>
        </p:xfrm>
        <a:graphic>
          <a:graphicData uri="http://schemas.openxmlformats.org/drawingml/2006/table">
            <a:tbl>
              <a:tblPr>
                <a:noFill/>
                <a:tableStyleId>{1B4F942A-C269-4141-9DC6-68F5FB5EC288}</a:tableStyleId>
              </a:tblPr>
              <a:tblGrid>
                <a:gridCol w="2501900"/>
                <a:gridCol w="2501900"/>
              </a:tblGrid>
              <a:tr h="468125">
                <a:tc>
                  <a:txBody>
                    <a:bodyPr/>
                    <a:lstStyle/>
                    <a:p>
                      <a:pPr indent="0" lvl="0" marL="0" rtl="0" algn="l">
                        <a:spcBef>
                          <a:spcPts val="0"/>
                        </a:spcBef>
                        <a:spcAft>
                          <a:spcPts val="0"/>
                        </a:spcAft>
                        <a:buNone/>
                      </a:pPr>
                      <a:r>
                        <a:rPr lang="en">
                          <a:latin typeface="Karla"/>
                          <a:ea typeface="Karla"/>
                          <a:cs typeface="Karla"/>
                          <a:sym typeface="Karla"/>
                        </a:rPr>
                        <a:t>level</a:t>
                      </a:r>
                      <a:endParaRPr>
                        <a:latin typeface="Karla"/>
                        <a:ea typeface="Karla"/>
                        <a:cs typeface="Karla"/>
                        <a:sym typeface="Karla"/>
                      </a:endParaRPr>
                    </a:p>
                  </a:txBody>
                  <a:tcPr marT="91425" marB="91425" marR="91425" marL="91425"/>
                </a:tc>
                <a:tc>
                  <a:txBody>
                    <a:bodyPr/>
                    <a:lstStyle/>
                    <a:p>
                      <a:pPr indent="0" lvl="0" marL="0" rtl="0" algn="l">
                        <a:spcBef>
                          <a:spcPts val="0"/>
                        </a:spcBef>
                        <a:spcAft>
                          <a:spcPts val="0"/>
                        </a:spcAft>
                        <a:buNone/>
                      </a:pPr>
                      <a:r>
                        <a:rPr lang="en">
                          <a:latin typeface="Karla"/>
                          <a:ea typeface="Karla"/>
                          <a:cs typeface="Karla"/>
                          <a:sym typeface="Karla"/>
                        </a:rPr>
                        <a:t>Fraud rate </a:t>
                      </a:r>
                      <a:endParaRPr>
                        <a:latin typeface="Karla"/>
                        <a:ea typeface="Karla"/>
                        <a:cs typeface="Karla"/>
                        <a:sym typeface="Karla"/>
                      </a:endParaRPr>
                    </a:p>
                  </a:txBody>
                  <a:tcPr marT="91425" marB="91425" marR="91425" marL="91425"/>
                </a:tc>
              </a:tr>
              <a:tr h="450175">
                <a:tc>
                  <a:txBody>
                    <a:bodyPr/>
                    <a:lstStyle/>
                    <a:p>
                      <a:pPr indent="0" lvl="0" marL="0" rtl="0" algn="l">
                        <a:spcBef>
                          <a:spcPts val="0"/>
                        </a:spcBef>
                        <a:spcAft>
                          <a:spcPts val="0"/>
                        </a:spcAft>
                        <a:buNone/>
                      </a:pPr>
                      <a:r>
                        <a:rPr lang="en">
                          <a:latin typeface="Karla"/>
                          <a:ea typeface="Karla"/>
                          <a:cs typeface="Karla"/>
                          <a:sym typeface="Karla"/>
                        </a:rPr>
                        <a:t>High</a:t>
                      </a:r>
                      <a:endParaRPr>
                        <a:latin typeface="Karla"/>
                        <a:ea typeface="Karla"/>
                        <a:cs typeface="Karla"/>
                        <a:sym typeface="Karla"/>
                      </a:endParaRPr>
                    </a:p>
                  </a:txBody>
                  <a:tcPr marT="91425" marB="91425" marR="91425" marL="91425"/>
                </a:tc>
                <a:tc>
                  <a:txBody>
                    <a:bodyPr/>
                    <a:lstStyle/>
                    <a:p>
                      <a:pPr indent="0" lvl="0" marL="0" rtl="0" algn="l">
                        <a:spcBef>
                          <a:spcPts val="0"/>
                        </a:spcBef>
                        <a:spcAft>
                          <a:spcPts val="0"/>
                        </a:spcAft>
                        <a:buNone/>
                      </a:pPr>
                      <a:r>
                        <a:rPr lang="en">
                          <a:latin typeface="Karla"/>
                          <a:ea typeface="Karla"/>
                          <a:cs typeface="Karla"/>
                          <a:sym typeface="Karla"/>
                        </a:rPr>
                        <a:t>12.1%</a:t>
                      </a:r>
                      <a:endParaRPr>
                        <a:latin typeface="Karla"/>
                        <a:ea typeface="Karla"/>
                        <a:cs typeface="Karla"/>
                        <a:sym typeface="Karla"/>
                      </a:endParaRPr>
                    </a:p>
                  </a:txBody>
                  <a:tcPr marT="91425" marB="91425" marR="91425" marL="91425"/>
                </a:tc>
              </a:tr>
              <a:tr h="450175">
                <a:tc>
                  <a:txBody>
                    <a:bodyPr/>
                    <a:lstStyle/>
                    <a:p>
                      <a:pPr indent="0" lvl="0" marL="0" rtl="0" algn="l">
                        <a:spcBef>
                          <a:spcPts val="0"/>
                        </a:spcBef>
                        <a:spcAft>
                          <a:spcPts val="0"/>
                        </a:spcAft>
                        <a:buNone/>
                      </a:pPr>
                      <a:r>
                        <a:rPr lang="en">
                          <a:latin typeface="Karla"/>
                          <a:ea typeface="Karla"/>
                          <a:cs typeface="Karla"/>
                          <a:sym typeface="Karla"/>
                        </a:rPr>
                        <a:t>Medium</a:t>
                      </a:r>
                      <a:endParaRPr>
                        <a:latin typeface="Karla"/>
                        <a:ea typeface="Karla"/>
                        <a:cs typeface="Karla"/>
                        <a:sym typeface="Karla"/>
                      </a:endParaRPr>
                    </a:p>
                  </a:txBody>
                  <a:tcPr marT="91425" marB="91425" marR="91425" marL="91425"/>
                </a:tc>
                <a:tc>
                  <a:txBody>
                    <a:bodyPr/>
                    <a:lstStyle/>
                    <a:p>
                      <a:pPr indent="0" lvl="0" marL="0" rtl="0" algn="l">
                        <a:spcBef>
                          <a:spcPts val="0"/>
                        </a:spcBef>
                        <a:spcAft>
                          <a:spcPts val="0"/>
                        </a:spcAft>
                        <a:buNone/>
                      </a:pPr>
                      <a:r>
                        <a:rPr lang="en">
                          <a:latin typeface="Karla"/>
                          <a:ea typeface="Karla"/>
                          <a:cs typeface="Karla"/>
                          <a:sym typeface="Karla"/>
                        </a:rPr>
                        <a:t>3.7</a:t>
                      </a:r>
                      <a:r>
                        <a:rPr lang="en">
                          <a:latin typeface="Karla"/>
                          <a:ea typeface="Karla"/>
                          <a:cs typeface="Karla"/>
                          <a:sym typeface="Karla"/>
                        </a:rPr>
                        <a:t>%</a:t>
                      </a:r>
                      <a:endParaRPr>
                        <a:latin typeface="Karla"/>
                        <a:ea typeface="Karla"/>
                        <a:cs typeface="Karla"/>
                        <a:sym typeface="Karla"/>
                      </a:endParaRPr>
                    </a:p>
                  </a:txBody>
                  <a:tcPr marT="91425" marB="91425" marR="91425" marL="91425"/>
                </a:tc>
              </a:tr>
              <a:tr h="450175">
                <a:tc>
                  <a:txBody>
                    <a:bodyPr/>
                    <a:lstStyle/>
                    <a:p>
                      <a:pPr indent="0" lvl="0" marL="0" rtl="0" algn="l">
                        <a:spcBef>
                          <a:spcPts val="0"/>
                        </a:spcBef>
                        <a:spcAft>
                          <a:spcPts val="0"/>
                        </a:spcAft>
                        <a:buNone/>
                      </a:pPr>
                      <a:r>
                        <a:rPr lang="en">
                          <a:latin typeface="Karla"/>
                          <a:ea typeface="Karla"/>
                          <a:cs typeface="Karla"/>
                          <a:sym typeface="Karla"/>
                        </a:rPr>
                        <a:t>Low</a:t>
                      </a:r>
                      <a:endParaRPr>
                        <a:latin typeface="Karla"/>
                        <a:ea typeface="Karla"/>
                        <a:cs typeface="Karla"/>
                        <a:sym typeface="Karla"/>
                      </a:endParaRPr>
                    </a:p>
                  </a:txBody>
                  <a:tcPr marT="91425" marB="91425" marR="91425" marL="91425"/>
                </a:tc>
                <a:tc>
                  <a:txBody>
                    <a:bodyPr/>
                    <a:lstStyle/>
                    <a:p>
                      <a:pPr indent="0" lvl="0" marL="0" rtl="0" algn="l">
                        <a:spcBef>
                          <a:spcPts val="0"/>
                        </a:spcBef>
                        <a:spcAft>
                          <a:spcPts val="0"/>
                        </a:spcAft>
                        <a:buNone/>
                      </a:pPr>
                      <a:r>
                        <a:rPr lang="en">
                          <a:latin typeface="Karla"/>
                          <a:ea typeface="Karla"/>
                          <a:cs typeface="Karla"/>
                          <a:sym typeface="Karla"/>
                        </a:rPr>
                        <a:t>2.6%</a:t>
                      </a:r>
                      <a:endParaRPr>
                        <a:latin typeface="Karla"/>
                        <a:ea typeface="Karla"/>
                        <a:cs typeface="Karla"/>
                        <a:sym typeface="Karla"/>
                      </a:endParaRPr>
                    </a:p>
                  </a:txBody>
                  <a:tcPr marT="91425" marB="91425" marR="91425" marL="91425"/>
                </a:tc>
              </a:tr>
            </a:tbl>
          </a:graphicData>
        </a:graphic>
      </p:graphicFrame>
      <p:grpSp>
        <p:nvGrpSpPr>
          <p:cNvPr id="687" name="Google Shape;687;p63"/>
          <p:cNvGrpSpPr/>
          <p:nvPr/>
        </p:nvGrpSpPr>
        <p:grpSpPr>
          <a:xfrm>
            <a:off x="5785776" y="1684273"/>
            <a:ext cx="1616964" cy="346256"/>
            <a:chOff x="1808063" y="4294338"/>
            <a:chExt cx="3370782" cy="721817"/>
          </a:xfrm>
        </p:grpSpPr>
        <p:sp>
          <p:nvSpPr>
            <p:cNvPr id="688" name="Google Shape;688;p63"/>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63"/>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63"/>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3"/>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3"/>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63"/>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3"/>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3"/>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3"/>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3"/>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64"/>
          <p:cNvSpPr/>
          <p:nvPr/>
        </p:nvSpPr>
        <p:spPr>
          <a:xfrm>
            <a:off x="612000" y="3160800"/>
            <a:ext cx="5640300" cy="747900"/>
          </a:xfrm>
          <a:prstGeom prst="roundRect">
            <a:avLst>
              <a:gd fmla="val 16667" name="adj"/>
            </a:avLst>
          </a:prstGeom>
          <a:solidFill>
            <a:srgbClr val="CFD9E0"/>
          </a:solid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03" name="Google Shape;703;p64"/>
          <p:cNvSpPr txBox="1"/>
          <p:nvPr/>
        </p:nvSpPr>
        <p:spPr>
          <a:xfrm>
            <a:off x="4115625" y="249350"/>
            <a:ext cx="38871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200">
                <a:solidFill>
                  <a:schemeClr val="dk2"/>
                </a:solidFill>
                <a:latin typeface="DM Serif Display"/>
                <a:ea typeface="DM Serif Display"/>
                <a:cs typeface="DM Serif Display"/>
                <a:sym typeface="DM Serif Display"/>
              </a:rPr>
              <a:t>Pipeline 4 - Isolation Forest</a:t>
            </a:r>
            <a:endParaRPr b="1" sz="2200">
              <a:latin typeface="DM Serif Display"/>
              <a:ea typeface="DM Serif Display"/>
              <a:cs typeface="DM Serif Display"/>
              <a:sym typeface="DM Serif Display"/>
            </a:endParaRPr>
          </a:p>
        </p:txBody>
      </p:sp>
      <p:sp>
        <p:nvSpPr>
          <p:cNvPr id="704" name="Google Shape;704;p64"/>
          <p:cNvSpPr/>
          <p:nvPr/>
        </p:nvSpPr>
        <p:spPr>
          <a:xfrm>
            <a:off x="524925" y="546100"/>
            <a:ext cx="381000" cy="393600"/>
          </a:xfrm>
          <a:prstGeom prst="ellipse">
            <a:avLst/>
          </a:prstGeom>
          <a:solidFill>
            <a:srgbClr val="869F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05" name="Google Shape;705;p64"/>
          <p:cNvSpPr txBox="1"/>
          <p:nvPr/>
        </p:nvSpPr>
        <p:spPr>
          <a:xfrm>
            <a:off x="905925" y="577750"/>
            <a:ext cx="14985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a:solidFill>
                  <a:srgbClr val="404040"/>
                </a:solidFill>
                <a:latin typeface="Karla"/>
                <a:ea typeface="Karla"/>
                <a:cs typeface="Karla"/>
                <a:sym typeface="Karla"/>
              </a:rPr>
              <a:t>What it does:</a:t>
            </a:r>
            <a:endParaRPr sz="1600">
              <a:solidFill>
                <a:schemeClr val="dk1"/>
              </a:solidFill>
              <a:latin typeface="Karla"/>
              <a:ea typeface="Karla"/>
              <a:cs typeface="Karla"/>
              <a:sym typeface="Karla"/>
            </a:endParaRPr>
          </a:p>
        </p:txBody>
      </p:sp>
      <p:sp>
        <p:nvSpPr>
          <p:cNvPr id="706" name="Google Shape;706;p64"/>
          <p:cNvSpPr/>
          <p:nvPr/>
        </p:nvSpPr>
        <p:spPr>
          <a:xfrm>
            <a:off x="7801925" y="1655900"/>
            <a:ext cx="381000" cy="393600"/>
          </a:xfrm>
          <a:prstGeom prst="ellipse">
            <a:avLst/>
          </a:prstGeom>
          <a:solidFill>
            <a:srgbClr val="869F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07" name="Google Shape;707;p64"/>
          <p:cNvSpPr txBox="1"/>
          <p:nvPr/>
        </p:nvSpPr>
        <p:spPr>
          <a:xfrm>
            <a:off x="5985725" y="1655900"/>
            <a:ext cx="18162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a:solidFill>
                  <a:srgbClr val="404040"/>
                </a:solidFill>
                <a:latin typeface="Karla"/>
                <a:ea typeface="Karla"/>
                <a:cs typeface="Karla"/>
                <a:sym typeface="Karla"/>
              </a:rPr>
              <a:t>Why it is different:</a:t>
            </a:r>
            <a:endParaRPr sz="1600">
              <a:solidFill>
                <a:schemeClr val="dk1"/>
              </a:solidFill>
              <a:latin typeface="Karla"/>
              <a:ea typeface="Karla"/>
              <a:cs typeface="Karla"/>
              <a:sym typeface="Karla"/>
            </a:endParaRPr>
          </a:p>
        </p:txBody>
      </p:sp>
      <p:sp>
        <p:nvSpPr>
          <p:cNvPr id="708" name="Google Shape;708;p64"/>
          <p:cNvSpPr/>
          <p:nvPr/>
        </p:nvSpPr>
        <p:spPr>
          <a:xfrm>
            <a:off x="612075" y="969825"/>
            <a:ext cx="5640300" cy="747900"/>
          </a:xfrm>
          <a:prstGeom prst="roundRect">
            <a:avLst>
              <a:gd fmla="val 16667" name="adj"/>
            </a:avLst>
          </a:prstGeom>
          <a:solidFill>
            <a:srgbClr val="CFD9E0"/>
          </a:solid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09" name="Google Shape;709;p64"/>
          <p:cNvSpPr txBox="1"/>
          <p:nvPr/>
        </p:nvSpPr>
        <p:spPr>
          <a:xfrm>
            <a:off x="708225" y="993000"/>
            <a:ext cx="54480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rgbClr val="404040"/>
                </a:solidFill>
                <a:latin typeface="Karla"/>
                <a:ea typeface="Karla"/>
                <a:cs typeface="Karla"/>
                <a:sym typeface="Karla"/>
              </a:rPr>
              <a:t> Identifies transactions with unusual combinations of amount, card, address, email, missingness, M-pattern signals, etc.</a:t>
            </a:r>
            <a:endParaRPr sz="1600">
              <a:solidFill>
                <a:schemeClr val="dk1"/>
              </a:solidFill>
              <a:latin typeface="Karla"/>
              <a:ea typeface="Karla"/>
              <a:cs typeface="Karla"/>
              <a:sym typeface="Karla"/>
            </a:endParaRPr>
          </a:p>
        </p:txBody>
      </p:sp>
      <p:sp>
        <p:nvSpPr>
          <p:cNvPr id="710" name="Google Shape;710;p64"/>
          <p:cNvSpPr/>
          <p:nvPr/>
        </p:nvSpPr>
        <p:spPr>
          <a:xfrm>
            <a:off x="2036225" y="2082800"/>
            <a:ext cx="6146700" cy="74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11" name="Google Shape;711;p64"/>
          <p:cNvSpPr txBox="1"/>
          <p:nvPr/>
        </p:nvSpPr>
        <p:spPr>
          <a:xfrm>
            <a:off x="2150525" y="2152650"/>
            <a:ext cx="5918100" cy="74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rgbClr val="404040"/>
                </a:solidFill>
                <a:latin typeface="Karla"/>
                <a:ea typeface="Karla"/>
                <a:cs typeface="Karla"/>
                <a:sym typeface="Karla"/>
              </a:rPr>
              <a:t> It does not learn directly from fraud labels. Instead, it looks for transactions that differ strongly from normal transaction patterns.</a:t>
            </a:r>
            <a:endParaRPr sz="1600">
              <a:solidFill>
                <a:schemeClr val="dk1"/>
              </a:solidFill>
              <a:latin typeface="Karla"/>
              <a:ea typeface="Karla"/>
              <a:cs typeface="Karla"/>
              <a:sym typeface="Karla"/>
            </a:endParaRPr>
          </a:p>
        </p:txBody>
      </p:sp>
      <p:sp>
        <p:nvSpPr>
          <p:cNvPr id="712" name="Google Shape;712;p64"/>
          <p:cNvSpPr/>
          <p:nvPr/>
        </p:nvSpPr>
        <p:spPr>
          <a:xfrm>
            <a:off x="524925" y="2703700"/>
            <a:ext cx="381000" cy="393600"/>
          </a:xfrm>
          <a:prstGeom prst="ellipse">
            <a:avLst/>
          </a:prstGeom>
          <a:solidFill>
            <a:srgbClr val="869F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13" name="Google Shape;713;p64"/>
          <p:cNvSpPr txBox="1"/>
          <p:nvPr/>
        </p:nvSpPr>
        <p:spPr>
          <a:xfrm>
            <a:off x="905925" y="2767200"/>
            <a:ext cx="25653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a:solidFill>
                  <a:srgbClr val="404040"/>
                </a:solidFill>
                <a:latin typeface="Karla"/>
                <a:ea typeface="Karla"/>
                <a:cs typeface="Karla"/>
                <a:sym typeface="Karla"/>
              </a:rPr>
              <a:t>Contribution to the system:</a:t>
            </a:r>
            <a:endParaRPr sz="1600">
              <a:solidFill>
                <a:schemeClr val="dk1"/>
              </a:solidFill>
              <a:latin typeface="Karla"/>
              <a:ea typeface="Karla"/>
              <a:cs typeface="Karla"/>
              <a:sym typeface="Karla"/>
            </a:endParaRPr>
          </a:p>
        </p:txBody>
      </p:sp>
      <p:sp>
        <p:nvSpPr>
          <p:cNvPr id="714" name="Google Shape;714;p64"/>
          <p:cNvSpPr txBox="1"/>
          <p:nvPr/>
        </p:nvSpPr>
        <p:spPr>
          <a:xfrm>
            <a:off x="708150" y="3271975"/>
            <a:ext cx="55443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n">
                <a:solidFill>
                  <a:srgbClr val="404040"/>
                </a:solidFill>
                <a:latin typeface="Karla"/>
                <a:ea typeface="Karla"/>
                <a:cs typeface="Karla"/>
                <a:sym typeface="Karla"/>
              </a:rPr>
              <a:t> It can detect suspicious cases that supervised models may miss because they do not resemble previously labelled fraud.</a:t>
            </a:r>
            <a:endParaRPr sz="1600">
              <a:solidFill>
                <a:schemeClr val="dk1"/>
              </a:solidFill>
              <a:latin typeface="Karla"/>
              <a:ea typeface="Karla"/>
              <a:cs typeface="Karla"/>
              <a:sym typeface="Karla"/>
            </a:endParaRPr>
          </a:p>
        </p:txBody>
      </p:sp>
      <p:sp>
        <p:nvSpPr>
          <p:cNvPr id="715" name="Google Shape;715;p64"/>
          <p:cNvSpPr/>
          <p:nvPr/>
        </p:nvSpPr>
        <p:spPr>
          <a:xfrm>
            <a:off x="7801925" y="3800750"/>
            <a:ext cx="381000" cy="393600"/>
          </a:xfrm>
          <a:prstGeom prst="ellipse">
            <a:avLst/>
          </a:prstGeom>
          <a:solidFill>
            <a:srgbClr val="869F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16" name="Google Shape;716;p64"/>
          <p:cNvSpPr/>
          <p:nvPr/>
        </p:nvSpPr>
        <p:spPr>
          <a:xfrm>
            <a:off x="2036225" y="4295950"/>
            <a:ext cx="6146700" cy="74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17" name="Google Shape;717;p64"/>
          <p:cNvSpPr txBox="1"/>
          <p:nvPr/>
        </p:nvSpPr>
        <p:spPr>
          <a:xfrm>
            <a:off x="2103275" y="4295950"/>
            <a:ext cx="6012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n">
                <a:solidFill>
                  <a:srgbClr val="404040"/>
                </a:solidFill>
                <a:latin typeface="Karla"/>
                <a:ea typeface="Karla"/>
                <a:cs typeface="Karla"/>
                <a:sym typeface="Karla"/>
              </a:rPr>
              <a:t>Unusual does not always mean fraudulent, so its threshold must be controlled to avoid excessive false positives.</a:t>
            </a:r>
            <a:endParaRPr sz="1500">
              <a:solidFill>
                <a:srgbClr val="404040"/>
              </a:solidFill>
              <a:latin typeface="Karla"/>
              <a:ea typeface="Karla"/>
              <a:cs typeface="Karla"/>
              <a:sym typeface="Karla"/>
            </a:endParaRPr>
          </a:p>
        </p:txBody>
      </p:sp>
      <p:sp>
        <p:nvSpPr>
          <p:cNvPr id="718" name="Google Shape;718;p64"/>
          <p:cNvSpPr txBox="1"/>
          <p:nvPr/>
        </p:nvSpPr>
        <p:spPr>
          <a:xfrm>
            <a:off x="6328825" y="3818475"/>
            <a:ext cx="1384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04040"/>
                </a:solidFill>
                <a:latin typeface="Karla"/>
                <a:ea typeface="Karla"/>
                <a:cs typeface="Karla"/>
                <a:sym typeface="Karla"/>
              </a:rPr>
              <a:t>Limitations</a:t>
            </a:r>
            <a:endParaRPr sz="1600">
              <a:solidFill>
                <a:schemeClr val="dk1"/>
              </a:solidFill>
              <a:latin typeface="Karla"/>
              <a:ea typeface="Karla"/>
              <a:cs typeface="Karla"/>
              <a:sym typeface="Karl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65"/>
          <p:cNvSpPr/>
          <p:nvPr/>
        </p:nvSpPr>
        <p:spPr>
          <a:xfrm flipH="1" rot="-5400000">
            <a:off x="2890525" y="1744575"/>
            <a:ext cx="3517800" cy="2654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325D79"/>
              </a:solidFill>
              <a:latin typeface="Karla"/>
              <a:ea typeface="Karla"/>
              <a:cs typeface="Karla"/>
              <a:sym typeface="Karla"/>
            </a:endParaRPr>
          </a:p>
        </p:txBody>
      </p:sp>
      <p:sp>
        <p:nvSpPr>
          <p:cNvPr id="724" name="Google Shape;724;p65"/>
          <p:cNvSpPr/>
          <p:nvPr/>
        </p:nvSpPr>
        <p:spPr>
          <a:xfrm rot="-5400000">
            <a:off x="-185525" y="1753450"/>
            <a:ext cx="3535500" cy="2654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25" name="Google Shape;725;p65"/>
          <p:cNvSpPr txBox="1"/>
          <p:nvPr>
            <p:ph idx="1" type="subTitle"/>
          </p:nvPr>
        </p:nvSpPr>
        <p:spPr>
          <a:xfrm>
            <a:off x="328725" y="1373175"/>
            <a:ext cx="2316900" cy="63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a:solidFill>
                  <a:srgbClr val="325D79"/>
                </a:solidFill>
              </a:rPr>
              <a:t>How the pipelines were combined  </a:t>
            </a:r>
            <a:endParaRPr b="1">
              <a:solidFill>
                <a:srgbClr val="325D79"/>
              </a:solidFill>
            </a:endParaRPr>
          </a:p>
        </p:txBody>
      </p:sp>
      <p:sp>
        <p:nvSpPr>
          <p:cNvPr id="726" name="Google Shape;726;p65"/>
          <p:cNvSpPr txBox="1"/>
          <p:nvPr>
            <p:ph type="title"/>
          </p:nvPr>
        </p:nvSpPr>
        <p:spPr>
          <a:xfrm>
            <a:off x="237000" y="301350"/>
            <a:ext cx="2598600" cy="6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Decision Layer </a:t>
            </a:r>
            <a:endParaRPr/>
          </a:p>
        </p:txBody>
      </p:sp>
      <p:sp>
        <p:nvSpPr>
          <p:cNvPr id="727" name="Google Shape;727;p65"/>
          <p:cNvSpPr txBox="1"/>
          <p:nvPr>
            <p:ph idx="2" type="subTitle"/>
          </p:nvPr>
        </p:nvSpPr>
        <p:spPr>
          <a:xfrm>
            <a:off x="3490950" y="1606575"/>
            <a:ext cx="2316900" cy="400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a:solidFill>
                  <a:srgbClr val="325D79"/>
                </a:solidFill>
              </a:rPr>
              <a:t>Final flow  </a:t>
            </a:r>
            <a:endParaRPr b="1">
              <a:solidFill>
                <a:srgbClr val="325D79"/>
              </a:solidFill>
            </a:endParaRPr>
          </a:p>
        </p:txBody>
      </p:sp>
      <p:sp>
        <p:nvSpPr>
          <p:cNvPr id="728" name="Google Shape;728;p65"/>
          <p:cNvSpPr/>
          <p:nvPr/>
        </p:nvSpPr>
        <p:spPr>
          <a:xfrm>
            <a:off x="6389250" y="1312925"/>
            <a:ext cx="2499900" cy="3535500"/>
          </a:xfrm>
          <a:prstGeom prst="roundRect">
            <a:avLst>
              <a:gd fmla="val 16667" name="adj"/>
            </a:avLst>
          </a:prstGeom>
          <a:solidFill>
            <a:srgbClr val="CFD9E0"/>
          </a:solid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29" name="Google Shape;729;p65"/>
          <p:cNvSpPr txBox="1"/>
          <p:nvPr/>
        </p:nvSpPr>
        <p:spPr>
          <a:xfrm>
            <a:off x="6524727" y="1606575"/>
            <a:ext cx="2072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325D79"/>
                </a:solidFill>
                <a:latin typeface="Karla"/>
                <a:ea typeface="Karla"/>
                <a:cs typeface="Karla"/>
                <a:sym typeface="Karla"/>
              </a:rPr>
              <a:t>Why this approach  </a:t>
            </a:r>
            <a:endParaRPr sz="1600">
              <a:solidFill>
                <a:schemeClr val="dk1"/>
              </a:solidFill>
              <a:latin typeface="Karla"/>
              <a:ea typeface="Karla"/>
              <a:cs typeface="Karla"/>
              <a:sym typeface="Karla"/>
            </a:endParaRPr>
          </a:p>
        </p:txBody>
      </p:sp>
      <p:sp>
        <p:nvSpPr>
          <p:cNvPr id="730" name="Google Shape;730;p65"/>
          <p:cNvSpPr txBox="1"/>
          <p:nvPr/>
        </p:nvSpPr>
        <p:spPr>
          <a:xfrm>
            <a:off x="3490963" y="2058252"/>
            <a:ext cx="2316900" cy="279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latin typeface="Karla"/>
                <a:ea typeface="Karla"/>
                <a:cs typeface="Karla"/>
                <a:sym typeface="Karla"/>
              </a:rPr>
              <a:t>Four pipeline scores</a:t>
            </a:r>
            <a:endParaRPr>
              <a:latin typeface="Karla"/>
              <a:ea typeface="Karla"/>
              <a:cs typeface="Karla"/>
              <a:sym typeface="Karla"/>
            </a:endParaRPr>
          </a:p>
          <a:p>
            <a:pPr indent="0" lvl="0" marL="0" rtl="0" algn="ctr">
              <a:spcBef>
                <a:spcPts val="0"/>
              </a:spcBef>
              <a:spcAft>
                <a:spcPts val="0"/>
              </a:spcAft>
              <a:buNone/>
            </a:pPr>
            <a:r>
              <a:rPr lang="en">
                <a:latin typeface="Karla"/>
                <a:ea typeface="Karla"/>
                <a:cs typeface="Karla"/>
                <a:sym typeface="Karla"/>
              </a:rPr>
              <a:t>combined fraud probability</a:t>
            </a:r>
            <a:endParaRPr>
              <a:latin typeface="Karla"/>
              <a:ea typeface="Karla"/>
              <a:cs typeface="Karla"/>
              <a:sym typeface="Karla"/>
            </a:endParaRPr>
          </a:p>
          <a:p>
            <a:pPr indent="0" lvl="0" marL="0" rtl="0" algn="ctr">
              <a:spcBef>
                <a:spcPts val="0"/>
              </a:spcBef>
              <a:spcAft>
                <a:spcPts val="0"/>
              </a:spcAft>
              <a:buClr>
                <a:schemeClr val="dk1"/>
              </a:buClr>
              <a:buSzPts val="1100"/>
              <a:buFont typeface="Arial"/>
              <a:buNone/>
            </a:pPr>
            <a:r>
              <a:rPr lang="en">
                <a:latin typeface="Karla"/>
                <a:ea typeface="Karla"/>
                <a:cs typeface="Karla"/>
                <a:sym typeface="Karla"/>
              </a:rPr>
              <a:t>↓</a:t>
            </a:r>
            <a:endParaRPr>
              <a:latin typeface="Karla"/>
              <a:ea typeface="Karla"/>
              <a:cs typeface="Karla"/>
              <a:sym typeface="Karla"/>
            </a:endParaRPr>
          </a:p>
          <a:p>
            <a:pPr indent="0" lvl="0" marL="0" rtl="0" algn="ctr">
              <a:spcBef>
                <a:spcPts val="0"/>
              </a:spcBef>
              <a:spcAft>
                <a:spcPts val="0"/>
              </a:spcAft>
              <a:buNone/>
            </a:pPr>
            <a:r>
              <a:rPr lang="en">
                <a:latin typeface="Karla"/>
                <a:ea typeface="Karla"/>
                <a:cs typeface="Karla"/>
                <a:sym typeface="Karla"/>
              </a:rPr>
              <a:t>selected threshold approve normally or send for step-up</a:t>
            </a:r>
            <a:endParaRPr>
              <a:latin typeface="Karla"/>
              <a:ea typeface="Karla"/>
              <a:cs typeface="Karla"/>
              <a:sym typeface="Karla"/>
            </a:endParaRPr>
          </a:p>
          <a:p>
            <a:pPr indent="0" lvl="0" marL="0" rtl="0" algn="ctr">
              <a:spcBef>
                <a:spcPts val="0"/>
              </a:spcBef>
              <a:spcAft>
                <a:spcPts val="0"/>
              </a:spcAft>
              <a:buNone/>
            </a:pPr>
            <a:r>
              <a:rPr lang="en">
                <a:latin typeface="Karla"/>
                <a:ea typeface="Karla"/>
                <a:cs typeface="Karla"/>
                <a:sym typeface="Karla"/>
              </a:rPr>
              <a:t>↓</a:t>
            </a:r>
            <a:endParaRPr>
              <a:latin typeface="Karla"/>
              <a:ea typeface="Karla"/>
              <a:cs typeface="Karla"/>
              <a:sym typeface="Karla"/>
            </a:endParaRPr>
          </a:p>
          <a:p>
            <a:pPr indent="0" lvl="0" marL="0" rtl="0" algn="ctr">
              <a:spcBef>
                <a:spcPts val="0"/>
              </a:spcBef>
              <a:spcAft>
                <a:spcPts val="0"/>
              </a:spcAft>
              <a:buNone/>
            </a:pPr>
            <a:r>
              <a:rPr lang="en">
                <a:latin typeface="Karla"/>
                <a:ea typeface="Karla"/>
                <a:cs typeface="Karla"/>
                <a:sym typeface="Karla"/>
              </a:rPr>
              <a:t>authentication/review</a:t>
            </a:r>
            <a:endParaRPr>
              <a:latin typeface="Karla"/>
              <a:ea typeface="Karla"/>
              <a:cs typeface="Karla"/>
              <a:sym typeface="Karla"/>
            </a:endParaRPr>
          </a:p>
          <a:p>
            <a:pPr indent="0" lvl="0" marL="0" rtl="0" algn="l">
              <a:spcBef>
                <a:spcPts val="0"/>
              </a:spcBef>
              <a:spcAft>
                <a:spcPts val="0"/>
              </a:spcAft>
              <a:buNone/>
            </a:pPr>
            <a:r>
              <a:t/>
            </a:r>
            <a:endParaRPr/>
          </a:p>
        </p:txBody>
      </p:sp>
      <p:sp>
        <p:nvSpPr>
          <p:cNvPr id="731" name="Google Shape;731;p65"/>
          <p:cNvSpPr txBox="1"/>
          <p:nvPr/>
        </p:nvSpPr>
        <p:spPr>
          <a:xfrm>
            <a:off x="6663138" y="2058250"/>
            <a:ext cx="1952100" cy="88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Karla"/>
                <a:ea typeface="Karla"/>
                <a:cs typeface="Karla"/>
                <a:sym typeface="Karla"/>
              </a:rPr>
              <a:t>Gives more weight to the strongest signals</a:t>
            </a:r>
            <a:endParaRPr>
              <a:solidFill>
                <a:schemeClr val="dk1"/>
              </a:solidFill>
              <a:latin typeface="Karla"/>
              <a:ea typeface="Karla"/>
              <a:cs typeface="Karla"/>
              <a:sym typeface="Karla"/>
            </a:endParaRPr>
          </a:p>
          <a:p>
            <a:pPr indent="0" lvl="0" marL="0" rtl="0" algn="l">
              <a:lnSpc>
                <a:spcPct val="115000"/>
              </a:lnSpc>
              <a:spcBef>
                <a:spcPts val="1200"/>
              </a:spcBef>
              <a:spcAft>
                <a:spcPts val="0"/>
              </a:spcAft>
              <a:buNone/>
            </a:pPr>
            <a:r>
              <a:rPr lang="en">
                <a:solidFill>
                  <a:schemeClr val="dk1"/>
                </a:solidFill>
                <a:latin typeface="Karla"/>
                <a:ea typeface="Karla"/>
                <a:cs typeface="Karla"/>
                <a:sym typeface="Karla"/>
              </a:rPr>
              <a:t>Retains supporting evidence from the other pipelines</a:t>
            </a:r>
            <a:endParaRPr>
              <a:solidFill>
                <a:schemeClr val="dk1"/>
              </a:solidFill>
              <a:latin typeface="Karla"/>
              <a:ea typeface="Karla"/>
              <a:cs typeface="Karla"/>
              <a:sym typeface="Karla"/>
            </a:endParaRPr>
          </a:p>
          <a:p>
            <a:pPr indent="0" lvl="0" marL="0" rtl="0" algn="l">
              <a:lnSpc>
                <a:spcPct val="115000"/>
              </a:lnSpc>
              <a:spcBef>
                <a:spcPts val="1200"/>
              </a:spcBef>
              <a:spcAft>
                <a:spcPts val="0"/>
              </a:spcAft>
              <a:buNone/>
            </a:pPr>
            <a:r>
              <a:rPr lang="en">
                <a:solidFill>
                  <a:schemeClr val="dk1"/>
                </a:solidFill>
                <a:latin typeface="Karla"/>
                <a:ea typeface="Karla"/>
                <a:cs typeface="Karla"/>
                <a:sym typeface="Karla"/>
              </a:rPr>
              <a:t>Produces one final and consistent issuer decision</a:t>
            </a:r>
            <a:endParaRPr>
              <a:solidFill>
                <a:schemeClr val="dk1"/>
              </a:solidFill>
              <a:latin typeface="Karla"/>
              <a:ea typeface="Karla"/>
              <a:cs typeface="Karla"/>
              <a:sym typeface="Karla"/>
            </a:endParaRPr>
          </a:p>
          <a:p>
            <a:pPr indent="0" lvl="0" marL="0" rtl="0" algn="l">
              <a:spcBef>
                <a:spcPts val="1200"/>
              </a:spcBef>
              <a:spcAft>
                <a:spcPts val="0"/>
              </a:spcAft>
              <a:buNone/>
            </a:pPr>
            <a:r>
              <a:t/>
            </a:r>
            <a:endParaRPr sz="1600">
              <a:solidFill>
                <a:schemeClr val="dk1"/>
              </a:solidFill>
              <a:latin typeface="Karla"/>
              <a:ea typeface="Karla"/>
              <a:cs typeface="Karla"/>
              <a:sym typeface="Karla"/>
            </a:endParaRPr>
          </a:p>
        </p:txBody>
      </p:sp>
      <p:sp>
        <p:nvSpPr>
          <p:cNvPr id="732" name="Google Shape;732;p65"/>
          <p:cNvSpPr txBox="1"/>
          <p:nvPr/>
        </p:nvSpPr>
        <p:spPr>
          <a:xfrm>
            <a:off x="451100" y="2033325"/>
            <a:ext cx="2458500" cy="207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Karla"/>
                <a:ea typeface="Karla"/>
                <a:cs typeface="Karla"/>
                <a:sym typeface="Karla"/>
              </a:rPr>
              <a:t>Each pipeline produced one risk score:</a:t>
            </a:r>
            <a:endParaRPr sz="1200">
              <a:solidFill>
                <a:schemeClr val="dk1"/>
              </a:solidFill>
              <a:latin typeface="Karla"/>
              <a:ea typeface="Karla"/>
              <a:cs typeface="Karla"/>
              <a:sym typeface="Karla"/>
            </a:endParaRPr>
          </a:p>
          <a:p>
            <a:pPr indent="-304800" lvl="0" marL="457200" rtl="0" algn="l">
              <a:lnSpc>
                <a:spcPct val="115000"/>
              </a:lnSpc>
              <a:spcBef>
                <a:spcPts val="1200"/>
              </a:spcBef>
              <a:spcAft>
                <a:spcPts val="0"/>
              </a:spcAft>
              <a:buClr>
                <a:schemeClr val="dk1"/>
              </a:buClr>
              <a:buSzPts val="1200"/>
              <a:buFont typeface="Karla"/>
              <a:buChar char="●"/>
            </a:pPr>
            <a:r>
              <a:rPr lang="en" sz="1200">
                <a:solidFill>
                  <a:schemeClr val="dk1"/>
                </a:solidFill>
                <a:latin typeface="Karla"/>
                <a:ea typeface="Karla"/>
                <a:cs typeface="Karla"/>
                <a:sym typeface="Karla"/>
              </a:rPr>
              <a:t>M-pattern model score</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Relationship model probability</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Rule-based risk score</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Isolation Forest anomaly score</a:t>
            </a:r>
            <a:endParaRPr sz="1200">
              <a:solidFill>
                <a:schemeClr val="dk1"/>
              </a:solidFill>
              <a:latin typeface="Karla"/>
              <a:ea typeface="Karla"/>
              <a:cs typeface="Karla"/>
              <a:sym typeface="Karla"/>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Karla"/>
                <a:ea typeface="Karla"/>
                <a:cs typeface="Karla"/>
                <a:sym typeface="Karla"/>
              </a:rPr>
              <a:t>These four outputs were combined using a </a:t>
            </a:r>
            <a:r>
              <a:rPr b="1" lang="en" sz="1200">
                <a:solidFill>
                  <a:schemeClr val="dk1"/>
                </a:solidFill>
                <a:latin typeface="Karla"/>
                <a:ea typeface="Karla"/>
                <a:cs typeface="Karla"/>
                <a:sym typeface="Karla"/>
              </a:rPr>
              <a:t>Logistic Regression stacking model</a:t>
            </a:r>
            <a:r>
              <a:rPr lang="en" sz="1200">
                <a:solidFill>
                  <a:schemeClr val="dk1"/>
                </a:solidFill>
                <a:latin typeface="Karla"/>
                <a:ea typeface="Karla"/>
                <a:cs typeface="Karla"/>
                <a:sym typeface="Karla"/>
              </a:rPr>
              <a:t>.</a:t>
            </a:r>
            <a:endParaRPr sz="1200">
              <a:solidFill>
                <a:schemeClr val="dk1"/>
              </a:solidFill>
              <a:latin typeface="Karla"/>
              <a:ea typeface="Karla"/>
              <a:cs typeface="Karla"/>
              <a:sym typeface="Karla"/>
            </a:endParaRPr>
          </a:p>
          <a:p>
            <a:pPr indent="0" lvl="0" marL="0" rtl="0" algn="l">
              <a:spcBef>
                <a:spcPts val="1200"/>
              </a:spcBef>
              <a:spcAft>
                <a:spcPts val="0"/>
              </a:spcAft>
              <a:buClr>
                <a:schemeClr val="dk1"/>
              </a:buClr>
              <a:buSzPts val="1100"/>
              <a:buFont typeface="Arial"/>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66"/>
          <p:cNvSpPr/>
          <p:nvPr/>
        </p:nvSpPr>
        <p:spPr>
          <a:xfrm>
            <a:off x="4114800" y="2473525"/>
            <a:ext cx="914400" cy="4446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38" name="Google Shape;738;p66"/>
          <p:cNvSpPr/>
          <p:nvPr/>
        </p:nvSpPr>
        <p:spPr>
          <a:xfrm>
            <a:off x="7260163" y="2473525"/>
            <a:ext cx="914400" cy="4446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39" name="Google Shape;739;p66"/>
          <p:cNvSpPr/>
          <p:nvPr/>
        </p:nvSpPr>
        <p:spPr>
          <a:xfrm>
            <a:off x="5791200" y="2473525"/>
            <a:ext cx="914400" cy="4446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40" name="Google Shape;740;p66"/>
          <p:cNvSpPr/>
          <p:nvPr/>
        </p:nvSpPr>
        <p:spPr>
          <a:xfrm>
            <a:off x="2628900" y="2473525"/>
            <a:ext cx="914400" cy="4446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41" name="Google Shape;741;p66"/>
          <p:cNvSpPr txBox="1"/>
          <p:nvPr>
            <p:ph type="title"/>
          </p:nvPr>
        </p:nvSpPr>
        <p:spPr>
          <a:xfrm>
            <a:off x="713250" y="15217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Model Results </a:t>
            </a:r>
            <a:r>
              <a:rPr lang="en"/>
              <a:t> </a:t>
            </a:r>
            <a:endParaRPr/>
          </a:p>
        </p:txBody>
      </p:sp>
      <p:graphicFrame>
        <p:nvGraphicFramePr>
          <p:cNvPr id="742" name="Google Shape;742;p66"/>
          <p:cNvGraphicFramePr/>
          <p:nvPr/>
        </p:nvGraphicFramePr>
        <p:xfrm>
          <a:off x="580963" y="724875"/>
          <a:ext cx="3000000" cy="3000000"/>
        </p:xfrm>
        <a:graphic>
          <a:graphicData uri="http://schemas.openxmlformats.org/drawingml/2006/table">
            <a:tbl>
              <a:tblPr>
                <a:noFill/>
                <a:tableStyleId>{1B4F942A-C269-4141-9DC6-68F5FB5EC288}</a:tableStyleId>
              </a:tblPr>
              <a:tblGrid>
                <a:gridCol w="1949600"/>
                <a:gridCol w="1090000"/>
                <a:gridCol w="1842975"/>
                <a:gridCol w="1400775"/>
                <a:gridCol w="1698725"/>
              </a:tblGrid>
              <a:tr h="541600">
                <a:tc>
                  <a:txBody>
                    <a:bodyPr/>
                    <a:lstStyle/>
                    <a:p>
                      <a:pPr indent="0" lvl="0" marL="0" rtl="0" algn="ctr">
                        <a:spcBef>
                          <a:spcPts val="0"/>
                        </a:spcBef>
                        <a:spcAft>
                          <a:spcPts val="0"/>
                        </a:spcAft>
                        <a:buNone/>
                      </a:pPr>
                      <a:r>
                        <a:t/>
                      </a:r>
                      <a:endParaRPr sz="2100">
                        <a:latin typeface="DM Serif Display"/>
                        <a:ea typeface="DM Serif Display"/>
                        <a:cs typeface="DM Serif Display"/>
                        <a:sym typeface="DM Serif Display"/>
                      </a:endParaRPr>
                    </a:p>
                  </a:txBody>
                  <a:tcPr marT="91425" marB="91425" marR="91425" marL="91425" anchor="ctr">
                    <a:lnL cap="flat" cmpd="sng" w="9525">
                      <a:solidFill>
                        <a:schemeClr val="dk1"/>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600">
                          <a:solidFill>
                            <a:srgbClr val="325D79"/>
                          </a:solidFill>
                          <a:latin typeface="DM Serif Display"/>
                          <a:ea typeface="DM Serif Display"/>
                          <a:cs typeface="DM Serif Display"/>
                          <a:sym typeface="DM Serif Display"/>
                        </a:rPr>
                        <a:t>Recall</a:t>
                      </a:r>
                      <a:endParaRPr sz="1600">
                        <a:solidFill>
                          <a:srgbClr val="325D79"/>
                        </a:solidFill>
                        <a:latin typeface="DM Serif Display"/>
                        <a:ea typeface="DM Serif Display"/>
                        <a:cs typeface="DM Serif Display"/>
                        <a:sym typeface="DM Serif Display"/>
                      </a:endParaRPr>
                    </a:p>
                  </a:txBody>
                  <a:tcPr marT="91425" marB="91425" marR="91425" marL="91425" anchor="ctr">
                    <a:lnL cap="flat" cmpd="sng" w="9525">
                      <a:solidFill>
                        <a:srgbClr val="5F8195"/>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5F8195"/>
                      </a:solidFill>
                      <a:prstDash val="dash"/>
                      <a:round/>
                      <a:headEnd len="sm" w="sm" type="none"/>
                      <a:tailEnd len="sm" w="sm" type="none"/>
                    </a:lnB>
                  </a:tcPr>
                </a:tc>
                <a:tc>
                  <a:txBody>
                    <a:bodyPr/>
                    <a:lstStyle/>
                    <a:p>
                      <a:pPr indent="0" lvl="0" marL="0" rtl="0" algn="ctr">
                        <a:spcBef>
                          <a:spcPts val="0"/>
                        </a:spcBef>
                        <a:spcAft>
                          <a:spcPts val="0"/>
                        </a:spcAft>
                        <a:buNone/>
                      </a:pPr>
                      <a:r>
                        <a:rPr lang="en" sz="1600">
                          <a:solidFill>
                            <a:srgbClr val="325D79"/>
                          </a:solidFill>
                          <a:latin typeface="DM Serif Display"/>
                          <a:ea typeface="DM Serif Display"/>
                          <a:cs typeface="DM Serif Display"/>
                          <a:sym typeface="DM Serif Display"/>
                        </a:rPr>
                        <a:t>False-positive rate</a:t>
                      </a:r>
                      <a:endParaRPr sz="1600">
                        <a:solidFill>
                          <a:srgbClr val="325D79"/>
                        </a:solidFill>
                        <a:latin typeface="DM Serif Display"/>
                        <a:ea typeface="DM Serif Display"/>
                        <a:cs typeface="DM Serif Display"/>
                        <a:sym typeface="DM Serif Display"/>
                      </a:endParaRPr>
                    </a:p>
                  </a:txBody>
                  <a:tcPr marT="91425" marB="91425" marR="91425" marL="91425" anchor="ctr">
                    <a:lnL cap="flat" cmpd="sng" w="9525">
                      <a:solidFill>
                        <a:srgbClr val="5F8195"/>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5F8195"/>
                      </a:solidFill>
                      <a:prstDash val="dash"/>
                      <a:round/>
                      <a:headEnd len="sm" w="sm" type="none"/>
                      <a:tailEnd len="sm" w="sm" type="none"/>
                    </a:lnB>
                  </a:tcPr>
                </a:tc>
                <a:tc>
                  <a:txBody>
                    <a:bodyPr/>
                    <a:lstStyle/>
                    <a:p>
                      <a:pPr indent="0" lvl="0" marL="0" rtl="0" algn="ctr">
                        <a:spcBef>
                          <a:spcPts val="0"/>
                        </a:spcBef>
                        <a:spcAft>
                          <a:spcPts val="0"/>
                        </a:spcAft>
                        <a:buNone/>
                      </a:pPr>
                      <a:r>
                        <a:rPr lang="en" sz="1600">
                          <a:solidFill>
                            <a:srgbClr val="325D79"/>
                          </a:solidFill>
                          <a:latin typeface="DM Serif Display"/>
                          <a:ea typeface="DM Serif Display"/>
                          <a:cs typeface="DM Serif Display"/>
                          <a:sym typeface="DM Serif Display"/>
                        </a:rPr>
                        <a:t>Precision</a:t>
                      </a:r>
                      <a:r>
                        <a:rPr lang="en" sz="500">
                          <a:solidFill>
                            <a:srgbClr val="325D79"/>
                          </a:solidFill>
                        </a:rPr>
                        <a:t> </a:t>
                      </a:r>
                      <a:endParaRPr sz="1600">
                        <a:solidFill>
                          <a:srgbClr val="325D79"/>
                        </a:solidFill>
                        <a:latin typeface="DM Serif Display"/>
                        <a:ea typeface="DM Serif Display"/>
                        <a:cs typeface="DM Serif Display"/>
                        <a:sym typeface="DM Serif Display"/>
                      </a:endParaRPr>
                    </a:p>
                  </a:txBody>
                  <a:tcPr marT="91425" marB="91425" marR="91425" marL="91425" anchor="ctr">
                    <a:lnL cap="flat" cmpd="sng" w="9525">
                      <a:solidFill>
                        <a:srgbClr val="5F8195"/>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5F8195"/>
                      </a:solidFill>
                      <a:prstDash val="dash"/>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325D79"/>
                          </a:solidFill>
                          <a:latin typeface="DM Serif Display"/>
                          <a:ea typeface="DM Serif Display"/>
                          <a:cs typeface="DM Serif Display"/>
                          <a:sym typeface="DM Serif Display"/>
                        </a:rPr>
                        <a:t>AUC</a:t>
                      </a:r>
                      <a:endParaRPr sz="1600">
                        <a:solidFill>
                          <a:srgbClr val="325D79"/>
                        </a:solidFill>
                        <a:latin typeface="DM Serif Display"/>
                        <a:ea typeface="DM Serif Display"/>
                        <a:cs typeface="DM Serif Display"/>
                        <a:sym typeface="DM Serif Display"/>
                      </a:endParaRPr>
                    </a:p>
                  </a:txBody>
                  <a:tcPr marT="91425" marB="91425" marR="91425" marL="91425" anchor="ctr">
                    <a:lnL cap="flat" cmpd="sng" w="9525">
                      <a:solidFill>
                        <a:srgbClr val="5F8195"/>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5F8195"/>
                      </a:solidFill>
                      <a:prstDash val="dash"/>
                      <a:round/>
                      <a:headEnd len="sm" w="sm" type="none"/>
                      <a:tailEnd len="sm" w="sm" type="none"/>
                    </a:lnB>
                  </a:tcPr>
                </a:tc>
              </a:tr>
              <a:tr h="644650">
                <a:tc>
                  <a:txBody>
                    <a:bodyPr/>
                    <a:lstStyle/>
                    <a:p>
                      <a:pPr indent="0" lvl="0" marL="0" rtl="0" algn="ctr">
                        <a:spcBef>
                          <a:spcPts val="0"/>
                        </a:spcBef>
                        <a:spcAft>
                          <a:spcPts val="0"/>
                        </a:spcAft>
                        <a:buNone/>
                      </a:pPr>
                      <a:r>
                        <a:rPr b="1" lang="en" sz="1300">
                          <a:latin typeface="Karla"/>
                          <a:ea typeface="Karla"/>
                          <a:cs typeface="Karla"/>
                          <a:sym typeface="Karla"/>
                        </a:rPr>
                        <a:t>Baseline</a:t>
                      </a:r>
                      <a:endParaRPr b="1" sz="1300">
                        <a:latin typeface="Karla"/>
                        <a:ea typeface="Karla"/>
                        <a:cs typeface="Karla"/>
                        <a:sym typeface="Karla"/>
                      </a:endParaRPr>
                    </a:p>
                    <a:p>
                      <a:pPr indent="0" lvl="0" marL="0" rtl="0" algn="ctr">
                        <a:spcBef>
                          <a:spcPts val="0"/>
                        </a:spcBef>
                        <a:spcAft>
                          <a:spcPts val="0"/>
                        </a:spcAft>
                        <a:buNone/>
                      </a:pPr>
                      <a:r>
                        <a:rPr b="1" lang="en" sz="900">
                          <a:latin typeface="Karla"/>
                          <a:ea typeface="Karla"/>
                          <a:cs typeface="Karla"/>
                          <a:sym typeface="Karla"/>
                        </a:rPr>
                        <a:t>(XGBoost Tree on raw columns)</a:t>
                      </a:r>
                      <a:endParaRPr b="1" sz="9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solidFill>
                            <a:schemeClr val="dk1"/>
                          </a:solidFill>
                          <a:latin typeface="Karla"/>
                          <a:ea typeface="Karla"/>
                          <a:cs typeface="Karla"/>
                          <a:sym typeface="Karla"/>
                        </a:rPr>
                        <a:t>25.06%</a:t>
                      </a:r>
                      <a:endParaRPr sz="1300">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solidFill>
                            <a:schemeClr val="dk1"/>
                          </a:solidFill>
                          <a:latin typeface="Karla"/>
                          <a:ea typeface="Karla"/>
                          <a:cs typeface="Karla"/>
                          <a:sym typeface="Karla"/>
                        </a:rPr>
                        <a:t>0.33%</a:t>
                      </a:r>
                      <a:endParaRPr sz="1300">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325D79"/>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73.03%</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0.858</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chemeClr val="dk1"/>
                      </a:solidFill>
                      <a:prstDash val="dash"/>
                      <a:round/>
                      <a:headEnd len="sm" w="sm" type="none"/>
                      <a:tailEnd len="sm" w="sm" type="none"/>
                    </a:lnB>
                  </a:tcPr>
                </a:tc>
              </a:tr>
              <a:tr h="484550">
                <a:tc>
                  <a:txBody>
                    <a:bodyPr/>
                    <a:lstStyle/>
                    <a:p>
                      <a:pPr indent="0" lvl="0" marL="0" rtl="0" algn="ctr">
                        <a:lnSpc>
                          <a:spcPct val="115000"/>
                        </a:lnSpc>
                        <a:spcBef>
                          <a:spcPts val="0"/>
                        </a:spcBef>
                        <a:spcAft>
                          <a:spcPts val="0"/>
                        </a:spcAft>
                        <a:buClr>
                          <a:schemeClr val="dk1"/>
                        </a:buClr>
                        <a:buSzPts val="1100"/>
                        <a:buFont typeface="Arial"/>
                        <a:buNone/>
                      </a:pPr>
                      <a:r>
                        <a:rPr b="1" lang="en" sz="1300">
                          <a:latin typeface="Karla"/>
                          <a:ea typeface="Karla"/>
                          <a:cs typeface="Karla"/>
                          <a:sym typeface="Karla"/>
                        </a:rPr>
                        <a:t>Logistic Regression</a:t>
                      </a:r>
                      <a:endParaRPr b="1" sz="1300">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22.24% </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rgbClr val="325D79"/>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6.32%</a:t>
                      </a:r>
                      <a:endParaRPr sz="1300">
                        <a:latin typeface="Karla"/>
                        <a:ea typeface="Karla"/>
                        <a:cs typeface="Karla"/>
                        <a:sym typeface="Karla"/>
                      </a:endParaRPr>
                    </a:p>
                  </a:txBody>
                  <a:tcPr marT="91425" marB="91425" marR="91425" marL="91425" anchor="ctr">
                    <a:lnL cap="flat" cmpd="sng" w="9525">
                      <a:solidFill>
                        <a:srgbClr val="325D79"/>
                      </a:solidFill>
                      <a:prstDash val="dash"/>
                      <a:round/>
                      <a:headEnd len="sm" w="sm" type="none"/>
                      <a:tailEnd len="sm" w="sm" type="none"/>
                    </a:lnL>
                    <a:lnR cap="flat" cmpd="sng" w="9525">
                      <a:solidFill>
                        <a:srgbClr val="325D79"/>
                      </a:solidFill>
                      <a:prstDash val="dash"/>
                      <a:round/>
                      <a:headEnd len="sm" w="sm" type="none"/>
                      <a:tailEnd len="sm" w="sm" type="none"/>
                    </a:lnR>
                    <a:lnT cap="flat" cmpd="sng" w="9525">
                      <a:solidFill>
                        <a:srgbClr val="325D79"/>
                      </a:solidFill>
                      <a:prstDash val="dash"/>
                      <a:round/>
                      <a:headEnd len="sm" w="sm" type="none"/>
                      <a:tailEnd len="sm" w="sm" type="none"/>
                    </a:lnT>
                    <a:lnB cap="flat" cmpd="sng" w="9525">
                      <a:solidFill>
                        <a:srgbClr val="325D79"/>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11.19%</a:t>
                      </a:r>
                      <a:endParaRPr sz="1300">
                        <a:latin typeface="Karla"/>
                        <a:ea typeface="Karla"/>
                        <a:cs typeface="Karla"/>
                        <a:sym typeface="Karla"/>
                      </a:endParaRPr>
                    </a:p>
                  </a:txBody>
                  <a:tcPr marT="91425" marB="91425" marR="91425" marL="91425" anchor="ctr">
                    <a:lnL cap="flat" cmpd="sng" w="9525">
                      <a:solidFill>
                        <a:srgbClr val="325D79"/>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0.646</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r h="575375">
                <a:tc>
                  <a:txBody>
                    <a:bodyPr/>
                    <a:lstStyle/>
                    <a:p>
                      <a:pPr indent="0" lvl="0" marL="0" rtl="0" algn="ctr">
                        <a:lnSpc>
                          <a:spcPct val="115000"/>
                        </a:lnSpc>
                        <a:spcBef>
                          <a:spcPts val="0"/>
                        </a:spcBef>
                        <a:spcAft>
                          <a:spcPts val="0"/>
                        </a:spcAft>
                        <a:buClr>
                          <a:schemeClr val="dk1"/>
                        </a:buClr>
                        <a:buSzPts val="1100"/>
                        <a:buFont typeface="Arial"/>
                        <a:buNone/>
                      </a:pPr>
                      <a:r>
                        <a:rPr b="1" lang="en" sz="1300">
                          <a:solidFill>
                            <a:schemeClr val="dk1"/>
                          </a:solidFill>
                          <a:latin typeface="Karla"/>
                          <a:ea typeface="Karla"/>
                          <a:cs typeface="Karla"/>
                          <a:sym typeface="Karla"/>
                        </a:rPr>
                        <a:t>GBT/XGBoost Tree</a:t>
                      </a:r>
                      <a:endParaRPr b="1"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b="1" lang="en" sz="1300">
                          <a:latin typeface="Karla"/>
                          <a:ea typeface="Karla"/>
                          <a:cs typeface="Karla"/>
                          <a:sym typeface="Karla"/>
                        </a:rPr>
                        <a:t>62.44% </a:t>
                      </a:r>
                      <a:endParaRPr b="1"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rgbClr val="325D79"/>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b="1" lang="en" sz="1300">
                          <a:latin typeface="Karla"/>
                          <a:ea typeface="Karla"/>
                          <a:cs typeface="Karla"/>
                          <a:sym typeface="Karla"/>
                        </a:rPr>
                        <a:t>7.68% </a:t>
                      </a:r>
                      <a:endParaRPr b="1" sz="1300">
                        <a:latin typeface="Karla"/>
                        <a:ea typeface="Karla"/>
                        <a:cs typeface="Karla"/>
                        <a:sym typeface="Karla"/>
                      </a:endParaRPr>
                    </a:p>
                  </a:txBody>
                  <a:tcPr marT="91425" marB="91425" marR="91425" marL="91425" anchor="ctr">
                    <a:lnL cap="flat" cmpd="sng" w="9525">
                      <a:solidFill>
                        <a:srgbClr val="325D79"/>
                      </a:solidFill>
                      <a:prstDash val="dash"/>
                      <a:round/>
                      <a:headEnd len="sm" w="sm" type="none"/>
                      <a:tailEnd len="sm" w="sm" type="none"/>
                    </a:lnL>
                    <a:lnR cap="flat" cmpd="sng" w="9525">
                      <a:solidFill>
                        <a:srgbClr val="325D79"/>
                      </a:solidFill>
                      <a:prstDash val="dash"/>
                      <a:round/>
                      <a:headEnd len="sm" w="sm" type="none"/>
                      <a:tailEnd len="sm" w="sm" type="none"/>
                    </a:lnR>
                    <a:lnT cap="flat" cmpd="sng" w="9525">
                      <a:solidFill>
                        <a:srgbClr val="325D79"/>
                      </a:solidFill>
                      <a:prstDash val="dash"/>
                      <a:round/>
                      <a:headEnd len="sm" w="sm" type="none"/>
                      <a:tailEnd len="sm" w="sm" type="none"/>
                    </a:lnT>
                    <a:lnB cap="flat" cmpd="sng" w="9525">
                      <a:solidFill>
                        <a:srgbClr val="325D79"/>
                      </a:solidFill>
                      <a:prstDash val="dash"/>
                      <a:round/>
                      <a:headEnd len="sm" w="sm" type="none"/>
                      <a:tailEnd len="sm" w="sm" type="none"/>
                    </a:lnB>
                  </a:tcPr>
                </a:tc>
                <a:tc>
                  <a:txBody>
                    <a:bodyPr/>
                    <a:lstStyle/>
                    <a:p>
                      <a:pPr indent="0" lvl="0" marL="0" rtl="0" algn="ctr">
                        <a:spcBef>
                          <a:spcPts val="0"/>
                        </a:spcBef>
                        <a:spcAft>
                          <a:spcPts val="0"/>
                        </a:spcAft>
                        <a:buNone/>
                      </a:pPr>
                      <a:r>
                        <a:rPr b="1" lang="en" sz="1300">
                          <a:latin typeface="Karla"/>
                          <a:ea typeface="Karla"/>
                          <a:cs typeface="Karla"/>
                          <a:sym typeface="Karla"/>
                        </a:rPr>
                        <a:t>22.67% </a:t>
                      </a:r>
                      <a:endParaRPr b="1" sz="1300">
                        <a:latin typeface="Karla"/>
                        <a:ea typeface="Karla"/>
                        <a:cs typeface="Karla"/>
                        <a:sym typeface="Karla"/>
                      </a:endParaRPr>
                    </a:p>
                  </a:txBody>
                  <a:tcPr marT="91425" marB="91425" marR="91425" marL="91425" anchor="ctr">
                    <a:lnL cap="flat" cmpd="sng" w="9525">
                      <a:solidFill>
                        <a:srgbClr val="325D79"/>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b="1" lang="en" sz="1300">
                          <a:latin typeface="Karla"/>
                          <a:ea typeface="Karla"/>
                          <a:cs typeface="Karla"/>
                          <a:sym typeface="Karla"/>
                        </a:rPr>
                        <a:t>0.886</a:t>
                      </a:r>
                      <a:endParaRPr b="1"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r h="655675">
                <a:tc>
                  <a:txBody>
                    <a:bodyPr/>
                    <a:lstStyle/>
                    <a:p>
                      <a:pPr indent="0" lvl="0" marL="0" rtl="0" algn="ctr">
                        <a:lnSpc>
                          <a:spcPct val="115000"/>
                        </a:lnSpc>
                        <a:spcBef>
                          <a:spcPts val="0"/>
                        </a:spcBef>
                        <a:spcAft>
                          <a:spcPts val="0"/>
                        </a:spcAft>
                        <a:buClr>
                          <a:schemeClr val="dk1"/>
                        </a:buClr>
                        <a:buSzPts val="1100"/>
                        <a:buFont typeface="Arial"/>
                        <a:buNone/>
                      </a:pPr>
                      <a:r>
                        <a:rPr b="1" lang="en" sz="1300">
                          <a:latin typeface="Karla"/>
                          <a:ea typeface="Karla"/>
                          <a:cs typeface="Karla"/>
                          <a:sym typeface="Karla"/>
                        </a:rPr>
                        <a:t>Rule-based </a:t>
                      </a:r>
                      <a:endParaRPr b="1" sz="1300">
                        <a:latin typeface="Karla"/>
                        <a:ea typeface="Karla"/>
                        <a:cs typeface="Karla"/>
                        <a:sym typeface="Karla"/>
                      </a:endParaRPr>
                    </a:p>
                    <a:p>
                      <a:pPr indent="0" lvl="0" marL="0" rtl="0" algn="ctr">
                        <a:lnSpc>
                          <a:spcPct val="115000"/>
                        </a:lnSpc>
                        <a:spcBef>
                          <a:spcPts val="0"/>
                        </a:spcBef>
                        <a:spcAft>
                          <a:spcPts val="0"/>
                        </a:spcAft>
                        <a:buClr>
                          <a:schemeClr val="dk1"/>
                        </a:buClr>
                        <a:buSzPts val="1100"/>
                        <a:buFont typeface="Arial"/>
                        <a:buNone/>
                      </a:pPr>
                      <a:r>
                        <a:rPr b="1" lang="en" sz="1300">
                          <a:latin typeface="Karla"/>
                          <a:ea typeface="Karla"/>
                          <a:cs typeface="Karla"/>
                          <a:sym typeface="Karla"/>
                        </a:rPr>
                        <a:t>points score</a:t>
                      </a:r>
                      <a:endParaRPr b="1" sz="1300">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27.48 % </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7.16</a:t>
                      </a:r>
                      <a:r>
                        <a:rPr lang="en" sz="1300">
                          <a:latin typeface="Karla"/>
                          <a:ea typeface="Karla"/>
                          <a:cs typeface="Karla"/>
                          <a:sym typeface="Karla"/>
                        </a:rPr>
                        <a:t>% </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325D79"/>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12.09% </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0.602</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r h="620775">
                <a:tc>
                  <a:txBody>
                    <a:bodyPr/>
                    <a:lstStyle/>
                    <a:p>
                      <a:pPr indent="0" lvl="0" marL="0" rtl="0" algn="ctr">
                        <a:lnSpc>
                          <a:spcPct val="115000"/>
                        </a:lnSpc>
                        <a:spcBef>
                          <a:spcPts val="0"/>
                        </a:spcBef>
                        <a:spcAft>
                          <a:spcPts val="0"/>
                        </a:spcAft>
                        <a:buClr>
                          <a:schemeClr val="dk1"/>
                        </a:buClr>
                        <a:buSzPts val="1100"/>
                        <a:buFont typeface="Arial"/>
                        <a:buNone/>
                      </a:pPr>
                      <a:r>
                        <a:rPr b="1" lang="en" sz="1300">
                          <a:latin typeface="Karla"/>
                          <a:ea typeface="Karla"/>
                          <a:cs typeface="Karla"/>
                          <a:sym typeface="Karla"/>
                        </a:rPr>
                        <a:t>H2O </a:t>
                      </a:r>
                      <a:r>
                        <a:rPr b="1" lang="en" sz="1300">
                          <a:latin typeface="Karla"/>
                          <a:ea typeface="Karla"/>
                          <a:cs typeface="Karla"/>
                          <a:sym typeface="Karla"/>
                        </a:rPr>
                        <a:t>Isolation Forest</a:t>
                      </a:r>
                      <a:endParaRPr b="1" sz="1300">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28.96% </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7.70%</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solidFill>
                            <a:schemeClr val="dk1"/>
                          </a:solidFill>
                          <a:latin typeface="Karla"/>
                          <a:ea typeface="Karla"/>
                          <a:cs typeface="Karla"/>
                          <a:sym typeface="Karla"/>
                        </a:rPr>
                        <a:t>11.87%</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0.791</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r h="620775">
                <a:tc>
                  <a:txBody>
                    <a:bodyPr/>
                    <a:lstStyle/>
                    <a:p>
                      <a:pPr indent="0" lvl="0" marL="0" rtl="0" algn="ctr">
                        <a:lnSpc>
                          <a:spcPct val="115000"/>
                        </a:lnSpc>
                        <a:spcBef>
                          <a:spcPts val="0"/>
                        </a:spcBef>
                        <a:spcAft>
                          <a:spcPts val="0"/>
                        </a:spcAft>
                        <a:buNone/>
                      </a:pPr>
                      <a:r>
                        <a:rPr b="1" lang="en" sz="1300">
                          <a:latin typeface="Karla"/>
                          <a:ea typeface="Karla"/>
                          <a:cs typeface="Karla"/>
                          <a:sym typeface="Karla"/>
                        </a:rPr>
                        <a:t>Decision Layer</a:t>
                      </a:r>
                      <a:endParaRPr b="1"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38.97%</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1.22%</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solidFill>
                            <a:schemeClr val="dk1"/>
                          </a:solidFill>
                          <a:latin typeface="Karla"/>
                          <a:ea typeface="Karla"/>
                          <a:cs typeface="Karla"/>
                          <a:sym typeface="Karla"/>
                        </a:rPr>
                        <a:t>53.25%</a:t>
                      </a:r>
                      <a:endParaRPr sz="1300">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rtl="0" algn="ctr">
                        <a:spcBef>
                          <a:spcPts val="0"/>
                        </a:spcBef>
                        <a:spcAft>
                          <a:spcPts val="0"/>
                        </a:spcAft>
                        <a:buNone/>
                      </a:pPr>
                      <a:r>
                        <a:rPr lang="en" sz="1300">
                          <a:latin typeface="Karla"/>
                          <a:ea typeface="Karla"/>
                          <a:cs typeface="Karla"/>
                          <a:sym typeface="Karla"/>
                        </a:rPr>
                        <a:t>0.892</a:t>
                      </a:r>
                      <a:endParaRPr sz="1300">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67"/>
          <p:cNvSpPr/>
          <p:nvPr/>
        </p:nvSpPr>
        <p:spPr>
          <a:xfrm>
            <a:off x="1707250" y="3659800"/>
            <a:ext cx="5553000" cy="865200"/>
          </a:xfrm>
          <a:prstGeom prst="roundRect">
            <a:avLst>
              <a:gd fmla="val 16667" name="adj"/>
            </a:avLst>
          </a:prstGeom>
          <a:solidFill>
            <a:srgbClr val="B3C3CE"/>
          </a:solid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48" name="Google Shape;748;p67"/>
          <p:cNvSpPr txBox="1"/>
          <p:nvPr>
            <p:ph type="title"/>
          </p:nvPr>
        </p:nvSpPr>
        <p:spPr>
          <a:xfrm>
            <a:off x="961300" y="618500"/>
            <a:ext cx="6662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This Means for the Issuer  </a:t>
            </a:r>
            <a:endParaRPr/>
          </a:p>
        </p:txBody>
      </p:sp>
      <p:sp>
        <p:nvSpPr>
          <p:cNvPr id="749" name="Google Shape;749;p67"/>
          <p:cNvSpPr/>
          <p:nvPr/>
        </p:nvSpPr>
        <p:spPr>
          <a:xfrm>
            <a:off x="961300" y="1317525"/>
            <a:ext cx="7044900" cy="2232900"/>
          </a:xfrm>
          <a:prstGeom prst="rect">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50" name="Google Shape;750;p67"/>
          <p:cNvSpPr txBox="1"/>
          <p:nvPr/>
        </p:nvSpPr>
        <p:spPr>
          <a:xfrm>
            <a:off x="1160750" y="1317525"/>
            <a:ext cx="4302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Karla"/>
                <a:ea typeface="Karla"/>
                <a:cs typeface="Karla"/>
                <a:sym typeface="Karla"/>
              </a:rPr>
              <a:t>A more practical fraud-screening trade-off </a:t>
            </a:r>
            <a:endParaRPr b="1" sz="1500">
              <a:latin typeface="Karla"/>
              <a:ea typeface="Karla"/>
              <a:cs typeface="Karla"/>
              <a:sym typeface="Karla"/>
            </a:endParaRPr>
          </a:p>
        </p:txBody>
      </p:sp>
      <p:sp>
        <p:nvSpPr>
          <p:cNvPr id="751" name="Google Shape;751;p67"/>
          <p:cNvSpPr txBox="1"/>
          <p:nvPr/>
        </p:nvSpPr>
        <p:spPr>
          <a:xfrm>
            <a:off x="1193600" y="1733025"/>
            <a:ext cx="6567000" cy="174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Karla"/>
                <a:ea typeface="Karla"/>
                <a:cs typeface="Karla"/>
                <a:sym typeface="Karla"/>
              </a:rPr>
              <a:t>38.97% fraud recall</a:t>
            </a:r>
            <a:br>
              <a:rPr b="1" lang="en" sz="1100">
                <a:solidFill>
                  <a:schemeClr val="dk1"/>
                </a:solidFill>
                <a:latin typeface="Karla"/>
                <a:ea typeface="Karla"/>
                <a:cs typeface="Karla"/>
                <a:sym typeface="Karla"/>
              </a:rPr>
            </a:br>
            <a:r>
              <a:rPr lang="en" sz="1100">
                <a:solidFill>
                  <a:schemeClr val="dk1"/>
                </a:solidFill>
                <a:latin typeface="Karla"/>
                <a:ea typeface="Karla"/>
                <a:cs typeface="Karla"/>
                <a:sym typeface="Karla"/>
              </a:rPr>
              <a:t> The system detects more than the project target of 25% of confirmed fraud.</a:t>
            </a:r>
            <a:endParaRPr sz="1100">
              <a:solidFill>
                <a:schemeClr val="dk1"/>
              </a:solidFill>
              <a:latin typeface="Karla"/>
              <a:ea typeface="Karla"/>
              <a:cs typeface="Karla"/>
              <a:sym typeface="Karla"/>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Karla"/>
                <a:ea typeface="Karla"/>
                <a:cs typeface="Karla"/>
                <a:sym typeface="Karla"/>
              </a:rPr>
              <a:t>1.22% false-positive rate</a:t>
            </a:r>
            <a:br>
              <a:rPr b="1" lang="en" sz="1100">
                <a:solidFill>
                  <a:schemeClr val="dk1"/>
                </a:solidFill>
                <a:latin typeface="Karla"/>
                <a:ea typeface="Karla"/>
                <a:cs typeface="Karla"/>
                <a:sym typeface="Karla"/>
              </a:rPr>
            </a:br>
            <a:r>
              <a:rPr lang="en" sz="1100">
                <a:solidFill>
                  <a:schemeClr val="dk1"/>
                </a:solidFill>
                <a:latin typeface="Karla"/>
                <a:ea typeface="Karla"/>
                <a:cs typeface="Karla"/>
                <a:sym typeface="Karla"/>
              </a:rPr>
              <a:t> Only a small proportion of legitimate transactions would be unnecessarily challenged or reviewed.</a:t>
            </a:r>
            <a:endParaRPr sz="1100">
              <a:solidFill>
                <a:schemeClr val="dk1"/>
              </a:solidFill>
              <a:latin typeface="Karla"/>
              <a:ea typeface="Karla"/>
              <a:cs typeface="Karla"/>
              <a:sym typeface="Karla"/>
            </a:endParaRPr>
          </a:p>
          <a:p>
            <a:pPr indent="0" lvl="0" marL="0" rtl="0" algn="l">
              <a:lnSpc>
                <a:spcPct val="115000"/>
              </a:lnSpc>
              <a:spcBef>
                <a:spcPts val="1200"/>
              </a:spcBef>
              <a:spcAft>
                <a:spcPts val="1200"/>
              </a:spcAft>
              <a:buNone/>
            </a:pPr>
            <a:r>
              <a:rPr b="1" lang="en" sz="1300">
                <a:solidFill>
                  <a:schemeClr val="dk1"/>
                </a:solidFill>
                <a:latin typeface="Karla"/>
                <a:ea typeface="Karla"/>
                <a:cs typeface="Karla"/>
                <a:sym typeface="Karla"/>
              </a:rPr>
              <a:t>0.892 AUC</a:t>
            </a:r>
            <a:br>
              <a:rPr b="1" lang="en" sz="1100">
                <a:solidFill>
                  <a:schemeClr val="dk1"/>
                </a:solidFill>
                <a:latin typeface="Karla"/>
                <a:ea typeface="Karla"/>
                <a:cs typeface="Karla"/>
                <a:sym typeface="Karla"/>
              </a:rPr>
            </a:br>
            <a:r>
              <a:rPr lang="en" sz="1100">
                <a:solidFill>
                  <a:schemeClr val="dk1"/>
                </a:solidFill>
                <a:latin typeface="Karla"/>
                <a:ea typeface="Karla"/>
                <a:cs typeface="Karla"/>
                <a:sym typeface="Karla"/>
              </a:rPr>
              <a:t> The combined score separates higher-risk and lower-risk transactions effectively.</a:t>
            </a:r>
            <a:endParaRPr sz="1700">
              <a:latin typeface="Karla"/>
              <a:ea typeface="Karla"/>
              <a:cs typeface="Karla"/>
              <a:sym typeface="Karla"/>
            </a:endParaRPr>
          </a:p>
        </p:txBody>
      </p:sp>
      <p:sp>
        <p:nvSpPr>
          <p:cNvPr id="752" name="Google Shape;752;p67"/>
          <p:cNvSpPr txBox="1"/>
          <p:nvPr/>
        </p:nvSpPr>
        <p:spPr>
          <a:xfrm>
            <a:off x="1731550" y="3676750"/>
            <a:ext cx="5504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Karla"/>
                <a:ea typeface="Karla"/>
                <a:cs typeface="Karla"/>
                <a:sym typeface="Karla"/>
              </a:rPr>
              <a:t>Compared with using XGBoost alone, the decision layer catches fewer fraud cases but reduces false positives substantially, making it more suitable for transaction-time intervention. </a:t>
            </a:r>
            <a:endParaRPr>
              <a:latin typeface="Karla"/>
              <a:ea typeface="Karla"/>
              <a:cs typeface="Karla"/>
              <a:sym typeface="Karl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8"/>
          <p:cNvSpPr/>
          <p:nvPr/>
        </p:nvSpPr>
        <p:spPr>
          <a:xfrm>
            <a:off x="1097463" y="2983500"/>
            <a:ext cx="5250600" cy="2160000"/>
          </a:xfrm>
          <a:prstGeom prst="roundRect">
            <a:avLst>
              <a:gd fmla="val 16667" name="adj"/>
            </a:avLst>
          </a:prstGeom>
          <a:no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58" name="Google Shape;758;p68"/>
          <p:cNvSpPr txBox="1"/>
          <p:nvPr>
            <p:ph type="title"/>
          </p:nvPr>
        </p:nvSpPr>
        <p:spPr>
          <a:xfrm>
            <a:off x="678675" y="300525"/>
            <a:ext cx="6803700" cy="50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Recommendation </a:t>
            </a:r>
            <a:endParaRPr sz="2400">
              <a:solidFill>
                <a:srgbClr val="325D79"/>
              </a:solidFill>
            </a:endParaRPr>
          </a:p>
        </p:txBody>
      </p:sp>
      <p:sp>
        <p:nvSpPr>
          <p:cNvPr id="759" name="Google Shape;759;p68"/>
          <p:cNvSpPr txBox="1"/>
          <p:nvPr/>
        </p:nvSpPr>
        <p:spPr>
          <a:xfrm>
            <a:off x="678675" y="845325"/>
            <a:ext cx="579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DM Serif Display"/>
                <a:ea typeface="DM Serif Display"/>
                <a:cs typeface="DM Serif Display"/>
                <a:sym typeface="DM Serif Display"/>
              </a:rPr>
              <a:t>Use the combined system for step-up decisions</a:t>
            </a:r>
            <a:r>
              <a:rPr lang="en">
                <a:latin typeface="DM Serif Display"/>
                <a:ea typeface="DM Serif Display"/>
                <a:cs typeface="DM Serif Display"/>
                <a:sym typeface="DM Serif Display"/>
              </a:rPr>
              <a:t> </a:t>
            </a:r>
            <a:endParaRPr>
              <a:latin typeface="DM Serif Display"/>
              <a:ea typeface="DM Serif Display"/>
              <a:cs typeface="DM Serif Display"/>
              <a:sym typeface="DM Serif Display"/>
            </a:endParaRPr>
          </a:p>
        </p:txBody>
      </p:sp>
      <p:grpSp>
        <p:nvGrpSpPr>
          <p:cNvPr id="760" name="Google Shape;760;p68"/>
          <p:cNvGrpSpPr/>
          <p:nvPr/>
        </p:nvGrpSpPr>
        <p:grpSpPr>
          <a:xfrm rot="8339490">
            <a:off x="2813656" y="2040534"/>
            <a:ext cx="1013630" cy="1062420"/>
            <a:chOff x="1098644" y="2109823"/>
            <a:chExt cx="1581347" cy="1657464"/>
          </a:xfrm>
        </p:grpSpPr>
        <p:sp>
          <p:nvSpPr>
            <p:cNvPr id="761" name="Google Shape;761;p68"/>
            <p:cNvSpPr/>
            <p:nvPr/>
          </p:nvSpPr>
          <p:spPr>
            <a:xfrm>
              <a:off x="1972497" y="2792537"/>
              <a:ext cx="534047" cy="687597"/>
            </a:xfrm>
            <a:custGeom>
              <a:rect b="b" l="l" r="r" t="t"/>
              <a:pathLst>
                <a:path extrusionOk="0" h="31113" w="24165">
                  <a:moveTo>
                    <a:pt x="15665" y="0"/>
                  </a:moveTo>
                  <a:lnTo>
                    <a:pt x="0" y="15665"/>
                  </a:lnTo>
                  <a:lnTo>
                    <a:pt x="15448" y="31113"/>
                  </a:lnTo>
                  <a:lnTo>
                    <a:pt x="15572" y="30957"/>
                  </a:lnTo>
                  <a:cubicBezTo>
                    <a:pt x="24133" y="22427"/>
                    <a:pt x="24164" y="8593"/>
                    <a:pt x="15665" y="0"/>
                  </a:cubicBezTo>
                  <a:close/>
                </a:path>
              </a:pathLst>
            </a:custGeom>
            <a:solidFill>
              <a:schemeClr val="accent2"/>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rtl="0" algn="l">
                <a:spcBef>
                  <a:spcPts val="0"/>
                </a:spcBef>
                <a:spcAft>
                  <a:spcPts val="0"/>
                </a:spcAft>
                <a:buNone/>
              </a:pPr>
              <a:r>
                <a:t/>
              </a:r>
              <a:endParaRPr/>
            </a:p>
          </p:txBody>
        </p:sp>
        <p:sp>
          <p:nvSpPr>
            <p:cNvPr id="762" name="Google Shape;762;p68"/>
            <p:cNvSpPr/>
            <p:nvPr/>
          </p:nvSpPr>
          <p:spPr>
            <a:xfrm>
              <a:off x="1527454" y="3133888"/>
              <a:ext cx="898424" cy="633399"/>
            </a:xfrm>
            <a:custGeom>
              <a:rect b="b" l="l" r="r" t="t"/>
              <a:pathLst>
                <a:path extrusionOk="0" h="28321" w="40171">
                  <a:moveTo>
                    <a:pt x="20039" y="0"/>
                  </a:moveTo>
                  <a:lnTo>
                    <a:pt x="1" y="20038"/>
                  </a:lnTo>
                  <a:cubicBezTo>
                    <a:pt x="5569" y="25560"/>
                    <a:pt x="12845" y="28321"/>
                    <a:pt x="20124" y="28321"/>
                  </a:cubicBezTo>
                  <a:cubicBezTo>
                    <a:pt x="27362" y="28321"/>
                    <a:pt x="34603" y="25591"/>
                    <a:pt x="40171" y="20131"/>
                  </a:cubicBezTo>
                  <a:lnTo>
                    <a:pt x="20039" y="0"/>
                  </a:lnTo>
                  <a:close/>
                </a:path>
              </a:pathLst>
            </a:custGeom>
            <a:solidFill>
              <a:schemeClr val="lt2"/>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rtl="0" algn="l">
                <a:spcBef>
                  <a:spcPts val="0"/>
                </a:spcBef>
                <a:spcAft>
                  <a:spcPts val="0"/>
                </a:spcAft>
                <a:buNone/>
              </a:pPr>
              <a:r>
                <a:t/>
              </a:r>
              <a:endParaRPr/>
            </a:p>
          </p:txBody>
        </p:sp>
        <p:sp>
          <p:nvSpPr>
            <p:cNvPr id="763" name="Google Shape;763;p68"/>
            <p:cNvSpPr/>
            <p:nvPr/>
          </p:nvSpPr>
          <p:spPr>
            <a:xfrm>
              <a:off x="1098644" y="2565619"/>
              <a:ext cx="881995" cy="1127665"/>
            </a:xfrm>
            <a:custGeom>
              <a:rect b="b" l="l" r="r" t="t"/>
              <a:pathLst>
                <a:path extrusionOk="0" h="50500" w="39178">
                  <a:moveTo>
                    <a:pt x="13773" y="0"/>
                  </a:moveTo>
                  <a:cubicBezTo>
                    <a:pt x="0" y="14021"/>
                    <a:pt x="124" y="36479"/>
                    <a:pt x="13990" y="50375"/>
                  </a:cubicBezTo>
                  <a:cubicBezTo>
                    <a:pt x="14021" y="50406"/>
                    <a:pt x="14083" y="50437"/>
                    <a:pt x="14114" y="50500"/>
                  </a:cubicBezTo>
                  <a:lnTo>
                    <a:pt x="39177" y="25436"/>
                  </a:lnTo>
                  <a:lnTo>
                    <a:pt x="13773" y="0"/>
                  </a:lnTo>
                  <a:close/>
                </a:path>
              </a:pathLst>
            </a:custGeom>
            <a:solidFill>
              <a:schemeClr val="accent5"/>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rtl="0" algn="l">
                <a:spcBef>
                  <a:spcPts val="0"/>
                </a:spcBef>
                <a:spcAft>
                  <a:spcPts val="0"/>
                </a:spcAft>
                <a:buNone/>
              </a:pPr>
              <a:r>
                <a:t/>
              </a:r>
              <a:endParaRPr/>
            </a:p>
          </p:txBody>
        </p:sp>
        <p:sp>
          <p:nvSpPr>
            <p:cNvPr id="764" name="Google Shape;764;p68"/>
            <p:cNvSpPr/>
            <p:nvPr/>
          </p:nvSpPr>
          <p:spPr>
            <a:xfrm>
              <a:off x="1268464" y="2109823"/>
              <a:ext cx="1411527" cy="1057108"/>
            </a:xfrm>
            <a:custGeom>
              <a:rect b="b" l="l" r="r" t="t"/>
              <a:pathLst>
                <a:path extrusionOk="0" h="45282" w="63870">
                  <a:moveTo>
                    <a:pt x="31997" y="1"/>
                  </a:moveTo>
                  <a:cubicBezTo>
                    <a:pt x="20520" y="1"/>
                    <a:pt x="9043" y="4382"/>
                    <a:pt x="280" y="13145"/>
                  </a:cubicBezTo>
                  <a:lnTo>
                    <a:pt x="1" y="13424"/>
                  </a:lnTo>
                  <a:lnTo>
                    <a:pt x="31857" y="45281"/>
                  </a:lnTo>
                  <a:lnTo>
                    <a:pt x="63869" y="13300"/>
                  </a:lnTo>
                  <a:lnTo>
                    <a:pt x="63714" y="13145"/>
                  </a:lnTo>
                  <a:cubicBezTo>
                    <a:pt x="54951" y="4382"/>
                    <a:pt x="43474" y="1"/>
                    <a:pt x="31997" y="1"/>
                  </a:cubicBezTo>
                  <a:close/>
                </a:path>
              </a:pathLst>
            </a:custGeom>
            <a:solidFill>
              <a:schemeClr val="accent4"/>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rtl="0" algn="l">
                <a:spcBef>
                  <a:spcPts val="0"/>
                </a:spcBef>
                <a:spcAft>
                  <a:spcPts val="0"/>
                </a:spcAft>
                <a:buNone/>
              </a:pPr>
              <a:r>
                <a:t/>
              </a:r>
              <a:endParaRPr/>
            </a:p>
          </p:txBody>
        </p:sp>
        <p:sp>
          <p:nvSpPr>
            <p:cNvPr id="765" name="Google Shape;765;p68"/>
            <p:cNvSpPr/>
            <p:nvPr/>
          </p:nvSpPr>
          <p:spPr>
            <a:xfrm>
              <a:off x="1838131" y="2935126"/>
              <a:ext cx="261200" cy="261200"/>
            </a:xfrm>
            <a:custGeom>
              <a:rect b="b" l="l" r="r" t="t"/>
              <a:pathLst>
                <a:path extrusionOk="0" h="11819" w="11819">
                  <a:moveTo>
                    <a:pt x="5894" y="0"/>
                  </a:moveTo>
                  <a:cubicBezTo>
                    <a:pt x="2637" y="0"/>
                    <a:pt x="1" y="2637"/>
                    <a:pt x="1" y="5925"/>
                  </a:cubicBezTo>
                  <a:cubicBezTo>
                    <a:pt x="1" y="9182"/>
                    <a:pt x="2637" y="11819"/>
                    <a:pt x="5894" y="11819"/>
                  </a:cubicBezTo>
                  <a:cubicBezTo>
                    <a:pt x="9182" y="11819"/>
                    <a:pt x="11819" y="9182"/>
                    <a:pt x="11819" y="5925"/>
                  </a:cubicBezTo>
                  <a:cubicBezTo>
                    <a:pt x="11819" y="2637"/>
                    <a:pt x="9182" y="0"/>
                    <a:pt x="5894" y="0"/>
                  </a:cubicBezTo>
                  <a:close/>
                </a:path>
              </a:pathLst>
            </a:custGeom>
            <a:solidFill>
              <a:schemeClr val="lt1"/>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rtl="0" algn="l">
                <a:spcBef>
                  <a:spcPts val="0"/>
                </a:spcBef>
                <a:spcAft>
                  <a:spcPts val="0"/>
                </a:spcAft>
                <a:buNone/>
              </a:pPr>
              <a:r>
                <a:t/>
              </a:r>
              <a:endParaRPr/>
            </a:p>
          </p:txBody>
        </p:sp>
      </p:grpSp>
      <p:sp>
        <p:nvSpPr>
          <p:cNvPr id="766" name="Google Shape;766;p68"/>
          <p:cNvSpPr/>
          <p:nvPr/>
        </p:nvSpPr>
        <p:spPr>
          <a:xfrm>
            <a:off x="718825" y="1245525"/>
            <a:ext cx="7740300" cy="646500"/>
          </a:xfrm>
          <a:prstGeom prst="roundRect">
            <a:avLst>
              <a:gd fmla="val 16667" name="adj"/>
            </a:avLst>
          </a:prstGeom>
          <a:solidFill>
            <a:srgbClr val="E3E9ED"/>
          </a:solid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767" name="Google Shape;767;p68"/>
          <p:cNvSpPr/>
          <p:nvPr/>
        </p:nvSpPr>
        <p:spPr>
          <a:xfrm>
            <a:off x="617625" y="1981125"/>
            <a:ext cx="7933200" cy="2535900"/>
          </a:xfrm>
          <a:prstGeom prst="roundRect">
            <a:avLst>
              <a:gd fmla="val 16667" name="adj"/>
            </a:avLst>
          </a:prstGeom>
          <a:solidFill>
            <a:srgbClr val="CFD9E0"/>
          </a:solid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Meets the recall target &amp; </a:t>
            </a:r>
            <a:r>
              <a:rPr b="1" lang="en" sz="1100">
                <a:solidFill>
                  <a:schemeClr val="dk1"/>
                </a:solidFill>
              </a:rPr>
              <a:t>Controls customer friction</a:t>
            </a:r>
            <a:br>
              <a:rPr b="1" lang="en" sz="1100">
                <a:solidFill>
                  <a:schemeClr val="dk1"/>
                </a:solidFill>
              </a:rPr>
            </a:br>
            <a:r>
              <a:rPr lang="en" sz="1100">
                <a:solidFill>
                  <a:schemeClr val="dk1"/>
                </a:solidFill>
              </a:rPr>
              <a:t> The system catches about 39% of fraud, exceeding the 25% target. Also, i</a:t>
            </a:r>
            <a:r>
              <a:rPr lang="en" sz="1100">
                <a:solidFill>
                  <a:schemeClr val="dk1"/>
                </a:solidFill>
              </a:rPr>
              <a:t>ts 1.22% false-positive rate is much lower than XGBoost alone.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Combines complementary evidence</a:t>
            </a:r>
            <a:br>
              <a:rPr b="1" lang="en" sz="1100">
                <a:solidFill>
                  <a:schemeClr val="dk1"/>
                </a:solidFill>
              </a:rPr>
            </a:br>
            <a:r>
              <a:rPr lang="en" sz="1100">
                <a:solidFill>
                  <a:schemeClr val="dk1"/>
                </a:solidFill>
              </a:rPr>
              <a:t> XGBoost provides the main predictive signal, while the other pipelines contribute explainability, relationship context and anomaly evidence.</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 sz="1100">
                <a:solidFill>
                  <a:schemeClr val="dk1"/>
                </a:solidFill>
              </a:rPr>
              <a:t>Avoids over-aggressive declines</a:t>
            </a:r>
            <a:br>
              <a:rPr b="1" lang="en" sz="1100">
                <a:solidFill>
                  <a:schemeClr val="dk1"/>
                </a:solidFill>
              </a:rPr>
            </a:br>
            <a:r>
              <a:rPr lang="en" sz="1100">
                <a:solidFill>
                  <a:schemeClr val="dk1"/>
                </a:solidFill>
              </a:rPr>
              <a:t> The output should trigger extra verification rather than automatic rejection because false positives still occur.</a:t>
            </a:r>
            <a:endParaRPr b="1" sz="1100">
              <a:solidFill>
                <a:schemeClr val="dk1"/>
              </a:solidFill>
            </a:endParaRPr>
          </a:p>
        </p:txBody>
      </p:sp>
      <p:sp>
        <p:nvSpPr>
          <p:cNvPr id="768" name="Google Shape;768;p68"/>
          <p:cNvSpPr txBox="1"/>
          <p:nvPr/>
        </p:nvSpPr>
        <p:spPr>
          <a:xfrm>
            <a:off x="718825" y="1201550"/>
            <a:ext cx="7740300" cy="106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Karla"/>
                <a:ea typeface="Karla"/>
                <a:cs typeface="Karla"/>
                <a:sym typeface="Karla"/>
              </a:rPr>
              <a:t>We recommend using the final decision layer to decide whether a transaction should be approved normally or sent for step-up authentication. </a:t>
            </a:r>
            <a:endParaRPr>
              <a:solidFill>
                <a:schemeClr val="dk1"/>
              </a:solidFill>
              <a:latin typeface="Karla"/>
              <a:ea typeface="Karla"/>
              <a:cs typeface="Karla"/>
              <a:sym typeface="Karla"/>
            </a:endParaRPr>
          </a:p>
          <a:p>
            <a:pPr indent="0" lvl="0" marL="0" rtl="0" algn="l">
              <a:spcBef>
                <a:spcPts val="1200"/>
              </a:spcBef>
              <a:spcAft>
                <a:spcPts val="0"/>
              </a:spcAft>
              <a:buNone/>
            </a:pPr>
            <a:r>
              <a:rPr lang="en" sz="1500">
                <a:solidFill>
                  <a:schemeClr val="dk1"/>
                </a:solidFill>
              </a:rPr>
              <a:t>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9"/>
          <p:cNvSpPr txBox="1"/>
          <p:nvPr>
            <p:ph type="ctrTitle"/>
          </p:nvPr>
        </p:nvSpPr>
        <p:spPr>
          <a:xfrm>
            <a:off x="2863200" y="1742050"/>
            <a:ext cx="3677400" cy="99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774" name="Google Shape;774;p69"/>
          <p:cNvSpPr/>
          <p:nvPr/>
        </p:nvSpPr>
        <p:spPr>
          <a:xfrm>
            <a:off x="2718600" y="3186900"/>
            <a:ext cx="3822000" cy="991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Hepatitis Clinical Case by Slidesgo">
  <a:themeElements>
    <a:clrScheme name="Simple Light">
      <a:dk1>
        <a:srgbClr val="000000"/>
      </a:dk1>
      <a:lt1>
        <a:srgbClr val="FFFFFF"/>
      </a:lt1>
      <a:dk2>
        <a:srgbClr val="06688E"/>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